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scene_template_resnet_input_cc064d5a 0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503988550000003,&quot;endpoint_object_ids&quot;:[],&quot;endpoint_role_ids&quot;:[],&quot;kind&quot;:&quot;face&quot;,&quot;object_id&quot;:&quot;scene_object_scene_template_resnet_input_cc064d5a&quot;,&quot;repeat_count&quot;:1,&quot;source_digest&quot;:&quot;6933eb719324050ba157eabfdba95718cad53d4f1c3a63dd2a038f7969c7ec35&quot;}"/>
          <p:cNvSpPr/>
          <p:nvPr/>
        </p:nvSpPr>
        <p:spPr>
          <a:xfrm>
            <a:off x="1209277" y="812160"/>
            <a:ext cx="908287" cy="415235"/>
          </a:xfrm>
          <a:custGeom>
            <a:avLst/>
            <a:gdLst/>
            <a:ahLst/>
            <a:cxnLst/>
            <a:rect l="l" t="t" r="r" b="b"/>
            <a:pathLst>
              <a:path w="908287" h="415235">
                <a:moveTo>
                  <a:pt x="443067" y="0"/>
                </a:moveTo>
                <a:lnTo>
                  <a:pt x="0" y="234407"/>
                </a:lnTo>
                <a:lnTo>
                  <a:pt x="465220" y="415235"/>
                </a:lnTo>
                <a:lnTo>
                  <a:pt x="908287" y="180828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scene_template_resnet_input_cc064d5a 0001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465850025,&quot;endpoint_object_ids&quot;:[],&quot;endpoint_role_ids&quot;:[],&quot;kind&quot;:&quot;face&quot;,&quot;object_id&quot;:&quot;scene_object_scene_template_resnet_input_cc064d5a&quot;,&quot;repeat_count&quot;:1,&quot;source_digest&quot;:&quot;6933eb719324050ba157eabfdba95718cad53d4f1c3a63dd2a038f7969c7ec35&quot;}"/>
          <p:cNvSpPr/>
          <p:nvPr/>
        </p:nvSpPr>
        <p:spPr>
          <a:xfrm>
            <a:off x="1674497" y="992988"/>
            <a:ext cx="443067" cy="803681"/>
          </a:xfrm>
          <a:custGeom>
            <a:avLst/>
            <a:gdLst/>
            <a:ahLst/>
            <a:cxnLst/>
            <a:rect l="l" t="t" r="r" b="b"/>
            <a:pathLst>
              <a:path w="443067" h="803681">
                <a:moveTo>
                  <a:pt x="443067" y="569274"/>
                </a:moveTo>
                <a:lnTo>
                  <a:pt x="443067" y="0"/>
                </a:lnTo>
                <a:lnTo>
                  <a:pt x="0" y="234407"/>
                </a:lnTo>
                <a:lnTo>
                  <a:pt x="0" y="803681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scene_template_resnet_input_cc064d5a 0002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313296,&quot;endpoint_object_ids&quot;:[],&quot;endpoint_role_ids&quot;:[],&quot;kind&quot;:&quot;face&quot;,&quot;object_id&quot;:&quot;scene_object_scene_template_resnet_input_cc064d5a&quot;,&quot;repeat_count&quot;:1,&quot;source_digest&quot;:&quot;6933eb719324050ba157eabfdba95718cad53d4f1c3a63dd2a038f7969c7ec35&quot;}"/>
          <p:cNvSpPr/>
          <p:nvPr/>
        </p:nvSpPr>
        <p:spPr>
          <a:xfrm>
            <a:off x="1209277" y="1046567"/>
            <a:ext cx="465220" cy="750102"/>
          </a:xfrm>
          <a:custGeom>
            <a:avLst/>
            <a:gdLst/>
            <a:ahLst/>
            <a:cxnLst/>
            <a:rect l="l" t="t" r="r" b="b"/>
            <a:pathLst>
              <a:path w="465220" h="750102">
                <a:moveTo>
                  <a:pt x="0" y="569274"/>
                </a:moveTo>
                <a:lnTo>
                  <a:pt x="465220" y="750102"/>
                </a:lnTo>
                <a:lnTo>
                  <a:pt x="465220" y="180828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scene_template_resnet_stem_e2bd9b26 0003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2454179,&quot;endpoint_object_ids&quot;:[],&quot;endpoint_role_ids&quot;:[],&quot;kind&quot;:&quot;face&quot;,&quot;object_id&quot;:&quot;scene_object_scene_template_resnet_stem_e2bd9b26&quot;,&quot;repeat_count&quot;:1,&quot;source_digest&quot;:&quot;6933eb719324050ba157eabfdba95718cad53d4f1c3a63dd2a038f7969c7ec35&quot;}"/>
          <p:cNvSpPr/>
          <p:nvPr/>
        </p:nvSpPr>
        <p:spPr>
          <a:xfrm>
            <a:off x="1777879" y="1033172"/>
            <a:ext cx="908287" cy="415235"/>
          </a:xfrm>
          <a:custGeom>
            <a:avLst/>
            <a:gdLst/>
            <a:ahLst/>
            <a:cxnLst/>
            <a:rect l="l" t="t" r="r" b="b"/>
            <a:pathLst>
              <a:path w="908287" h="415235">
                <a:moveTo>
                  <a:pt x="443067" y="0"/>
                </a:moveTo>
                <a:lnTo>
                  <a:pt x="0" y="234407"/>
                </a:lnTo>
                <a:lnTo>
                  <a:pt x="465221" y="415235"/>
                </a:lnTo>
                <a:lnTo>
                  <a:pt x="908287" y="180828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scene_template_resnet_stem_e2bd9b26 0004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2072794,&quot;endpoint_object_ids&quot;:[],&quot;endpoint_role_ids&quot;:[],&quot;kind&quot;:&quot;face&quot;,&quot;object_id&quot;:&quot;scene_object_scene_template_resnet_stem_e2bd9b26&quot;,&quot;repeat_count&quot;:1,&quot;source_digest&quot;:&quot;6933eb719324050ba157eabfdba95718cad53d4f1c3a63dd2a038f7969c7ec35&quot;}"/>
          <p:cNvSpPr/>
          <p:nvPr/>
        </p:nvSpPr>
        <p:spPr>
          <a:xfrm>
            <a:off x="2243100" y="1214000"/>
            <a:ext cx="443066" cy="803681"/>
          </a:xfrm>
          <a:custGeom>
            <a:avLst/>
            <a:gdLst/>
            <a:ahLst/>
            <a:cxnLst/>
            <a:rect l="l" t="t" r="r" b="b"/>
            <a:pathLst>
              <a:path w="443066" h="803681">
                <a:moveTo>
                  <a:pt x="443066" y="569275"/>
                </a:moveTo>
                <a:lnTo>
                  <a:pt x="443066" y="0"/>
                </a:lnTo>
                <a:lnTo>
                  <a:pt x="0" y="234407"/>
                </a:lnTo>
                <a:lnTo>
                  <a:pt x="0" y="803681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scene_template_resnet_stem_e2bd9b26 0005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0547254,&quot;endpoint_object_ids&quot;:[],&quot;endpoint_role_ids&quot;:[],&quot;kind&quot;:&quot;face&quot;,&quot;object_id&quot;:&quot;scene_object_scene_template_resnet_stem_e2bd9b26&quot;,&quot;repeat_count&quot;:1,&quot;source_digest&quot;:&quot;6933eb719324050ba157eabfdba95718cad53d4f1c3a63dd2a038f7969c7ec35&quot;}"/>
          <p:cNvSpPr/>
          <p:nvPr/>
        </p:nvSpPr>
        <p:spPr>
          <a:xfrm>
            <a:off x="1777879" y="1267579"/>
            <a:ext cx="465221" cy="750102"/>
          </a:xfrm>
          <a:custGeom>
            <a:avLst/>
            <a:gdLst/>
            <a:ahLst/>
            <a:cxnLst/>
            <a:rect l="l" t="t" r="r" b="b"/>
            <a:pathLst>
              <a:path w="465221" h="750102">
                <a:moveTo>
                  <a:pt x="0" y="569274"/>
                </a:moveTo>
                <a:lnTo>
                  <a:pt x="465221" y="750102"/>
                </a:lnTo>
                <a:lnTo>
                  <a:pt x="465221" y="180828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scene_template_resnet_block_1_100d8293 0006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1.5291853,&quot;endpoint_object_ids&quot;:[],&quot;endpoint_role_ids&quot;:[],&quot;kind&quot;:&quot;face&quot;,&quot;object_id&quot;:&quot;scene_object_scene_template_resnet_block_1_100d8293&quot;,&quot;repeat_count&quot;:1,&quot;source_digest&quot;:&quot;6933eb719324050ba157eabfdba95718cad53d4f1c3a63dd2a038f7969c7ec35&quot;}"/>
          <p:cNvSpPr/>
          <p:nvPr/>
        </p:nvSpPr>
        <p:spPr>
          <a:xfrm>
            <a:off x="2553246" y="1334553"/>
            <a:ext cx="908287" cy="415235"/>
          </a:xfrm>
          <a:custGeom>
            <a:avLst/>
            <a:gdLst/>
            <a:ahLst/>
            <a:cxnLst/>
            <a:rect l="l" t="t" r="r" b="b"/>
            <a:pathLst>
              <a:path w="908287" h="415235">
                <a:moveTo>
                  <a:pt x="443067" y="0"/>
                </a:moveTo>
                <a:lnTo>
                  <a:pt x="0" y="234407"/>
                </a:lnTo>
                <a:lnTo>
                  <a:pt x="465221" y="415235"/>
                </a:lnTo>
                <a:lnTo>
                  <a:pt x="908287" y="180828"/>
                </a:lnTo>
                <a:close/>
              </a:path>
            </a:pathLst>
          </a:custGeom>
          <a:solidFill>
            <a:srgbClr val="DDD6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scene_template_resnet_block_1_100d8293 0007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1.491046775,&quot;endpoint_object_ids&quot;:[],&quot;endpoint_role_ids&quot;:[],&quot;kind&quot;:&quot;face&quot;,&quot;object_id&quot;:&quot;scene_object_scene_template_resnet_block_1_100d8293&quot;,&quot;repeat_count&quot;:1,&quot;source_digest&quot;:&quot;6933eb719324050ba157eabfdba95718cad53d4f1c3a63dd2a038f7969c7ec35&quot;}"/>
          <p:cNvSpPr/>
          <p:nvPr/>
        </p:nvSpPr>
        <p:spPr>
          <a:xfrm>
            <a:off x="3018467" y="1515381"/>
            <a:ext cx="443066" cy="803681"/>
          </a:xfrm>
          <a:custGeom>
            <a:avLst/>
            <a:gdLst/>
            <a:ahLst/>
            <a:cxnLst/>
            <a:rect l="l" t="t" r="r" b="b"/>
            <a:pathLst>
              <a:path w="443066" h="803681">
                <a:moveTo>
                  <a:pt x="443066" y="569274"/>
                </a:moveTo>
                <a:lnTo>
                  <a:pt x="443066" y="0"/>
                </a:lnTo>
                <a:lnTo>
                  <a:pt x="0" y="234407"/>
                </a:lnTo>
                <a:lnTo>
                  <a:pt x="0" y="803681"/>
                </a:lnTo>
                <a:close/>
              </a:path>
            </a:pathLst>
          </a:custGeom>
          <a:solidFill>
            <a:srgbClr val="DDD6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scene_template_resnet_block_1_100d8293 0008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1.33849275,&quot;endpoint_object_ids&quot;:[],&quot;endpoint_role_ids&quot;:[],&quot;kind&quot;:&quot;face&quot;,&quot;object_id&quot;:&quot;scene_object_scene_template_resnet_block_1_100d8293&quot;,&quot;repeat_count&quot;:1,&quot;source_digest&quot;:&quot;6933eb719324050ba157eabfdba95718cad53d4f1c3a63dd2a038f7969c7ec35&quot;}"/>
          <p:cNvSpPr/>
          <p:nvPr/>
        </p:nvSpPr>
        <p:spPr>
          <a:xfrm>
            <a:off x="2553246" y="1568960"/>
            <a:ext cx="465221" cy="750102"/>
          </a:xfrm>
          <a:custGeom>
            <a:avLst/>
            <a:gdLst/>
            <a:ahLst/>
            <a:cxnLst/>
            <a:rect l="l" t="t" r="r" b="b"/>
            <a:pathLst>
              <a:path w="465221" h="750102">
                <a:moveTo>
                  <a:pt x="0" y="569274"/>
                </a:moveTo>
                <a:lnTo>
                  <a:pt x="465221" y="750102"/>
                </a:lnTo>
                <a:lnTo>
                  <a:pt x="465221" y="180828"/>
                </a:lnTo>
                <a:lnTo>
                  <a:pt x="0" y="0"/>
                </a:lnTo>
                <a:close/>
              </a:path>
            </a:pathLst>
          </a:custGeom>
          <a:solidFill>
            <a:srgbClr val="DDD6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scene_template_resnet_block_2_de9f3bdf 0009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4697061,&quot;endpoint_object_ids&quot;:[],&quot;endpoint_role_ids&quot;:[],&quot;kind&quot;:&quot;face&quot;,&quot;object_id&quot;:&quot;scene_object_scene_template_resnet_block_2_de9f3bdf&quot;,&quot;repeat_count&quot;:1,&quot;source_digest&quot;:&quot;6933eb719324050ba157eabfdba95718cad53d4f1c3a63dd2a038f7969c7ec35&quot;}"/>
          <p:cNvSpPr/>
          <p:nvPr/>
        </p:nvSpPr>
        <p:spPr>
          <a:xfrm>
            <a:off x="3483687" y="1696209"/>
            <a:ext cx="908287" cy="415235"/>
          </a:xfrm>
          <a:custGeom>
            <a:avLst/>
            <a:gdLst/>
            <a:ahLst/>
            <a:cxnLst/>
            <a:rect l="l" t="t" r="r" b="b"/>
            <a:pathLst>
              <a:path w="908287" h="415235">
                <a:moveTo>
                  <a:pt x="443067" y="0"/>
                </a:moveTo>
                <a:lnTo>
                  <a:pt x="0" y="234407"/>
                </a:lnTo>
                <a:lnTo>
                  <a:pt x="465220" y="415235"/>
                </a:lnTo>
                <a:lnTo>
                  <a:pt x="908287" y="180828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scene_template_resnet_block_2_de9f3bdf 001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4315676,&quot;endpoint_object_ids&quot;:[],&quot;endpoint_role_ids&quot;:[],&quot;kind&quot;:&quot;face&quot;,&quot;object_id&quot;:&quot;scene_object_scene_template_resnet_block_2_de9f3bdf&quot;,&quot;repeat_count&quot;:1,&quot;source_digest&quot;:&quot;6933eb719324050ba157eabfdba95718cad53d4f1c3a63dd2a038f7969c7ec35&quot;}"/>
          <p:cNvSpPr/>
          <p:nvPr/>
        </p:nvSpPr>
        <p:spPr>
          <a:xfrm>
            <a:off x="3948907" y="1877037"/>
            <a:ext cx="443067" cy="803681"/>
          </a:xfrm>
          <a:custGeom>
            <a:avLst/>
            <a:gdLst/>
            <a:ahLst/>
            <a:cxnLst/>
            <a:rect l="l" t="t" r="r" b="b"/>
            <a:pathLst>
              <a:path w="443067" h="803681">
                <a:moveTo>
                  <a:pt x="443067" y="569274"/>
                </a:moveTo>
                <a:lnTo>
                  <a:pt x="443067" y="0"/>
                </a:lnTo>
                <a:lnTo>
                  <a:pt x="0" y="234407"/>
                </a:lnTo>
                <a:lnTo>
                  <a:pt x="0" y="803681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scene_template_resnet_block_2_de9f3bdf 0011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279013575,&quot;endpoint_object_ids&quot;:[],&quot;endpoint_role_ids&quot;:[],&quot;kind&quot;:&quot;face&quot;,&quot;object_id&quot;:&quot;scene_object_scene_template_resnet_block_2_de9f3bdf&quot;,&quot;repeat_count&quot;:1,&quot;source_digest&quot;:&quot;6933eb719324050ba157eabfdba95718cad53d4f1c3a63dd2a038f7969c7ec35&quot;}"/>
          <p:cNvSpPr/>
          <p:nvPr/>
        </p:nvSpPr>
        <p:spPr>
          <a:xfrm>
            <a:off x="3483687" y="1930616"/>
            <a:ext cx="465220" cy="750102"/>
          </a:xfrm>
          <a:custGeom>
            <a:avLst/>
            <a:gdLst/>
            <a:ahLst/>
            <a:cxnLst/>
            <a:rect l="l" t="t" r="r" b="b"/>
            <a:pathLst>
              <a:path w="465220" h="750102">
                <a:moveTo>
                  <a:pt x="0" y="569274"/>
                </a:moveTo>
                <a:lnTo>
                  <a:pt x="465220" y="750102"/>
                </a:lnTo>
                <a:lnTo>
                  <a:pt x="465220" y="180828"/>
                </a:lnTo>
                <a:lnTo>
                  <a:pt x="0" y="0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scene_template_resnet_head_0c8d7514 0012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524642399999998,&quot;endpoint_object_ids&quot;:[],&quot;endpoint_role_ids&quot;:[],&quot;kind&quot;:&quot;face&quot;,&quot;object_id&quot;:&quot;scene_object_scene_template_resnet_head_0c8d7514&quot;,&quot;repeat_count&quot;:1,&quot;source_digest&quot;:&quot;6933eb719324050ba157eabfdba95718cad53d4f1c3a63dd2a038f7969c7ec35&quot;}"/>
          <p:cNvSpPr/>
          <p:nvPr/>
        </p:nvSpPr>
        <p:spPr>
          <a:xfrm>
            <a:off x="4362436" y="2037774"/>
            <a:ext cx="908287" cy="415235"/>
          </a:xfrm>
          <a:custGeom>
            <a:avLst/>
            <a:gdLst/>
            <a:ahLst/>
            <a:cxnLst/>
            <a:rect l="l" t="t" r="r" b="b"/>
            <a:pathLst>
              <a:path w="908287" h="415235">
                <a:moveTo>
                  <a:pt x="443067" y="0"/>
                </a:moveTo>
                <a:lnTo>
                  <a:pt x="0" y="234406"/>
                </a:lnTo>
                <a:lnTo>
                  <a:pt x="465220" y="415235"/>
                </a:lnTo>
                <a:lnTo>
                  <a:pt x="908287" y="180828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scene_template_resnet_head_0c8d7514 0013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486503900000002,&quot;endpoint_object_ids&quot;:[],&quot;endpoint_role_ids&quot;:[],&quot;kind&quot;:&quot;face&quot;,&quot;object_id&quot;:&quot;scene_object_scene_template_resnet_head_0c8d7514&quot;,&quot;repeat_count&quot;:1,&quot;source_digest&quot;:&quot;6933eb719324050ba157eabfdba95718cad53d4f1c3a63dd2a038f7969c7ec35&quot;}"/>
          <p:cNvSpPr/>
          <p:nvPr/>
        </p:nvSpPr>
        <p:spPr>
          <a:xfrm>
            <a:off x="4827656" y="2218602"/>
            <a:ext cx="443067" cy="803681"/>
          </a:xfrm>
          <a:custGeom>
            <a:avLst/>
            <a:gdLst/>
            <a:ahLst/>
            <a:cxnLst/>
            <a:rect l="l" t="t" r="r" b="b"/>
            <a:pathLst>
              <a:path w="443067" h="803681">
                <a:moveTo>
                  <a:pt x="443067" y="569274"/>
                </a:moveTo>
                <a:lnTo>
                  <a:pt x="443067" y="0"/>
                </a:lnTo>
                <a:lnTo>
                  <a:pt x="0" y="234407"/>
                </a:lnTo>
                <a:lnTo>
                  <a:pt x="0" y="803681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scene_template_resnet_head_0c8d7514 0014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3339499,&quot;endpoint_object_ids&quot;:[],&quot;endpoint_role_ids&quot;:[],&quot;kind&quot;:&quot;face&quot;,&quot;object_id&quot;:&quot;scene_object_scene_template_resnet_head_0c8d7514&quot;,&quot;repeat_count&quot;:1,&quot;source_digest&quot;:&quot;6933eb719324050ba157eabfdba95718cad53d4f1c3a63dd2a038f7969c7ec35&quot;}"/>
          <p:cNvSpPr/>
          <p:nvPr/>
        </p:nvSpPr>
        <p:spPr>
          <a:xfrm>
            <a:off x="4362436" y="2272180"/>
            <a:ext cx="465220" cy="750103"/>
          </a:xfrm>
          <a:custGeom>
            <a:avLst/>
            <a:gdLst/>
            <a:ahLst/>
            <a:cxnLst/>
            <a:rect l="l" t="t" r="r" b="b"/>
            <a:pathLst>
              <a:path w="465220" h="750103">
                <a:moveTo>
                  <a:pt x="0" y="569275"/>
                </a:moveTo>
                <a:lnTo>
                  <a:pt x="465220" y="750103"/>
                </a:lnTo>
                <a:lnTo>
                  <a:pt x="465220" y="180829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NDV editable edge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5.1714124,&quot;endpoint_object_ids&quot;:[],&quot;endpoint_role_ids&quot;:[],&quot;kind&quot;:&quot;edge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1652343" y="812160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731031857812503,&quot;endpoint_object_ids&quot;:[],&quot;endpoint_role_ids&quot;:[],&quot;kind&quot;:&quot;edge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 flipV="1">
            <a:off x="2117563" y="992988"/>
            <a:ext cx="0" cy="889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5.018858350000002,&quot;endpoint_object_ids&quot;:[],&quot;endpoint_role_ids&quot;:[],&quot;kind&quot;:&quot;edge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 flipH="1">
            <a:off x="1209276" y="812160"/>
            <a:ext cx="443067" cy="23440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42115645625,&quot;endpoint_object_ids&quot;:[],&quot;endpoint_role_ids&quot;:[],&quot;kind&quot;:&quot;edge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 flipH="1">
            <a:off x="1674496" y="1745392"/>
            <a:ext cx="96921" cy="5127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8281658,&quot;endpoint_object_ids&quot;:[],&quot;endpoint_role_ids&quot;:[],&quot;kind&quot;:&quot;edge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 flipV="1">
            <a:off x="1209276" y="1046566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7900273,&quot;endpoint_object_ids&quot;:[],&quot;endpoint_role_ids&quot;:[],&quot;kind&quot;:&quot;edge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>
            <a:off x="1209276" y="1615840"/>
            <a:ext cx="465220" cy="1808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3.989118750000003,&quot;endpoint_object_ids&quot;:[],&quot;endpoint_role_ids&quot;:[],&quot;kind&quot;:&quot;edge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 flipH="1">
            <a:off x="1674496" y="992988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9128417,&quot;endpoint_object_ids&quot;:[],&quot;endpoint_role_ids&quot;:[],&quot;kind&quot;:&quot;edge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2220946" y="1033172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621439696875,&quot;endpoint_object_ids&quot;:[],&quot;endpoint_role_ids&quot;:[],&quot;kind&quot;:&quot;edge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 flipV="1">
            <a:off x="2686166" y="1214000"/>
            <a:ext cx="0" cy="2668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3.8365647,&quot;endpoint_object_ids&quot;:[],&quot;endpoint_role_ids&quot;:[],&quot;kind&quot;:&quot;edge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1209276" y="1046566"/>
            <a:ext cx="465220" cy="18082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3.7984262,&quot;endpoint_object_ids&quot;:[],&quot;endpoint_role_ids&quot;:[],&quot;kind&quot;:&quot;edge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 flipV="1">
            <a:off x="1674496" y="1227395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7602877,&quot;endpoint_object_ids&quot;:[],&quot;endpoint_role_ids&quot;:[],&quot;kind&quot;:&quot;edge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 flipH="1">
            <a:off x="1777879" y="1033172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4754407625,&quot;endpoint_object_ids&quot;:[],&quot;endpoint_role_ids&quot;:[],&quot;kind&quot;:&quot;edge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 flipH="1">
            <a:off x="2243099" y="1856526"/>
            <a:ext cx="304608" cy="1611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569595200000002,&quot;endpoint_object_ids&quot;:[],&quot;endpoint_role_ids&quot;:[],&quot;kind&quot;:&quot;edge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 flipV="1">
            <a:off x="1777879" y="1267579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5314567,&quot;endpoint_object_ids&quot;:[],&quot;endpoint_role_ids&quot;:[],&quot;kind&quot;:&quot;edge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>
            <a:off x="1777879" y="1836853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arrow scene_object_scene_template_resnet_main_1_484275b9 000" descr="{&quot;architecture_direction&quot;:null,&quot;architecture_evidence_digest&quot;:null,&quot;architecture_role&quot;:&quot;main-1&quot;,&quot;architecture_role_graph_digest&quot;:null,&quot;architecture_role_graph_edge_id&quot;:null,&quot;architecture_role_id&quot;:null,&quot;architecture_route_id&quot;:null,&quot;architecture_route_role&quot;:null,&quot;depth&quot;:23.110741321875,&quot;endpoint_object_ids&quot;:[&quot;scene_object_scene_template_resnet_stem_e2bd9b26&quot;,&quot;scene_object_scene_template_resnet_block_1_100d8293&quot;],&quot;endpoint_role_ids&quot;:[],&quot;kind&quot;:&quot;arrow&quot;,&quot;object_id&quot;:&quot;scene_object_scene_template_resnet_main_1_484275b9&quot;,&quot;repeat_count&quot;:1,&quot;source_digest&quot;:&quot;6933eb719324050ba157eabfdba95718cad53d4f1c3a63dd2a038f7969c7ec35&quot;}"/>
          <p:cNvCxnSpPr/>
          <p:nvPr/>
        </p:nvCxnSpPr>
        <p:spPr>
          <a:xfrm>
            <a:off x="2464632" y="1615840"/>
            <a:ext cx="87229" cy="33906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2.7305481,&quot;endpoint_object_ids&quot;:[],&quot;endpoint_role_ids&quot;:[],&quot;kind&quot;:&quot;edge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 flipH="1">
            <a:off x="2243099" y="1214000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2.577994099999998,&quot;endpoint_object_ids&quot;:[],&quot;endpoint_role_ids&quot;:[],&quot;kind&quot;:&quot;edge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1777879" y="1267579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2.5398556,&quot;endpoint_object_ids&quot;:[],&quot;endpoint_role_ids&quot;:[],&quot;kind&quot;:&quot;edge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 flipV="1">
            <a:off x="2243099" y="1448407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2.1966091,&quot;endpoint_object_ids&quot;:[],&quot;endpoint_role_ids&quot;:[],&quot;kind&quot;:&quot;edge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2996313" y="1334552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2.1584706,&quot;endpoint_object_ids&quot;:[],&quot;endpoint_role_ids&quot;:[],&quot;kind&quot;:&quot;edge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 flipV="1">
            <a:off x="3461533" y="1515380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2.0440551,&quot;endpoint_object_ids&quot;:[],&quot;endpoint_role_ids&quot;:[],&quot;kind&quot;:&quot;edge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 flipH="1">
            <a:off x="2553246" y="1334552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1.96777805,&quot;endpoint_object_ids&quot;:[],&quot;endpoint_role_ids&quot;:[],&quot;kind&quot;:&quot;edge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 flipH="1">
            <a:off x="3018466" y="2084654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1.85336255,&quot;endpoint_object_ids&quot;:[],&quot;endpoint_role_ids&quot;:[],&quot;kind&quot;:&quot;edge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 flipV="1">
            <a:off x="2553246" y="1568959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1.815224,&quot;endpoint_object_ids&quot;:[],&quot;endpoint_role_ids&quot;:[],&quot;kind&quot;:&quot;edge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>
            <a:off x="2553246" y="2138233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polyline scene_object_scene_template_resnet_skip_1_b62cd7b4 000" descr="{&quot;architecture_direction&quot;:null,&quot;architecture_evidence_digest&quot;:null,&quot;architecture_role&quot;:&quot;skip-1&quot;,&quot;architecture_role_graph_digest&quot;:null,&quot;architecture_role_graph_edge_id&quot;:null,&quot;architecture_role_id&quot;:null,&quot;architecture_route_id&quot;:null,&quot;architecture_route_role&quot;:null,&quot;depth&quot;:22.788947728125002,&quot;endpoint_object_ids&quot;:[&quot;scene_object_scene_template_resnet_block_1_100d8293&quot;,&quot;scene_object_scene_template_resnet_block_2_de9f3bdf&quot;],&quot;endpoint_role_ids&quot;:[],&quot;kind&quot;:&quot;polyline&quot;,&quot;object_id&quot;:&quot;scene_object_scene_template_resnet_skip_1_b62cd7b4&quot;,&quot;repeat_count&quot;:1,&quot;source_digest&quot;:&quot;6933eb719324050ba157eabfdba95718cad53d4f1c3a63dd2a038f7969c7ec35&quot;}"/>
          <p:cNvCxnSpPr/>
          <p:nvPr/>
        </p:nvCxnSpPr>
        <p:spPr>
          <a:xfrm flipV="1">
            <a:off x="2999082" y="1013080"/>
            <a:ext cx="174457" cy="316449"/>
          </a:xfrm>
          <a:prstGeom prst="line">
            <a:avLst/>
          </a:prstGeom>
          <a:ln w="9525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polyline scene_object_scene_template_resnet_skip_1_b62cd7b4 000" descr="{&quot;architecture_direction&quot;:null,&quot;architecture_evidence_digest&quot;:null,&quot;architecture_role&quot;:&quot;skip-1&quot;,&quot;architecture_role_graph_digest&quot;:null,&quot;architecture_role_graph_edge_id&quot;:null,&quot;architecture_role_id&quot;:null,&quot;architecture_route_id&quot;:null,&quot;architecture_route_role&quot;:null,&quot;depth&quot;:21.8342933,&quot;endpoint_object_ids&quot;:[&quot;scene_object_scene_template_resnet_block_1_100d8293&quot;,&quot;scene_object_scene_template_resnet_block_2_de9f3bdf&quot;],&quot;endpoint_role_ids&quot;:[],&quot;kind&quot;:&quot;polyline&quot;,&quot;object_id&quot;:&quot;scene_object_scene_template_resnet_skip_1_b62cd7b4&quot;,&quot;repeat_count&quot;:1,&quot;source_digest&quot;:&quot;6933eb719324050ba157eabfdba95718cad53d4f1c3a63dd2a038f7969c7ec35&quot;}"/>
          <p:cNvCxnSpPr/>
          <p:nvPr/>
        </p:nvCxnSpPr>
        <p:spPr>
          <a:xfrm>
            <a:off x="3173539" y="1013080"/>
            <a:ext cx="930441" cy="361656"/>
          </a:xfrm>
          <a:prstGeom prst="line">
            <a:avLst/>
          </a:prstGeom>
          <a:ln w="9525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arrow scene_object_scene_template_resnet_skip_1_b62cd7b4 000" descr="{&quot;architecture_direction&quot;:null,&quot;architecture_evidence_digest&quot;:null,&quot;architecture_role&quot;:&quot;skip-1&quot;,&quot;architecture_role_graph_digest&quot;:null,&quot;architecture_role_graph_edge_id&quot;:null,&quot;architecture_role_id&quot;:null,&quot;architecture_route_id&quot;:null,&quot;architecture_route_role&quot;:null,&quot;depth&quot;:20.729468528125,&quot;endpoint_object_ids&quot;:[&quot;scene_object_scene_template_resnet_block_1_100d8293&quot;,&quot;scene_object_scene_template_resnet_block_2_de9f3bdf&quot;],&quot;endpoint_role_ids&quot;:[],&quot;kind&quot;:&quot;arrow&quot;,&quot;object_id&quot;:&quot;scene_object_scene_template_resnet_skip_1_b62cd7b4&quot;,&quot;repeat_count&quot;:1,&quot;source_digest&quot;:&quot;6933eb719324050ba157eabfdba95718cad53d4f1c3a63dd2a038f7969c7ec35&quot;}"/>
          <p:cNvCxnSpPr/>
          <p:nvPr/>
        </p:nvCxnSpPr>
        <p:spPr>
          <a:xfrm flipH="1">
            <a:off x="3929522" y="1374736"/>
            <a:ext cx="174458" cy="316450"/>
          </a:xfrm>
          <a:prstGeom prst="line">
            <a:avLst/>
          </a:prstGeom>
          <a:ln w="9525">
            <a:solidFill>
              <a:srgbClr val="EF44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1.014315500000002,&quot;endpoint_object_ids&quot;:[],&quot;endpoint_role_ids&quot;:[],&quot;kind&quot;:&quot;edge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 flipH="1">
            <a:off x="3018466" y="1515380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arrow scene_object_scene_template_resnet_main_2_eda09cad 000" descr="{&quot;architecture_direction&quot;:null,&quot;architecture_evidence_digest&quot;:null,&quot;architecture_role&quot;:&quot;main-2&quot;,&quot;architecture_role_graph_digest&quot;:null,&quot;architecture_role_graph_edge_id&quot;:null,&quot;architecture_role_id&quot;:null,&quot;architecture_route_id&quot;:null,&quot;architecture_route_role&quot;:null,&quot;depth&quot;:21.2336119,&quot;endpoint_object_ids&quot;:[&quot;scene_object_scene_template_resnet_block_1_100d8293&quot;,&quot;scene_object_scene_template_resnet_block_2_de9f3bdf&quot;],&quot;endpoint_role_ids&quot;:[],&quot;kind&quot;:&quot;arrow&quot;,&quot;object_id&quot;:&quot;scene_object_scene_template_resnet_main_2_eda09cad&quot;,&quot;repeat_count&quot;:1,&quot;source_digest&quot;:&quot;6933eb719324050ba157eabfdba95718cad53d4f1c3a63dd2a038f7969c7ec35&quot;}"/>
          <p:cNvCxnSpPr/>
          <p:nvPr/>
        </p:nvCxnSpPr>
        <p:spPr>
          <a:xfrm>
            <a:off x="3240000" y="1917221"/>
            <a:ext cx="232610" cy="90414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0.8617615,&quot;endpoint_object_ids&quot;:[],&quot;endpoint_role_ids&quot;:[],&quot;kind&quot;:&quot;edge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2553246" y="1568959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0.82362295,&quot;endpoint_object_ids&quot;:[],&quot;endpoint_role_ids&quot;:[],&quot;kind&quot;:&quot;edge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 flipV="1">
            <a:off x="3018466" y="1749787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20.137129899999998,&quot;endpoint_object_ids&quot;:[],&quot;endpoint_role_ids&quot;:[],&quot;kind&quot;:&quot;edge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3926753" y="1696209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935115015625,&quot;endpoint_object_ids&quot;:[],&quot;endpoint_role_ids&quot;:[],&quot;kind&quot;:&quot;edge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 flipV="1">
            <a:off x="4391973" y="1877037"/>
            <a:ext cx="0" cy="37358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984575900000003,&quot;endpoint_object_ids&quot;:[],&quot;endpoint_role_ids&quot;:[],&quot;kind&quot;:&quot;edge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 flipH="1">
            <a:off x="3483686" y="1696209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84572791875,&quot;endpoint_object_ids&quot;:[],&quot;endpoint_role_ids&quot;:[],&quot;kind&quot;:&quot;edge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 flipH="1">
            <a:off x="3948907" y="2468287"/>
            <a:ext cx="401529" cy="21243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79388335,&quot;endpoint_object_ids&quot;:[],&quot;endpoint_role_ids&quot;:[],&quot;kind&quot;:&quot;edge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 flipV="1">
            <a:off x="3483686" y="1930616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75574485,&quot;endpoint_object_ids&quot;:[],&quot;endpoint_role_ids&quot;:[],&quot;kind&quot;:&quot;edge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>
            <a:off x="3483686" y="2499890"/>
            <a:ext cx="465221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polyline scene_object_scene_template_resnet_skip_2_ea107baf 000" descr="{&quot;architecture_direction&quot;:null,&quot;architecture_evidence_digest&quot;:null,&quot;architecture_role&quot;:&quot;skip-2&quot;,&quot;architecture_role_graph_digest&quot;:null,&quot;architecture_role_graph_edge_id&quot;:null,&quot;architecture_role_id&quot;:null,&quot;architecture_route_id&quot;:null,&quot;architecture_route_role&quot;:null,&quot;depth&quot;:20.02867355625,&quot;endpoint_object_ids&quot;:[&quot;scene_object_scene_template_resnet_block_2_de9f3bdf&quot;,&quot;scene_object_scene_template_resnet_head_0c8d7514&quot;],&quot;endpoint_role_ids&quot;:[],&quot;kind&quot;:&quot;polyline&quot;,&quot;object_id&quot;:&quot;scene_object_scene_template_resnet_skip_2_ea107baf&quot;,&quot;repeat_count&quot;:1,&quot;source_digest&quot;:&quot;6933eb719324050ba157eabfdba95718cad53d4f1c3a63dd2a038f7969c7ec35&quot;}"/>
          <p:cNvCxnSpPr/>
          <p:nvPr/>
        </p:nvCxnSpPr>
        <p:spPr>
          <a:xfrm flipH="1">
            <a:off x="3084926" y="2498634"/>
            <a:ext cx="387684" cy="667641"/>
          </a:xfrm>
          <a:prstGeom prst="line">
            <a:avLst/>
          </a:prstGeom>
          <a:ln w="9525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polyline scene_object_scene_template_resnet_skip_2_ea107baf 000" descr="{&quot;architecture_direction&quot;:null,&quot;architecture_evidence_digest&quot;:null,&quot;architecture_role&quot;:&quot;skip-2&quot;,&quot;architecture_role_graph_digest&quot;:null,&quot;architecture_role_graph_edge_id&quot;:null,&quot;architecture_role_id&quot;:null,&quot;architecture_route_id&quot;:null,&quot;architecture_route_role&quot;:null,&quot;depth&quot;:18.859490049999998,&quot;endpoint_object_ids&quot;:[&quot;scene_object_scene_template_resnet_block_2_de9f3bdf&quot;,&quot;scene_object_scene_template_resnet_head_0c8d7514&quot;],&quot;endpoint_role_ids&quot;:[],&quot;kind&quot;:&quot;polyline&quot;,&quot;object_id&quot;:&quot;scene_object_scene_template_resnet_skip_2_ea107baf&quot;,&quot;repeat_count&quot;:1,&quot;source_digest&quot;:&quot;6933eb719324050ba157eabfdba95718cad53d4f1c3a63dd2a038f7969c7ec35&quot;}"/>
          <p:cNvCxnSpPr/>
          <p:nvPr/>
        </p:nvCxnSpPr>
        <p:spPr>
          <a:xfrm>
            <a:off x="3084926" y="3166275"/>
            <a:ext cx="878749" cy="341565"/>
          </a:xfrm>
          <a:prstGeom prst="line">
            <a:avLst/>
          </a:prstGeom>
          <a:ln w="9525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arrow scene_object_scene_template_resnet_skip_2_ea107baf 000" descr="{&quot;architecture_direction&quot;:null,&quot;architecture_evidence_digest&quot;:null,&quot;architecture_role&quot;:&quot;skip-2&quot;,&quot;architecture_role_graph_digest&quot;:null,&quot;architecture_role_graph_edge_id&quot;:null,&quot;architecture_role_id&quot;:null,&quot;architecture_route_id&quot;:null,&quot;architecture_route_role&quot;:null,&quot;depth&quot;:18.08360985625,&quot;endpoint_object_ids&quot;:[&quot;scene_object_scene_template_resnet_block_2_de9f3bdf&quot;,&quot;scene_object_scene_template_resnet_head_0c8d7514&quot;],&quot;endpoint_role_ids&quot;:[],&quot;kind&quot;:&quot;arrow&quot;,&quot;object_id&quot;:&quot;scene_object_scene_template_resnet_skip_2_ea107baf&quot;,&quot;repeat_count&quot;:1,&quot;source_digest&quot;:&quot;6933eb719324050ba157eabfdba95718cad53d4f1c3a63dd2a038f7969c7ec35&quot;}"/>
          <p:cNvCxnSpPr/>
          <p:nvPr/>
        </p:nvCxnSpPr>
        <p:spPr>
          <a:xfrm flipV="1">
            <a:off x="3963675" y="2840198"/>
            <a:ext cx="387684" cy="667642"/>
          </a:xfrm>
          <a:prstGeom prst="line">
            <a:avLst/>
          </a:prstGeom>
          <a:ln w="9525">
            <a:solidFill>
              <a:srgbClr val="EF44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arrow scene_object_scene_template_resnet_main_3_213f050b 000" descr="{&quot;architecture_direction&quot;:null,&quot;architecture_evidence_digest&quot;:null,&quot;architecture_role&quot;:&quot;main-3&quot;,&quot;architecture_role_graph_digest&quot;:null,&quot;architecture_role_graph_edge_id&quot;:null,&quot;architecture_role_id&quot;:null,&quot;architecture_route_id&quot;:null,&quot;architecture_route_role&quot;:null,&quot;depth&quot;:19.231340453125,&quot;endpoint_object_ids&quot;:[&quot;scene_object_scene_template_resnet_block_2_de9f3bdf&quot;,&quot;scene_object_scene_template_resnet_head_0c8d7514&quot;],&quot;endpoint_role_ids&quot;:[],&quot;kind&quot;:&quot;arrow&quot;,&quot;object_id&quot;:&quot;scene_object_scene_template_resnet_main_3_213f050b&quot;,&quot;repeat_count&quot;:1,&quot;source_digest&quot;:&quot;6933eb719324050ba157eabfdba95718cad53d4f1c3a63dd2a038f7969c7ec35&quot;}"/>
          <p:cNvCxnSpPr/>
          <p:nvPr/>
        </p:nvCxnSpPr>
        <p:spPr>
          <a:xfrm>
            <a:off x="4170440" y="2278877"/>
            <a:ext cx="180919" cy="70322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8.954836299999997,&quot;endpoint_object_ids&quot;:[],&quot;endpoint_role_ids&quot;:[],&quot;kind&quot;:&quot;edge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 flipH="1">
            <a:off x="3948907" y="1877037"/>
            <a:ext cx="443066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8.8022823,&quot;endpoint_object_ids&quot;:[],&quot;endpoint_role_ids&quot;:[],&quot;kind&quot;:&quot;edge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3483686" y="1930616"/>
            <a:ext cx="465221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8.7641438,&quot;endpoint_object_ids&quot;:[],&quot;endpoint_role_ids&quot;:[],&quot;kind&quot;:&quot;edge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 flipV="1">
            <a:off x="3948907" y="2111444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1920662,&quot;endpoint_object_ids&quot;:[],&quot;endpoint_role_ids&quot;:[],&quot;kind&quot;:&quot;edge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4805503" y="2037773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1539277,&quot;endpoint_object_ids&quot;:[],&quot;endpoint_role_ids&quot;:[],&quot;kind&quot;:&quot;edge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 flipV="1">
            <a:off x="5270723" y="2218601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039512199999997,&quot;endpoint_object_ids&quot;:[],&quot;endpoint_role_ids&quot;:[],&quot;kind&quot;:&quot;edge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 flipH="1">
            <a:off x="4362436" y="2037773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9632352,&quot;endpoint_object_ids&quot;:[],&quot;endpoint_role_ids&quot;:[],&quot;kind&quot;:&quot;edge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 flipH="1">
            <a:off x="4827656" y="2787875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8488197,&quot;endpoint_object_ids&quot;:[],&quot;endpoint_role_ids&quot;:[],&quot;kind&quot;:&quot;edge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 flipV="1">
            <a:off x="4362436" y="2272180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8106812,&quot;endpoint_object_ids&quot;:[],&quot;endpoint_role_ids&quot;:[],&quot;kind&quot;:&quot;edge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>
            <a:off x="4362436" y="2841454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7.009772599999998,&quot;endpoint_object_ids&quot;:[],&quot;endpoint_role_ids&quot;:[],&quot;kind&quot;:&quot;edge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 flipH="1">
            <a:off x="4827656" y="2218601"/>
            <a:ext cx="443067" cy="2344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6.8572186,&quot;endpoint_object_ids&quot;:[],&quot;endpoint_role_ids&quot;:[],&quot;kind&quot;:&quot;edge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 flipH="1" flipV="1">
            <a:off x="4362436" y="2272180"/>
            <a:ext cx="465220" cy="1808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6.8190801,&quot;endpoint_object_ids&quot;:[],&quot;endpoint_role_ids&quot;:[],&quot;kind&quot;:&quot;edge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 flipV="1">
            <a:off x="4827656" y="2453008"/>
            <a:ext cx="0" cy="5692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NNDV editable label scene_object_scene_template_resnet_geometry_legend_f43bf7f0 0069" descr="{&quot;architecture_direction&quot;:null,&quot;architecture_evidence_digest&quot;:null,&quot;architecture_role&quot;:&quot;legend&quot;,&quot;architecture_role_graph_digest&quot;:null,&quot;architecture_role_graph_edge_id&quot;:null,&quot;architecture_role_id&quot;:null,&quot;architecture_route_id&quot;:null,&quot;architecture_route_role&quot;:null,&quot;depth&quot;:23.3598334,&quot;endpoint_object_ids&quot;:[],&quot;endpoint_role_ids&quot;:[],&quot;kind&quot;:&quot;label&quot;,&quot;object_id&quot;:&quot;scene_object_scene_template_resnet_geometry_legend_f43bf7f0&quot;,&quot;repeat_count&quot;:1,&quot;source_digest&quot;:&quot;6933eb719324050ba157eabfdba95718cad53d4f1c3a63dd2a038f7969c7ec35&quot;}"/>
          <p:cNvSpPr txBox="1"/>
          <p:nvPr/>
        </p:nvSpPr>
        <p:spPr>
          <a:xfrm>
            <a:off x="288000" y="3920875"/>
            <a:ext cx="148818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Depth/thickness are visual.</a:t>
            </a:r>
          </a:p>
        </p:txBody>
      </p:sp>
      <p:cxnSp>
        <p:nvCxnSpPr>
          <p:cNvPr id="73" name="NNDV editable leader scene_object_scene_template_resnet_input_cc064d5a 000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9807198,&quot;endpoint_object_ids&quot;:[],&quot;endpoint_role_ids&quot;:[],&quot;kind&quot;:&quot;leader&quot;,&quot;object_id&quot;:&quot;scene_object_scene_template_resnet_input_cc064d5a&quot;,&quot;repeat_count&quot;:1,&quot;source_digest&quot;:&quot;6933eb719324050ba157eabfdba95718cad53d4f1c3a63dd2a038f7969c7ec35&quot;}"/>
          <p:cNvCxnSpPr/>
          <p:nvPr/>
        </p:nvCxnSpPr>
        <p:spPr>
          <a:xfrm>
            <a:off x="1663420" y="75635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NNDV editable label scene_object_scene_template_resnet_input_cc064d5a 0071" descr="{&quot;architecture_direction&quot;:null,&quot;architecture_evidence_digest&quot;:null,&quot;architecture_role&quot;:&quot;input&quot;,&quot;architecture_role_graph_digest&quot;:null,&quot;architecture_role_graph_edge_id&quot;:null,&quot;architecture_role_id&quot;:null,&quot;architecture_route_id&quot;:null,&quot;architecture_route_role&quot;:null,&quot;depth&quot;:24.9807198,&quot;endpoint_object_ids&quot;:[],&quot;endpoint_role_ids&quot;:[],&quot;kind&quot;:&quot;label&quot;,&quot;object_id&quot;:&quot;scene_object_scene_template_resnet_input_cc064d5a&quot;,&quot;repeat_count&quot;:1,&quot;source_digest&quot;:&quot;6933eb719324050ba157eabfdba95718cad53d4f1c3a63dd2a038f7969c7ec35&quot;}"/>
          <p:cNvSpPr txBox="1"/>
          <p:nvPr/>
        </p:nvSpPr>
        <p:spPr>
          <a:xfrm>
            <a:off x="1525625" y="645234"/>
            <a:ext cx="27558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Input</a:t>
            </a:r>
          </a:p>
        </p:txBody>
      </p:sp>
      <p:cxnSp>
        <p:nvCxnSpPr>
          <p:cNvPr id="75" name="NNDV editable leader scene_object_scene_template_resnet_stem_e2bd9b26 000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7221492,&quot;endpoint_object_ids&quot;:[],&quot;endpoint_role_ids&quot;:[],&quot;kind&quot;:&quot;leader&quot;,&quot;object_id&quot;:&quot;scene_object_scene_template_resnet_stem_e2bd9b26&quot;,&quot;repeat_count&quot;:1,&quot;source_digest&quot;:&quot;6933eb719324050ba157eabfdba95718cad53d4f1c3a63dd2a038f7969c7ec35&quot;}"/>
          <p:cNvCxnSpPr/>
          <p:nvPr/>
        </p:nvCxnSpPr>
        <p:spPr>
          <a:xfrm flipV="1">
            <a:off x="2232022" y="2030281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NNDV editable label scene_object_scene_template_resnet_stem_e2bd9b26 0073" descr="{&quot;architecture_direction&quot;:null,&quot;architecture_evidence_digest&quot;:null,&quot;architecture_role&quot;:&quot;stem&quot;,&quot;architecture_role_graph_digest&quot;:null,&quot;architecture_role_graph_edge_id&quot;:null,&quot;architecture_role_id&quot;:null,&quot;architecture_route_id&quot;:null,&quot;architecture_route_role&quot;:null,&quot;depth&quot;:23.7221492,&quot;endpoint_object_ids&quot;:[],&quot;endpoint_role_ids&quot;:[],&quot;kind&quot;:&quot;label&quot;,&quot;object_id&quot;:&quot;scene_object_scene_template_resnet_stem_e2bd9b26&quot;,&quot;repeat_count&quot;:1,&quot;source_digest&quot;:&quot;6933eb719324050ba157eabfdba95718cad53d4f1c3a63dd2a038f7969c7ec35&quot;}"/>
          <p:cNvSpPr txBox="1"/>
          <p:nvPr/>
        </p:nvSpPr>
        <p:spPr>
          <a:xfrm>
            <a:off x="2121786" y="2073481"/>
            <a:ext cx="22047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Stem</a:t>
            </a:r>
          </a:p>
        </p:txBody>
      </p:sp>
      <p:cxnSp>
        <p:nvCxnSpPr>
          <p:cNvPr id="77" name="NNDV editable leader scene_object_scene_template_resnet_head_0c8d7514 000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0013737,&quot;endpoint_object_ids&quot;:[],&quot;endpoint_role_ids&quot;:[],&quot;kind&quot;:&quot;leader&quot;,&quot;object_id&quot;:&quot;scene_object_scene_template_resnet_head_0c8d7514&quot;,&quot;repeat_count&quot;:1,&quot;source_digest&quot;:&quot;6933eb719324050ba157eabfdba95718cad53d4f1c3a63dd2a038f7969c7ec35&quot;}"/>
          <p:cNvCxnSpPr/>
          <p:nvPr/>
        </p:nvCxnSpPr>
        <p:spPr>
          <a:xfrm>
            <a:off x="4816579" y="1981973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NNDV editable label scene_object_scene_template_resnet_head_0c8d7514 0075" descr="{&quot;architecture_direction&quot;:null,&quot;architecture_evidence_digest&quot;:null,&quot;architecture_role&quot;:&quot;head&quot;,&quot;architecture_role_graph_digest&quot;:null,&quot;architecture_role_graph_edge_id&quot;:null,&quot;architecture_role_id&quot;:null,&quot;architecture_route_id&quot;:null,&quot;architecture_route_role&quot;:null,&quot;depth&quot;:18.0013737,&quot;endpoint_object_ids&quot;:[],&quot;endpoint_role_ids&quot;:[],&quot;kind&quot;:&quot;label&quot;,&quot;object_id&quot;:&quot;scene_object_scene_template_resnet_head_0c8d7514&quot;,&quot;repeat_count&quot;:1,&quot;source_digest&quot;:&quot;6933eb719324050ba157eabfdba95718cad53d4f1c3a63dd2a038f7969c7ec35&quot;}"/>
          <p:cNvSpPr txBox="1"/>
          <p:nvPr/>
        </p:nvSpPr>
        <p:spPr>
          <a:xfrm>
            <a:off x="4706343" y="1870848"/>
            <a:ext cx="22047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Head</a:t>
            </a:r>
          </a:p>
        </p:txBody>
      </p:sp>
      <p:cxnSp>
        <p:nvCxnSpPr>
          <p:cNvPr id="79" name="NNDV editable leader scene_object_scene_template_resnet_block_1_100d8293 000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2.0059166,&quot;endpoint_object_ids&quot;:[],&quot;endpoint_role_ids&quot;:[],&quot;kind&quot;:&quot;leader&quot;,&quot;object_id&quot;:&quot;scene_object_scene_template_resnet_block_1_100d8293&quot;,&quot;repeat_count&quot;:1,&quot;source_digest&quot;:&quot;6933eb719324050ba157eabfdba95718cad53d4f1c3a63dd2a038f7969c7ec35&quot;}"/>
          <p:cNvCxnSpPr/>
          <p:nvPr/>
        </p:nvCxnSpPr>
        <p:spPr>
          <a:xfrm flipV="1">
            <a:off x="3007389" y="2331661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NNDV editable label scene_object_scene_template_resnet_block_1_100d8293 0077" descr="{&quot;architecture_direction&quot;:null,&quot;architecture_evidence_digest&quot;:null,&quot;architecture_role&quot;:&quot;block-1&quot;,&quot;architecture_role_graph_digest&quot;:null,&quot;architecture_role_graph_edge_id&quot;:null,&quot;architecture_role_id&quot;:null,&quot;architecture_route_id&quot;:null,&quot;architecture_route_role&quot;:null,&quot;depth&quot;:22.0059166,&quot;endpoint_object_ids&quot;:[],&quot;endpoint_role_ids&quot;:[],&quot;kind&quot;:&quot;label&quot;,&quot;object_id&quot;:&quot;scene_object_scene_template_resnet_block_1_100d8293&quot;,&quot;repeat_count&quot;:1,&quot;source_digest&quot;:&quot;6933eb719324050ba157eabfdba95718cad53d4f1c3a63dd2a038f7969c7ec35&quot;}"/>
          <p:cNvSpPr txBox="1"/>
          <p:nvPr/>
        </p:nvSpPr>
        <p:spPr>
          <a:xfrm>
            <a:off x="2566445" y="2374861"/>
            <a:ext cx="88188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Residual block 1</a:t>
            </a:r>
          </a:p>
        </p:txBody>
      </p:sp>
      <p:cxnSp>
        <p:nvCxnSpPr>
          <p:cNvPr id="81" name="NNDV editable leader scene_object_scene_template_resnet_block_2_de9f3bdf 000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9464374,&quot;endpoint_object_ids&quot;:[],&quot;endpoint_role_ids&quot;:[],&quot;kind&quot;:&quot;leader&quot;,&quot;object_id&quot;:&quot;scene_object_scene_template_resnet_block_2_de9f3bdf&quot;,&quot;repeat_count&quot;:1,&quot;source_digest&quot;:&quot;6933eb719324050ba157eabfdba95718cad53d4f1c3a63dd2a038f7969c7ec35&quot;}"/>
          <p:cNvCxnSpPr/>
          <p:nvPr/>
        </p:nvCxnSpPr>
        <p:spPr>
          <a:xfrm flipH="1">
            <a:off x="4404573" y="1640409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NNDV editable label scene_object_scene_template_resnet_block_2_de9f3bdf 0079" descr="{&quot;architecture_direction&quot;:null,&quot;architecture_evidence_digest&quot;:null,&quot;architecture_role&quot;:&quot;block-2&quot;,&quot;architecture_role_graph_digest&quot;:null,&quot;architecture_role_graph_edge_id&quot;:null,&quot;architecture_role_id&quot;:null,&quot;architecture_route_id&quot;:null,&quot;architecture_route_role&quot;:null,&quot;depth&quot;:19.9464374,&quot;endpoint_object_ids&quot;:[],&quot;endpoint_role_ids&quot;:[],&quot;kind&quot;:&quot;label&quot;,&quot;object_id&quot;:&quot;scene_object_scene_template_resnet_block_2_de9f3bdf&quot;,&quot;repeat_count&quot;:1,&quot;source_digest&quot;:&quot;6933eb719324050ba157eabfdba95718cad53d4f1c3a63dd2a038f7969c7ec35&quot;}"/>
          <p:cNvSpPr txBox="1"/>
          <p:nvPr/>
        </p:nvSpPr>
        <p:spPr>
          <a:xfrm>
            <a:off x="4447773" y="1529284"/>
            <a:ext cx="881887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Residual block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scene_resnet_editable_3d_template_d3a6b46b</dc:title>
  <dc:subject>Editable deterministic CPU projection of Scene IR 1.0</dc:subject>
  <dc:creator/>
  <cp:keywords/>
  <dc:description>NN_DaVinci 0.7.3;nndv-scene-export-1;camera=scene_camera_resnet_editable_3d_template_camera_isometr_3eb6511c;digest=6933eb719324050ba157eabfdba95718cad53d4f1c3a63dd2a038f7969c7ec35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