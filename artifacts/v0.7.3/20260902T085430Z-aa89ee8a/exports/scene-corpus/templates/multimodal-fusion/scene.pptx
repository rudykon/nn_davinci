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scene_template_multimodal_fusion_image_enc_41c61520 0000" descr="{&quot;architecture_direction&quot;:null,&quot;architecture_evidence_digest&quot;:null,&quot;architecture_role&quot;:&quot;image-encoder&quot;,&quot;architecture_role_graph_digest&quot;:null,&quot;architecture_role_graph_edge_id&quot;:null,&quot;architecture_role_id&quot;:null,&quot;architecture_route_id&quot;:null,&quot;architecture_route_role&quot;:null,&quot;depth&quot;:23.455179700000002,&quot;endpoint_object_ids&quot;:[],&quot;endpoint_role_ids&quot;:[],&quot;kind&quot;:&quot;face&quot;,&quot;object_id&quot;:&quot;scene_object_scene_template_multimodal_fusion_image_enc_41c61520&quot;,&quot;repeat_count&quot;:1,&quot;source_digest&quot;:&quot;9d1e5ca3242f6b05f661724f141275caff4042f25c18e1aacb414f401cf31570&quot;}"/>
          <p:cNvSpPr/>
          <p:nvPr/>
        </p:nvSpPr>
        <p:spPr>
          <a:xfrm>
            <a:off x="1956881" y="2583805"/>
            <a:ext cx="995854" cy="451596"/>
          </a:xfrm>
          <a:custGeom>
            <a:avLst/>
            <a:gdLst/>
            <a:ahLst/>
            <a:cxnLst/>
            <a:rect l="l" t="t" r="r" b="b"/>
            <a:pathLst>
              <a:path w="995854" h="451596">
                <a:moveTo>
                  <a:pt x="459625" y="0"/>
                </a:moveTo>
                <a:lnTo>
                  <a:pt x="0" y="243167"/>
                </a:lnTo>
                <a:lnTo>
                  <a:pt x="536229" y="451596"/>
                </a:lnTo>
                <a:lnTo>
                  <a:pt x="995854" y="208429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scene_template_multimodal_fusion_image_enc_41c61520 0001" descr="{&quot;architecture_direction&quot;:null,&quot;architecture_evidence_digest&quot;:null,&quot;architecture_role&quot;:&quot;image-encoder&quot;,&quot;architecture_role_graph_digest&quot;:null,&quot;architecture_role_graph_edge_id&quot;:null,&quot;architecture_role_id&quot;:null,&quot;architecture_route_id&quot;:null,&quot;architecture_route_role&quot;:null,&quot;depth&quot;:23.264487175,&quot;endpoint_object_ids&quot;:[],&quot;endpoint_role_ids&quot;:[],&quot;kind&quot;:&quot;face&quot;,&quot;object_id&quot;:&quot;scene_object_scene_template_multimodal_fusion_image_enc_41c61520&quot;,&quot;repeat_count&quot;:1,&quot;source_digest&quot;:&quot;9d1e5ca3242f6b05f661724f141275caff4042f25c18e1aacb414f401cf31570&quot;}"/>
          <p:cNvSpPr/>
          <p:nvPr/>
        </p:nvSpPr>
        <p:spPr>
          <a:xfrm>
            <a:off x="2493110" y="2792234"/>
            <a:ext cx="459625" cy="715606"/>
          </a:xfrm>
          <a:custGeom>
            <a:avLst/>
            <a:gdLst/>
            <a:ahLst/>
            <a:cxnLst/>
            <a:rect l="l" t="t" r="r" b="b"/>
            <a:pathLst>
              <a:path w="459625" h="715606">
                <a:moveTo>
                  <a:pt x="459625" y="472439"/>
                </a:moveTo>
                <a:lnTo>
                  <a:pt x="459625" y="0"/>
                </a:lnTo>
                <a:lnTo>
                  <a:pt x="0" y="243167"/>
                </a:lnTo>
                <a:lnTo>
                  <a:pt x="0" y="715606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scene_template_multimodal_fusion_image_enc_41c61520 0002" descr="{&quot;architecture_direction&quot;:null,&quot;architecture_evidence_digest&quot;:null,&quot;architecture_role&quot;:&quot;image-encoder&quot;,&quot;architecture_role_graph_digest&quot;:null,&quot;architecture_role_graph_edge_id&quot;:null,&quot;architecture_role_id&quot;:null,&quot;architecture_route_id&quot;:null,&quot;architecture_route_role&quot;:null,&quot;depth&quot;:23.169140900000002,&quot;endpoint_object_ids&quot;:[],&quot;endpoint_role_ids&quot;:[],&quot;kind&quot;:&quot;face&quot;,&quot;object_id&quot;:&quot;scene_object_scene_template_multimodal_fusion_image_enc_41c61520&quot;,&quot;repeat_count&quot;:1,&quot;source_digest&quot;:&quot;9d1e5ca3242f6b05f661724f141275caff4042f25c18e1aacb414f401cf31570&quot;}"/>
          <p:cNvSpPr/>
          <p:nvPr/>
        </p:nvSpPr>
        <p:spPr>
          <a:xfrm>
            <a:off x="1956881" y="2826972"/>
            <a:ext cx="536229" cy="680868"/>
          </a:xfrm>
          <a:custGeom>
            <a:avLst/>
            <a:gdLst/>
            <a:ahLst/>
            <a:cxnLst/>
            <a:rect l="l" t="t" r="r" b="b"/>
            <a:pathLst>
              <a:path w="536229" h="680868">
                <a:moveTo>
                  <a:pt x="0" y="472439"/>
                </a:moveTo>
                <a:lnTo>
                  <a:pt x="536229" y="680868"/>
                </a:lnTo>
                <a:lnTo>
                  <a:pt x="536229" y="208429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scene_template_multimodal_fusion_text_enco_350913f2 0003" descr="{&quot;architecture_direction&quot;:null,&quot;architecture_evidence_digest&quot;:null,&quot;architecture_role&quot;:&quot;text-encoder&quot;,&quot;architecture_role_graph_digest&quot;:null,&quot;architecture_role_graph_edge_id&quot;:null,&quot;architecture_role_id&quot;:null,&quot;architecture_route_id&quot;:null,&quot;architecture_route_role&quot;:null,&quot;depth&quot;:22.024985825,&quot;endpoint_object_ids&quot;:[],&quot;endpoint_role_ids&quot;:[],&quot;kind&quot;:&quot;face&quot;,&quot;object_id&quot;:&quot;scene_object_scene_template_multimodal_fusion_text_enco_350913f2&quot;,&quot;repeat_count&quot;:1,&quot;source_digest&quot;:&quot;9d1e5ca3242f6b05f661724f141275caff4042f25c18e1aacb414f401cf31570&quot;}"/>
          <p:cNvSpPr/>
          <p:nvPr/>
        </p:nvSpPr>
        <p:spPr>
          <a:xfrm>
            <a:off x="1956881" y="1697983"/>
            <a:ext cx="995854" cy="451596"/>
          </a:xfrm>
          <a:custGeom>
            <a:avLst/>
            <a:gdLst/>
            <a:ahLst/>
            <a:cxnLst/>
            <a:rect l="l" t="t" r="r" b="b"/>
            <a:pathLst>
              <a:path w="995854" h="451596">
                <a:moveTo>
                  <a:pt x="459625" y="0"/>
                </a:moveTo>
                <a:lnTo>
                  <a:pt x="0" y="243167"/>
                </a:lnTo>
                <a:lnTo>
                  <a:pt x="536229" y="451596"/>
                </a:lnTo>
                <a:lnTo>
                  <a:pt x="995854" y="208429"/>
                </a:lnTo>
                <a:close/>
              </a:path>
            </a:pathLst>
          </a:custGeom>
          <a:solidFill>
            <a:srgbClr val="F0AB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scene_template_multimodal_fusion_text_enco_350913f2 0004" descr="{&quot;architecture_direction&quot;:null,&quot;architecture_evidence_digest&quot;:null,&quot;architecture_role&quot;:&quot;text-encoder&quot;,&quot;architecture_role_graph_digest&quot;:null,&quot;architecture_role_graph_edge_id&quot;:null,&quot;architecture_role_id&quot;:null,&quot;architecture_route_id&quot;:null,&quot;architecture_route_role&quot;:null,&quot;depth&quot;:21.834293275,&quot;endpoint_object_ids&quot;:[],&quot;endpoint_role_ids&quot;:[],&quot;kind&quot;:&quot;face&quot;,&quot;object_id&quot;:&quot;scene_object_scene_template_multimodal_fusion_text_enco_350913f2&quot;,&quot;repeat_count&quot;:1,&quot;source_digest&quot;:&quot;9d1e5ca3242f6b05f661724f141275caff4042f25c18e1aacb414f401cf31570&quot;}"/>
          <p:cNvSpPr/>
          <p:nvPr/>
        </p:nvSpPr>
        <p:spPr>
          <a:xfrm>
            <a:off x="2493110" y="1906412"/>
            <a:ext cx="459625" cy="715605"/>
          </a:xfrm>
          <a:custGeom>
            <a:avLst/>
            <a:gdLst/>
            <a:ahLst/>
            <a:cxnLst/>
            <a:rect l="l" t="t" r="r" b="b"/>
            <a:pathLst>
              <a:path w="459625" h="715605">
                <a:moveTo>
                  <a:pt x="459625" y="472438"/>
                </a:moveTo>
                <a:lnTo>
                  <a:pt x="459625" y="0"/>
                </a:lnTo>
                <a:lnTo>
                  <a:pt x="0" y="243167"/>
                </a:lnTo>
                <a:lnTo>
                  <a:pt x="0" y="715605"/>
                </a:lnTo>
                <a:close/>
              </a:path>
            </a:pathLst>
          </a:custGeom>
          <a:solidFill>
            <a:srgbClr val="F0AB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scene_template_multimodal_fusion_text_enco_350913f2 0005" descr="{&quot;architecture_direction&quot;:null,&quot;architecture_evidence_digest&quot;:null,&quot;architecture_role&quot;:&quot;text-encoder&quot;,&quot;architecture_role_graph_digest&quot;:null,&quot;architecture_role_graph_edge_id&quot;:null,&quot;architecture_role_id&quot;:null,&quot;architecture_route_id&quot;:null,&quot;architecture_route_role&quot;:null,&quot;depth&quot;:21.738947025,&quot;endpoint_object_ids&quot;:[],&quot;endpoint_role_ids&quot;:[],&quot;kind&quot;:&quot;face&quot;,&quot;object_id&quot;:&quot;scene_object_scene_template_multimodal_fusion_text_enco_350913f2&quot;,&quot;repeat_count&quot;:1,&quot;source_digest&quot;:&quot;9d1e5ca3242f6b05f661724f141275caff4042f25c18e1aacb414f401cf31570&quot;}"/>
          <p:cNvSpPr/>
          <p:nvPr/>
        </p:nvSpPr>
        <p:spPr>
          <a:xfrm>
            <a:off x="1956881" y="1941150"/>
            <a:ext cx="536229" cy="680867"/>
          </a:xfrm>
          <a:custGeom>
            <a:avLst/>
            <a:gdLst/>
            <a:ahLst/>
            <a:cxnLst/>
            <a:rect l="l" t="t" r="r" b="b"/>
            <a:pathLst>
              <a:path w="536229" h="680867">
                <a:moveTo>
                  <a:pt x="0" y="472438"/>
                </a:moveTo>
                <a:lnTo>
                  <a:pt x="536229" y="680867"/>
                </a:lnTo>
                <a:lnTo>
                  <a:pt x="536229" y="208429"/>
                </a:lnTo>
                <a:lnTo>
                  <a:pt x="0" y="0"/>
                </a:lnTo>
                <a:close/>
              </a:path>
            </a:pathLst>
          </a:custGeom>
          <a:solidFill>
            <a:srgbClr val="F0AB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scene_template_multimodal_fusion_audio_enc_6b7f3403 0006" descr="{&quot;architecture_direction&quot;:null,&quot;architecture_evidence_digest&quot;:null,&quot;architecture_role&quot;:&quot;audio-encoder&quot;,&quot;architecture_role_graph_digest&quot;:null,&quot;architecture_role_graph_edge_id&quot;:null,&quot;architecture_role_id&quot;:null,&quot;architecture_route_id&quot;:null,&quot;architecture_route_role&quot;:null,&quot;depth&quot;:20.59479195,&quot;endpoint_object_ids&quot;:[],&quot;endpoint_role_ids&quot;:[],&quot;kind&quot;:&quot;face&quot;,&quot;object_id&quot;:&quot;scene_object_scene_template_multimodal_fusion_audio_enc_6b7f3403&quot;,&quot;repeat_count&quot;:1,&quot;source_digest&quot;:&quot;9d1e5ca3242f6b05f661724f141275caff4042f25c18e1aacb414f401cf31570&quot;}"/>
          <p:cNvSpPr/>
          <p:nvPr/>
        </p:nvSpPr>
        <p:spPr>
          <a:xfrm>
            <a:off x="1956881" y="812160"/>
            <a:ext cx="995854" cy="451596"/>
          </a:xfrm>
          <a:custGeom>
            <a:avLst/>
            <a:gdLst/>
            <a:ahLst/>
            <a:cxnLst/>
            <a:rect l="l" t="t" r="r" b="b"/>
            <a:pathLst>
              <a:path w="995854" h="451596">
                <a:moveTo>
                  <a:pt x="459625" y="0"/>
                </a:moveTo>
                <a:lnTo>
                  <a:pt x="0" y="243167"/>
                </a:lnTo>
                <a:lnTo>
                  <a:pt x="536229" y="451596"/>
                </a:lnTo>
                <a:lnTo>
                  <a:pt x="995854" y="208429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scene_template_multimodal_fusion_audio_enc_6b7f3403 0007" descr="{&quot;architecture_direction&quot;:null,&quot;architecture_evidence_digest&quot;:null,&quot;architecture_role&quot;:&quot;audio-encoder&quot;,&quot;architecture_role_graph_digest&quot;:null,&quot;architecture_role_graph_edge_id&quot;:null,&quot;architecture_role_id&quot;:null,&quot;architecture_route_id&quot;:null,&quot;architecture_route_role&quot;:null,&quot;depth&quot;:20.404099425,&quot;endpoint_object_ids&quot;:[],&quot;endpoint_role_ids&quot;:[],&quot;kind&quot;:&quot;face&quot;,&quot;object_id&quot;:&quot;scene_object_scene_template_multimodal_fusion_audio_enc_6b7f3403&quot;,&quot;repeat_count&quot;:1,&quot;source_digest&quot;:&quot;9d1e5ca3242f6b05f661724f141275caff4042f25c18e1aacb414f401cf31570&quot;}"/>
          <p:cNvSpPr/>
          <p:nvPr/>
        </p:nvSpPr>
        <p:spPr>
          <a:xfrm>
            <a:off x="2493110" y="1020589"/>
            <a:ext cx="459625" cy="715606"/>
          </a:xfrm>
          <a:custGeom>
            <a:avLst/>
            <a:gdLst/>
            <a:ahLst/>
            <a:cxnLst/>
            <a:rect l="l" t="t" r="r" b="b"/>
            <a:pathLst>
              <a:path w="459625" h="715606">
                <a:moveTo>
                  <a:pt x="459625" y="472439"/>
                </a:moveTo>
                <a:lnTo>
                  <a:pt x="459625" y="0"/>
                </a:lnTo>
                <a:lnTo>
                  <a:pt x="0" y="243167"/>
                </a:lnTo>
                <a:lnTo>
                  <a:pt x="0" y="715606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scene_template_multimodal_fusion_audio_enc_6b7f3403 0008" descr="{&quot;architecture_direction&quot;:null,&quot;architecture_evidence_digest&quot;:null,&quot;architecture_role&quot;:&quot;audio-encoder&quot;,&quot;architecture_role_graph_digest&quot;:null,&quot;architecture_role_graph_edge_id&quot;:null,&quot;architecture_role_id&quot;:null,&quot;architecture_route_id&quot;:null,&quot;architecture_route_role&quot;:null,&quot;depth&quot;:20.30875315,&quot;endpoint_object_ids&quot;:[],&quot;endpoint_role_ids&quot;:[],&quot;kind&quot;:&quot;face&quot;,&quot;object_id&quot;:&quot;scene_object_scene_template_multimodal_fusion_audio_enc_6b7f3403&quot;,&quot;repeat_count&quot;:1,&quot;source_digest&quot;:&quot;9d1e5ca3242f6b05f661724f141275caff4042f25c18e1aacb414f401cf31570&quot;}"/>
          <p:cNvSpPr/>
          <p:nvPr/>
        </p:nvSpPr>
        <p:spPr>
          <a:xfrm>
            <a:off x="1956881" y="1055327"/>
            <a:ext cx="536229" cy="680868"/>
          </a:xfrm>
          <a:custGeom>
            <a:avLst/>
            <a:gdLst/>
            <a:ahLst/>
            <a:cxnLst/>
            <a:rect l="l" t="t" r="r" b="b"/>
            <a:pathLst>
              <a:path w="536229" h="680868">
                <a:moveTo>
                  <a:pt x="0" y="472439"/>
                </a:moveTo>
                <a:lnTo>
                  <a:pt x="536229" y="680868"/>
                </a:lnTo>
                <a:lnTo>
                  <a:pt x="536229" y="208429"/>
                </a:lnTo>
                <a:lnTo>
                  <a:pt x="0" y="0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scene_template_multimodal_fusion_fusion_d51fd46a 0009" descr="{&quot;architecture_direction&quot;:null,&quot;architecture_evidence_digest&quot;:null,&quot;architecture_role&quot;:&quot;fusion&quot;,&quot;architecture_role_graph_digest&quot;:null,&quot;architecture_role_graph_edge_id&quot;:null,&quot;architecture_role_id&quot;:null,&quot;architecture_route_id&quot;:null,&quot;architecture_route_role&quot;:null,&quot;depth&quot;:19.4887753,&quot;endpoint_object_ids&quot;:[],&quot;endpoint_role_ids&quot;:[],&quot;kind&quot;:&quot;face&quot;,&quot;object_id&quot;:&quot;scene_object_scene_template_multimodal_fusion_fusion_d51fd46a&quot;,&quot;repeat_count&quot;:1,&quot;source_digest&quot;:&quot;9d1e5ca3242f6b05f661724f141275caff4042f25c18e1aacb414f401cf31570&quot;}"/>
          <p:cNvSpPr/>
          <p:nvPr/>
        </p:nvSpPr>
        <p:spPr>
          <a:xfrm>
            <a:off x="3534926" y="2096603"/>
            <a:ext cx="574531" cy="1189781"/>
          </a:xfrm>
          <a:custGeom>
            <a:avLst/>
            <a:gdLst/>
            <a:ahLst/>
            <a:cxnLst/>
            <a:rect l="l" t="t" r="r" b="b"/>
            <a:pathLst>
              <a:path w="574531" h="1189781">
                <a:moveTo>
                  <a:pt x="574531" y="885823"/>
                </a:moveTo>
                <a:lnTo>
                  <a:pt x="574531" y="0"/>
                </a:lnTo>
                <a:lnTo>
                  <a:pt x="0" y="303959"/>
                </a:lnTo>
                <a:lnTo>
                  <a:pt x="0" y="1189781"/>
                </a:lnTo>
                <a:close/>
              </a:path>
            </a:pathLst>
          </a:custGeom>
          <a:solidFill>
            <a:srgbClr val="C4B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scene_template_multimodal_fusion_fusion_d51fd46a 0010" descr="{&quot;architecture_direction&quot;:null,&quot;architecture_evidence_digest&quot;:null,&quot;architecture_role&quot;:&quot;fusion&quot;,&quot;architecture_role_graph_digest&quot;:null,&quot;architecture_role_graph_edge_id&quot;:null,&quot;architecture_role_id&quot;:null,&quot;architecture_route_id&quot;:null,&quot;architecture_route_role&quot;:null,&quot;depth&quot;:19.402963675000002,&quot;endpoint_object_ids&quot;:[],&quot;endpoint_role_ids&quot;:[],&quot;kind&quot;:&quot;face&quot;,&quot;object_id&quot;:&quot;scene_object_scene_template_multimodal_fusion_fusion_d51fd46a&quot;,&quot;repeat_count&quot;:1,&quot;source_digest&quot;:&quot;9d1e5ca3242f6b05f661724f141275caff4042f25c18e1aacb414f401cf31570&quot;}"/>
          <p:cNvSpPr/>
          <p:nvPr/>
        </p:nvSpPr>
        <p:spPr>
          <a:xfrm>
            <a:off x="2945074" y="1867331"/>
            <a:ext cx="1164383" cy="533231"/>
          </a:xfrm>
          <a:custGeom>
            <a:avLst/>
            <a:gdLst/>
            <a:ahLst/>
            <a:cxnLst/>
            <a:rect l="l" t="t" r="r" b="b"/>
            <a:pathLst>
              <a:path w="1164383" h="533231">
                <a:moveTo>
                  <a:pt x="574531" y="0"/>
                </a:moveTo>
                <a:lnTo>
                  <a:pt x="0" y="303959"/>
                </a:lnTo>
                <a:lnTo>
                  <a:pt x="589852" y="533231"/>
                </a:lnTo>
                <a:lnTo>
                  <a:pt x="1164383" y="229272"/>
                </a:lnTo>
                <a:close/>
              </a:path>
            </a:pathLst>
          </a:custGeom>
          <a:solidFill>
            <a:srgbClr val="C4B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scene_template_multimodal_fusion_fusion_d51fd46a 0011" descr="{&quot;architecture_direction&quot;:null,&quot;architecture_evidence_digest&quot;:null,&quot;architecture_role&quot;:&quot;fusion&quot;,&quot;architecture_role_graph_digest&quot;:null,&quot;architecture_role_graph_edge_id&quot;:null,&quot;architecture_role_id&quot;:null,&quot;architecture_route_id&quot;:null,&quot;architecture_route_role&quot;:null,&quot;depth&quot;:19.28378085,&quot;endpoint_object_ids&quot;:[],&quot;endpoint_role_ids&quot;:[],&quot;kind&quot;:&quot;face&quot;,&quot;object_id&quot;:&quot;scene_object_scene_template_multimodal_fusion_fusion_d51fd46a&quot;,&quot;repeat_count&quot;:1,&quot;source_digest&quot;:&quot;9d1e5ca3242f6b05f661724f141275caff4042f25c18e1aacb414f401cf31570&quot;}"/>
          <p:cNvSpPr/>
          <p:nvPr/>
        </p:nvSpPr>
        <p:spPr>
          <a:xfrm>
            <a:off x="2945074" y="2171290"/>
            <a:ext cx="589852" cy="1115094"/>
          </a:xfrm>
          <a:custGeom>
            <a:avLst/>
            <a:gdLst/>
            <a:ahLst/>
            <a:cxnLst/>
            <a:rect l="l" t="t" r="r" b="b"/>
            <a:pathLst>
              <a:path w="589852" h="1115094">
                <a:moveTo>
                  <a:pt x="0" y="885823"/>
                </a:moveTo>
                <a:lnTo>
                  <a:pt x="589852" y="1115094"/>
                </a:lnTo>
                <a:lnTo>
                  <a:pt x="589852" y="229272"/>
                </a:lnTo>
                <a:lnTo>
                  <a:pt x="0" y="0"/>
                </a:lnTo>
                <a:close/>
              </a:path>
            </a:pathLst>
          </a:custGeom>
          <a:solidFill>
            <a:srgbClr val="C4B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NDV editable face scene_object_scene_template_multimodal_fusion_head_8237e840 0012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68673105,&quot;endpoint_object_ids&quot;:[],&quot;endpoint_role_ids&quot;:[],&quot;kind&quot;:&quot;face&quot;,&quot;object_id&quot;:&quot;scene_object_scene_template_multimodal_fusion_head_8237e840&quot;,&quot;repeat_count&quot;:1,&quot;source_digest&quot;:&quot;9d1e5ca3242f6b05f661724f141275caff4042f25c18e1aacb414f401cf31570&quot;}"/>
          <p:cNvSpPr/>
          <p:nvPr/>
        </p:nvSpPr>
        <p:spPr>
          <a:xfrm>
            <a:off x="3967739" y="2450064"/>
            <a:ext cx="995854" cy="451595"/>
          </a:xfrm>
          <a:custGeom>
            <a:avLst/>
            <a:gdLst/>
            <a:ahLst/>
            <a:cxnLst/>
            <a:rect l="l" t="t" r="r" b="b"/>
            <a:pathLst>
              <a:path w="995854" h="451595">
                <a:moveTo>
                  <a:pt x="459625" y="0"/>
                </a:moveTo>
                <a:lnTo>
                  <a:pt x="0" y="243167"/>
                </a:lnTo>
                <a:lnTo>
                  <a:pt x="536229" y="451595"/>
                </a:lnTo>
                <a:lnTo>
                  <a:pt x="995854" y="208428"/>
                </a:lnTo>
                <a:close/>
              </a:path>
            </a:pathLst>
          </a:custGeom>
          <a:solidFill>
            <a:srgbClr val="FDE68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NDV editable face scene_object_scene_template_multimodal_fusion_head_8237e840 0013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54371165,&quot;endpoint_object_ids&quot;:[],&quot;endpoint_role_ids&quot;:[],&quot;kind&quot;:&quot;face&quot;,&quot;object_id&quot;:&quot;scene_object_scene_template_multimodal_fusion_head_8237e840&quot;,&quot;repeat_count&quot;:1,&quot;source_digest&quot;:&quot;9d1e5ca3242f6b05f661724f141275caff4042f25c18e1aacb414f401cf31570&quot;}"/>
          <p:cNvSpPr/>
          <p:nvPr/>
        </p:nvSpPr>
        <p:spPr>
          <a:xfrm>
            <a:off x="4503968" y="2658492"/>
            <a:ext cx="459625" cy="774661"/>
          </a:xfrm>
          <a:custGeom>
            <a:avLst/>
            <a:gdLst/>
            <a:ahLst/>
            <a:cxnLst/>
            <a:rect l="l" t="t" r="r" b="b"/>
            <a:pathLst>
              <a:path w="459625" h="774661">
                <a:moveTo>
                  <a:pt x="459625" y="531494"/>
                </a:moveTo>
                <a:lnTo>
                  <a:pt x="459625" y="0"/>
                </a:lnTo>
                <a:lnTo>
                  <a:pt x="0" y="243167"/>
                </a:lnTo>
                <a:lnTo>
                  <a:pt x="0" y="774661"/>
                </a:lnTo>
                <a:close/>
              </a:path>
            </a:pathLst>
          </a:custGeom>
          <a:solidFill>
            <a:srgbClr val="FDE68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NDV editable face scene_object_scene_template_multimodal_fusion_head_8237e840 0014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4483654,&quot;endpoint_object_ids&quot;:[],&quot;endpoint_role_ids&quot;:[],&quot;kind&quot;:&quot;face&quot;,&quot;object_id&quot;:&quot;scene_object_scene_template_multimodal_fusion_head_8237e840&quot;,&quot;repeat_count&quot;:1,&quot;source_digest&quot;:&quot;9d1e5ca3242f6b05f661724f141275caff4042f25c18e1aacb414f401cf31570&quot;}"/>
          <p:cNvSpPr/>
          <p:nvPr/>
        </p:nvSpPr>
        <p:spPr>
          <a:xfrm>
            <a:off x="3967739" y="2693231"/>
            <a:ext cx="536229" cy="739922"/>
          </a:xfrm>
          <a:custGeom>
            <a:avLst/>
            <a:gdLst/>
            <a:ahLst/>
            <a:cxnLst/>
            <a:rect l="l" t="t" r="r" b="b"/>
            <a:pathLst>
              <a:path w="536229" h="739922">
                <a:moveTo>
                  <a:pt x="0" y="531493"/>
                </a:moveTo>
                <a:lnTo>
                  <a:pt x="536229" y="739922"/>
                </a:lnTo>
                <a:lnTo>
                  <a:pt x="536229" y="208428"/>
                </a:lnTo>
                <a:lnTo>
                  <a:pt x="0" y="0"/>
                </a:lnTo>
                <a:close/>
              </a:path>
            </a:pathLst>
          </a:custGeom>
          <a:solidFill>
            <a:srgbClr val="FDE68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NNDV editable polyline scene_object_scene_template_multimodal_fusion_image_str_257f8548 000" descr="{&quot;architecture_direction&quot;:null,&quot;architecture_evidence_digest&quot;:null,&quot;architecture_role&quot;:&quot;image-stream&quot;,&quot;architecture_role_graph_digest&quot;:null,&quot;architecture_role_graph_edge_id&quot;:null,&quot;architecture_role_id&quot;:null,&quot;architecture_route_id&quot;:null,&quot;architecture_route_role&quot;:null,&quot;depth&quot;:25.123739253125002,&quot;endpoint_object_ids&quot;:[&quot;scene_object_scene_template_multimodal_fusion_image_inp_9de72684&quot;,&quot;scene_object_scene_template_multimodal_fusion_image_enc_41c61520&quot;],&quot;endpoint_role_ids&quot;:[],&quot;kind&quot;:&quot;polyline&quot;,&quot;object_id&quot;:&quot;scene_object_scene_template_multimodal_fusion_image_str_257f8548&quot;,&quot;repeat_count&quot;:1,&quot;source_digest&quot;:&quot;9d1e5ca3242f6b05f661724f141275caff4042f25c18e1aacb414f401cf31570&quot;}"/>
          <p:cNvCxnSpPr/>
          <p:nvPr/>
        </p:nvCxnSpPr>
        <p:spPr>
          <a:xfrm>
            <a:off x="1757710" y="2774865"/>
            <a:ext cx="187680" cy="72950"/>
          </a:xfrm>
          <a:prstGeom prst="line">
            <a:avLst/>
          </a:prstGeom>
          <a:ln w="9525">
            <a:solidFill>
              <a:srgbClr val="93C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NNDV editable edge scene_object_scene_template_multimodal_fusion_image_enc_41c61520 000" descr="{&quot;architecture_direction&quot;:null,&quot;architecture_evidence_digest&quot;:null,&quot;architecture_role&quot;:&quot;image-encoder&quot;,&quot;architecture_role_graph_digest&quot;:null,&quot;architecture_role_graph_edge_id&quot;:null,&quot;architecture_role_id&quot;:null,&quot;architecture_route_id&quot;:null,&quot;architecture_route_role&quot;:null,&quot;depth&quot;:24.0332164328125,&quot;endpoint_object_ids&quot;:[],&quot;endpoint_role_ids&quot;:[],&quot;kind&quot;:&quot;edge&quot;,&quot;object_id&quot;:&quot;scene_object_scene_template_multimodal_fusion_image_enc_41c61520&quot;,&quot;repeat_count&quot;:1,&quot;source_digest&quot;:&quot;9d1e5ca3242f6b05f661724f141275caff4042f25c18e1aacb414f401cf31570&quot;}"/>
          <p:cNvCxnSpPr/>
          <p:nvPr/>
        </p:nvCxnSpPr>
        <p:spPr>
          <a:xfrm flipH="1" flipV="1">
            <a:off x="2517048" y="2622885"/>
            <a:ext cx="418929" cy="16283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NNDV editable edge scene_object_scene_template_multimodal_fusion_image_enc_41c61520 000" descr="{&quot;architecture_direction&quot;:null,&quot;architecture_evidence_digest&quot;:null,&quot;architecture_role&quot;:&quot;image-encoder&quot;,&quot;architecture_role_graph_digest&quot;:null,&quot;architecture_role_graph_edge_id&quot;:null,&quot;architecture_role_id&quot;:null,&quot;architecture_route_id&quot;:null,&quot;architecture_route_role&quot;:null,&quot;depth&quot;:24.0064002546875,&quot;endpoint_object_ids&quot;:[],&quot;endpoint_role_ids&quot;:[],&quot;kind&quot;:&quot;edge&quot;,&quot;object_id&quot;:&quot;scene_object_scene_template_multimodal_fusion_image_enc_41c61520&quot;,&quot;repeat_count&quot;:1,&quot;source_digest&quot;:&quot;9d1e5ca3242f6b05f661724f141275caff4042f25c18e1aacb414f401cf31570&quot;}"/>
          <p:cNvCxnSpPr/>
          <p:nvPr/>
        </p:nvCxnSpPr>
        <p:spPr>
          <a:xfrm flipH="1">
            <a:off x="1956880" y="2591404"/>
            <a:ext cx="445262" cy="23556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NNDV editable edge scene_object_scene_template_multimodal_fusion_image_enc_41c61520 000" descr="{&quot;architecture_direction&quot;:null,&quot;architecture_evidence_digest&quot;:null,&quot;architecture_role&quot;:&quot;image-encoder&quot;,&quot;architecture_role_graph_digest&quot;:null,&quot;architecture_role_graph_edge_id&quot;:null,&quot;architecture_role_id&quot;:null,&quot;architecture_route_id&quot;:null,&quot;architecture_route_role&quot;:null,&quot;depth&quot;:24.158358343750002,&quot;endpoint_object_ids&quot;:[],&quot;endpoint_role_ids&quot;:[],&quot;kind&quot;:&quot;edge&quot;,&quot;object_id&quot;:&quot;scene_object_scene_template_multimodal_fusion_image_enc_41c61520&quot;,&quot;repeat_count&quot;:1,&quot;source_digest&quot;:&quot;9d1e5ca3242f6b05f661724f141275caff4042f25c18e1aacb414f401cf31570&quot;}"/>
          <p:cNvCxnSpPr/>
          <p:nvPr/>
        </p:nvCxnSpPr>
        <p:spPr>
          <a:xfrm flipV="1">
            <a:off x="2952734" y="3072744"/>
            <a:ext cx="0" cy="1919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NDV editable edge scene_object_scene_template_multimodal_fusion_image_enc_41c61520 000" descr="{&quot;architecture_direction&quot;:null,&quot;architecture_evidence_digest&quot;:null,&quot;architecture_role&quot;:&quot;image-encoder&quot;,&quot;architecture_role_graph_digest&quot;:null,&quot;architecture_role_graph_edge_id&quot;:null,&quot;architecture_role_id&quot;:null,&quot;architecture_route_id&quot;:null,&quot;architecture_route_role&quot;:null,&quot;depth&quot;:23.741218449999998,&quot;endpoint_object_ids&quot;:[],&quot;endpoint_role_ids&quot;:[],&quot;kind&quot;:&quot;edge&quot;,&quot;object_id&quot;:&quot;scene_object_scene_template_multimodal_fusion_image_enc_41c61520&quot;,&quot;repeat_count&quot;:1,&quot;source_digest&quot;:&quot;9d1e5ca3242f6b05f661724f141275caff4042f25c18e1aacb414f401cf31570&quot;}"/>
          <p:cNvCxnSpPr/>
          <p:nvPr/>
        </p:nvCxnSpPr>
        <p:spPr>
          <a:xfrm flipV="1">
            <a:off x="1956880" y="2826972"/>
            <a:ext cx="0" cy="47243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NDV editable edge scene_object_scene_template_multimodal_fusion_image_enc_41c61520 000" descr="{&quot;architecture_direction&quot;:null,&quot;architecture_evidence_digest&quot;:null,&quot;architecture_role&quot;:&quot;image-encoder&quot;,&quot;architecture_role_graph_digest&quot;:null,&quot;architecture_role_graph_edge_id&quot;:null,&quot;architecture_role_id&quot;:null,&quot;architecture_route_id&quot;:null,&quot;architecture_route_role&quot;:null,&quot;depth&quot;:23.6458722,&quot;endpoint_object_ids&quot;:[],&quot;endpoint_role_ids&quot;:[],&quot;kind&quot;:&quot;edge&quot;,&quot;object_id&quot;:&quot;scene_object_scene_template_multimodal_fusion_image_enc_41c61520&quot;,&quot;repeat_count&quot;:1,&quot;source_digest&quot;:&quot;9d1e5ca3242f6b05f661724f141275caff4042f25c18e1aacb414f401cf31570&quot;}"/>
          <p:cNvCxnSpPr/>
          <p:nvPr/>
        </p:nvCxnSpPr>
        <p:spPr>
          <a:xfrm flipH="1">
            <a:off x="2493109" y="3264672"/>
            <a:ext cx="459625" cy="24316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NDV editable edge scene_object_scene_template_multimodal_fusion_image_enc_41c61520 000" descr="{&quot;architecture_direction&quot;:null,&quot;architecture_evidence_digest&quot;:null,&quot;architecture_role&quot;:&quot;image-encoder&quot;,&quot;architecture_role_graph_digest&quot;:null,&quot;architecture_role_graph_edge_id&quot;:null,&quot;architecture_role_id&quot;:null,&quot;architecture_route_id&quot;:null,&quot;architecture_route_role&quot;:null,&quot;depth&quot;:23.55052595,&quot;endpoint_object_ids&quot;:[],&quot;endpoint_role_ids&quot;:[],&quot;kind&quot;:&quot;edge&quot;,&quot;object_id&quot;:&quot;scene_object_scene_template_multimodal_fusion_image_enc_41c61520&quot;,&quot;repeat_count&quot;:1,&quot;source_digest&quot;:&quot;9d1e5ca3242f6b05f661724f141275caff4042f25c18e1aacb414f401cf31570&quot;}"/>
          <p:cNvCxnSpPr/>
          <p:nvPr/>
        </p:nvCxnSpPr>
        <p:spPr>
          <a:xfrm>
            <a:off x="1956880" y="3299411"/>
            <a:ext cx="536229" cy="2084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polyline scene_object_scene_template_multimodal_fusion_text_stre_a916a058 000" descr="{&quot;architecture_direction&quot;:null,&quot;architecture_evidence_digest&quot;:null,&quot;architecture_role&quot;:&quot;text-stream&quot;,&quot;architecture_role_graph_digest&quot;:null,&quot;architecture_role_graph_edge_id&quot;:null,&quot;architecture_role_id&quot;:null,&quot;architecture_route_id&quot;:null,&quot;architecture_route_role&quot;:null,&quot;depth&quot;:23.693545353125003,&quot;endpoint_object_ids&quot;:[&quot;scene_object_scene_template_multimodal_fusion_text_inpu_84c75db3&quot;,&quot;scene_object_scene_template_multimodal_fusion_text_enco_350913f2&quot;],&quot;endpoint_role_ids&quot;:[],&quot;kind&quot;:&quot;polyline&quot;,&quot;object_id&quot;:&quot;scene_object_scene_template_multimodal_fusion_text_stre_a916a058&quot;,&quot;repeat_count&quot;:1,&quot;source_digest&quot;:&quot;9d1e5ca3242f6b05f661724f141275caff4042f25c18e1aacb414f401cf31570&quot;}"/>
          <p:cNvCxnSpPr/>
          <p:nvPr/>
        </p:nvCxnSpPr>
        <p:spPr>
          <a:xfrm>
            <a:off x="1757710" y="1889042"/>
            <a:ext cx="187680" cy="72950"/>
          </a:xfrm>
          <a:prstGeom prst="line">
            <a:avLst/>
          </a:prstGeom>
          <a:ln w="9525">
            <a:solidFill>
              <a:srgbClr val="F0A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scene_template_multimodal_fusion_image_enc_41c61520 000" descr="{&quot;architecture_direction&quot;:null,&quot;architecture_evidence_digest&quot;:null,&quot;architecture_role&quot;:&quot;image-encoder&quot;,&quot;architecture_role_graph_digest&quot;:null,&quot;architecture_role_graph_edge_id&quot;:null,&quot;architecture_role_id&quot;:null,&quot;architecture_route_id&quot;:null,&quot;architecture_route_role&quot;:null,&quot;depth&quot;:22.8622451546875,&quot;endpoint_object_ids&quot;:[],&quot;endpoint_role_ids&quot;:[],&quot;kind&quot;:&quot;edge&quot;,&quot;object_id&quot;:&quot;scene_object_scene_template_multimodal_fusion_image_enc_41c61520&quot;,&quot;repeat_count&quot;:1,&quot;source_digest&quot;:&quot;9d1e5ca3242f6b05f661724f141275caff4042f25c18e1aacb414f401cf31570&quot;}"/>
          <p:cNvCxnSpPr/>
          <p:nvPr/>
        </p:nvCxnSpPr>
        <p:spPr>
          <a:xfrm flipH="1">
            <a:off x="2493109" y="2799833"/>
            <a:ext cx="445262" cy="23556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edge scene_object_scene_template_multimodal_fusion_image_enc_41c61520 000" descr="{&quot;architecture_direction&quot;:null,&quot;architecture_evidence_digest&quot;:null,&quot;architecture_role&quot;:&quot;image-encoder&quot;,&quot;architecture_role_graph_digest&quot;:null,&quot;architecture_role_graph_edge_id&quot;:null,&quot;architecture_role_id&quot;:null,&quot;architecture_route_id&quot;:null,&quot;architecture_route_role&quot;:null,&quot;depth&quot;:22.78775585,&quot;endpoint_object_ids&quot;:[],&quot;endpoint_role_ids&quot;:[],&quot;kind&quot;:&quot;edge&quot;,&quot;object_id&quot;:&quot;scene_object_scene_template_multimodal_fusion_image_enc_41c61520&quot;,&quot;repeat_count&quot;:1,&quot;source_digest&quot;:&quot;9d1e5ca3242f6b05f661724f141275caff4042f25c18e1aacb414f401cf31570&quot;}"/>
          <p:cNvCxnSpPr/>
          <p:nvPr/>
        </p:nvCxnSpPr>
        <p:spPr>
          <a:xfrm flipH="1" flipV="1">
            <a:off x="1956880" y="2826972"/>
            <a:ext cx="536229" cy="2084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edge scene_object_scene_template_multimodal_fusion_text_enco_350913f2 000" descr="{&quot;architecture_direction&quot;:null,&quot;architecture_evidence_digest&quot;:null,&quot;architecture_role&quot;:&quot;text-encoder&quot;,&quot;architecture_role_graph_digest&quot;:null,&quot;architecture_role_graph_edge_id&quot;:null,&quot;architecture_role_id&quot;:null,&quot;architecture_route_id&quot;:null,&quot;architecture_route_role&quot;:null,&quot;depth&quot;:22.585145109375,&quot;endpoint_object_ids&quot;:[],&quot;endpoint_role_ids&quot;:[],&quot;kind&quot;:&quot;edge&quot;,&quot;object_id&quot;:&quot;scene_object_scene_template_multimodal_fusion_text_enco_350913f2&quot;,&quot;repeat_count&quot;:1,&quot;source_digest&quot;:&quot;9d1e5ca3242f6b05f661724f141275caff4042f25c18e1aacb414f401cf31570&quot;}"/>
          <p:cNvCxnSpPr/>
          <p:nvPr/>
        </p:nvCxnSpPr>
        <p:spPr>
          <a:xfrm flipH="1" flipV="1">
            <a:off x="2517048" y="1737063"/>
            <a:ext cx="435686" cy="16934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edge scene_object_scene_template_multimodal_fusion_text_enco_350913f2 000" descr="{&quot;architecture_direction&quot;:null,&quot;architecture_evidence_digest&quot;:null,&quot;architecture_role&quot;:&quot;text-encoder&quot;,&quot;architecture_role_graph_digest&quot;:null,&quot;architecture_role_graph_edge_id&quot;:null,&quot;architecture_role_id&quot;:null,&quot;architecture_route_id&quot;:null,&quot;architecture_route_role&quot;:null,&quot;depth&quot;:22.57620640625,&quot;endpoint_object_ids&quot;:[],&quot;endpoint_role_ids&quot;:[],&quot;kind&quot;:&quot;edge&quot;,&quot;object_id&quot;:&quot;scene_object_scene_template_multimodal_fusion_text_enco_350913f2&quot;,&quot;repeat_count&quot;:1,&quot;source_digest&quot;:&quot;9d1e5ca3242f6b05f661724f141275caff4042f25c18e1aacb414f401cf31570&quot;}"/>
          <p:cNvCxnSpPr/>
          <p:nvPr/>
        </p:nvCxnSpPr>
        <p:spPr>
          <a:xfrm flipH="1">
            <a:off x="1956880" y="1705581"/>
            <a:ext cx="445262" cy="23556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edge scene_object_scene_template_multimodal_fusion_image_enc_41c61520 000" descr="{&quot;architecture_direction&quot;:null,&quot;architecture_evidence_digest&quot;:null,&quot;architecture_role&quot;:&quot;image-encoder&quot;,&quot;architecture_role_graph_digest&quot;:null,&quot;architecture_role_graph_edge_id&quot;:null,&quot;architecture_role_id&quot;:null,&quot;architecture_route_id&quot;:null,&quot;architecture_route_role&quot;:null,&quot;depth&quot;:22.59706335,&quot;endpoint_object_ids&quot;:[],&quot;endpoint_role_ids&quot;:[],&quot;kind&quot;:&quot;edge&quot;,&quot;object_id&quot;:&quot;scene_object_scene_template_multimodal_fusion_image_enc_41c61520&quot;,&quot;repeat_count&quot;:1,&quot;source_digest&quot;:&quot;9d1e5ca3242f6b05f661724f141275caff4042f25c18e1aacb414f401cf31570&quot;}"/>
          <p:cNvCxnSpPr/>
          <p:nvPr/>
        </p:nvCxnSpPr>
        <p:spPr>
          <a:xfrm flipV="1">
            <a:off x="2493109" y="3035401"/>
            <a:ext cx="0" cy="47243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edge scene_object_scene_template_multimodal_fusion_text_enco_350913f2 000" descr="{&quot;architecture_direction&quot;:null,&quot;architecture_evidence_digest&quot;:null,&quot;architecture_role&quot;:&quot;text-encoder&quot;,&quot;architecture_role_graph_digest&quot;:null,&quot;architecture_role_graph_edge_id&quot;:null,&quot;architecture_role_id&quot;:null,&quot;architecture_route_id&quot;:null,&quot;architecture_route_role&quot;:null,&quot;depth&quot;:22.32294288125,&quot;endpoint_object_ids&quot;:[],&quot;endpoint_role_ids&quot;:[],&quot;kind&quot;:&quot;edge&quot;,&quot;object_id&quot;:&quot;scene_object_scene_template_multimodal_fusion_text_enco_350913f2&quot;,&quot;repeat_count&quot;:1,&quot;source_digest&quot;:&quot;9d1e5ca3242f6b05f661724f141275caff4042f25c18e1aacb414f401cf31570&quot;}"/>
          <p:cNvCxnSpPr/>
          <p:nvPr/>
        </p:nvCxnSpPr>
        <p:spPr>
          <a:xfrm flipV="1">
            <a:off x="2952734" y="1906411"/>
            <a:ext cx="0" cy="25098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scene_template_multimodal_fusion_text_enco_350913f2 000" descr="{&quot;architecture_direction&quot;:null,&quot;architecture_evidence_digest&quot;:null,&quot;architecture_role&quot;:&quot;text-encoder&quot;,&quot;architecture_role_graph_digest&quot;:null,&quot;architecture_role_graph_edge_id&quot;:null,&quot;architecture_role_id&quot;:null,&quot;architecture_route_id&quot;:null,&quot;architecture_route_role&quot;:null,&quot;depth&quot;:22.311024600000003,&quot;endpoint_object_ids&quot;:[],&quot;endpoint_role_ids&quot;:[],&quot;kind&quot;:&quot;edge&quot;,&quot;object_id&quot;:&quot;scene_object_scene_template_multimodal_fusion_text_enco_350913f2&quot;,&quot;repeat_count&quot;:1,&quot;source_digest&quot;:&quot;9d1e5ca3242f6b05f661724f141275caff4042f25c18e1aacb414f401cf31570&quot;}"/>
          <p:cNvCxnSpPr/>
          <p:nvPr/>
        </p:nvCxnSpPr>
        <p:spPr>
          <a:xfrm flipV="1">
            <a:off x="1956880" y="1941149"/>
            <a:ext cx="0" cy="47243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edge scene_object_scene_template_multimodal_fusion_text_enco_350913f2 000" descr="{&quot;architecture_direction&quot;:null,&quot;architecture_evidence_digest&quot;:null,&quot;architecture_role&quot;:&quot;text-encoder&quot;,&quot;architecture_role_graph_digest&quot;:null,&quot;architecture_role_graph_edge_id&quot;:null,&quot;architecture_role_id&quot;:null,&quot;architecture_route_id&quot;:null,&quot;architecture_route_role&quot;:null,&quot;depth&quot;:22.19482130625,&quot;endpoint_object_ids&quot;:[],&quot;endpoint_role_ids&quot;:[],&quot;kind&quot;:&quot;edge&quot;,&quot;object_id&quot;:&quot;scene_object_scene_template_multimodal_fusion_text_enco_350913f2&quot;,&quot;repeat_count&quot;:1,&quot;source_digest&quot;:&quot;9d1e5ca3242f6b05f661724f141275caff4042f25c18e1aacb414f401cf31570&quot;}"/>
          <p:cNvCxnSpPr/>
          <p:nvPr/>
        </p:nvCxnSpPr>
        <p:spPr>
          <a:xfrm flipH="1">
            <a:off x="2493109" y="2386449"/>
            <a:ext cx="445262" cy="23556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scene_template_multimodal_fusion_text_enco_350913f2 000" descr="{&quot;architecture_direction&quot;:null,&quot;architecture_evidence_digest&quot;:null,&quot;architecture_role&quot;:&quot;text-encoder&quot;,&quot;architecture_role_graph_digest&quot;:null,&quot;architecture_role_graph_edge_id&quot;:null,&quot;architecture_role_id&quot;:null,&quot;architecture_route_id&quot;:null,&quot;architecture_route_role&quot;:null,&quot;depth&quot;:22.120332050000002,&quot;endpoint_object_ids&quot;:[],&quot;endpoint_role_ids&quot;:[],&quot;kind&quot;:&quot;edge&quot;,&quot;object_id&quot;:&quot;scene_object_scene_template_multimodal_fusion_text_enco_350913f2&quot;,&quot;repeat_count&quot;:1,&quot;source_digest&quot;:&quot;9d1e5ca3242f6b05f661724f141275caff4042f25c18e1aacb414f401cf31570&quot;}"/>
          <p:cNvCxnSpPr/>
          <p:nvPr/>
        </p:nvCxnSpPr>
        <p:spPr>
          <a:xfrm>
            <a:off x="1956880" y="2413588"/>
            <a:ext cx="536229" cy="2084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polyline scene_object_scene_template_multimodal_fusion_audio_str_edeef78c 000" descr="{&quot;architecture_direction&quot;:null,&quot;architecture_evidence_digest&quot;:null,&quot;architecture_role&quot;:&quot;audio-stream&quot;,&quot;architecture_role_graph_digest&quot;:null,&quot;architecture_role_graph_edge_id&quot;:null,&quot;architecture_role_id&quot;:null,&quot;architecture_route_id&quot;:null,&quot;architecture_route_role&quot;:null,&quot;depth&quot;:22.263351453125,&quot;endpoint_object_ids&quot;:[&quot;scene_object_scene_template_multimodal_fusion_audio_inp_0f4d897e&quot;,&quot;scene_object_scene_template_multimodal_fusion_audio_enc_6b7f3403&quot;],&quot;endpoint_role_ids&quot;:[],&quot;kind&quot;:&quot;polyline&quot;,&quot;object_id&quot;:&quot;scene_object_scene_template_multimodal_fusion_audio_str_edeef78c&quot;,&quot;repeat_count&quot;:1,&quot;source_digest&quot;:&quot;9d1e5ca3242f6b05f661724f141275caff4042f25c18e1aacb414f401cf31570&quot;}"/>
          <p:cNvCxnSpPr/>
          <p:nvPr/>
        </p:nvCxnSpPr>
        <p:spPr>
          <a:xfrm>
            <a:off x="1757710" y="1003219"/>
            <a:ext cx="187680" cy="72950"/>
          </a:xfrm>
          <a:prstGeom prst="line">
            <a:avLst/>
          </a:prstGeom>
          <a:ln w="9525">
            <a:solidFill>
              <a:srgbClr val="A7F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polyline scene_object_scene_template_multimodal_fusion_image_fus_99fd0591 000" descr="{&quot;architecture_direction&quot;:null,&quot;architecture_evidence_digest&quot;:null,&quot;architecture_role&quot;:&quot;image-fusion&quot;,&quot;architecture_role_graph_digest&quot;:null,&quot;architecture_role_graph_edge_id&quot;:null,&quot;architecture_role_id&quot;:null,&quot;architecture_route_id&quot;:null,&quot;architecture_route_role&quot;:null,&quot;depth&quot;:22.7531928734375,&quot;endpoint_object_ids&quot;:[&quot;scene_object_scene_template_multimodal_fusion_image_enc_41c61520&quot;,&quot;scene_object_scene_template_multimodal_fusion_fusion_d51fd46a&quot;],&quot;endpoint_role_ids&quot;:[],&quot;kind&quot;:&quot;polyline&quot;,&quot;object_id&quot;:&quot;scene_object_scene_template_multimodal_fusion_image_fus_99fd0591&quot;,&quot;repeat_count&quot;:1,&quot;source_digest&quot;:&quot;9d1e5ca3242f6b05f661724f141275caff4042f25c18e1aacb414f401cf31570&quot;}"/>
          <p:cNvCxnSpPr/>
          <p:nvPr/>
        </p:nvCxnSpPr>
        <p:spPr>
          <a:xfrm flipV="1">
            <a:off x="2722922" y="2870612"/>
            <a:ext cx="206950" cy="279425"/>
          </a:xfrm>
          <a:prstGeom prst="line">
            <a:avLst/>
          </a:prstGeom>
          <a:ln w="9525">
            <a:solidFill>
              <a:srgbClr val="93C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edge scene_object_scene_template_multimodal_fusion_text_enco_350913f2 000" descr="{&quot;architecture_direction&quot;:null,&quot;architecture_evidence_digest&quot;:null,&quot;architecture_role&quot;:&quot;text-encoder&quot;,&quot;architecture_role_graph_digest&quot;:null,&quot;architecture_role_graph_edge_id&quot;:null,&quot;architecture_role_id&quot;:null,&quot;architecture_route_id&quot;:null,&quot;architecture_route_role&quot;:null,&quot;depth&quot;:21.45290825,&quot;endpoint_object_ids&quot;:[],&quot;endpoint_role_ids&quot;:[],&quot;kind&quot;:&quot;edge&quot;,&quot;object_id&quot;:&quot;scene_object_scene_template_multimodal_fusion_text_enco_350913f2&quot;,&quot;repeat_count&quot;:1,&quot;source_digest&quot;:&quot;9d1e5ca3242f6b05f661724f141275caff4042f25c18e1aacb414f401cf31570&quot;}"/>
          <p:cNvCxnSpPr/>
          <p:nvPr/>
        </p:nvCxnSpPr>
        <p:spPr>
          <a:xfrm flipH="1">
            <a:off x="2493109" y="1906411"/>
            <a:ext cx="459625" cy="2431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edge scene_object_scene_template_multimodal_fusion_text_enco_350913f2 000" descr="{&quot;architecture_direction&quot;:null,&quot;architecture_evidence_digest&quot;:null,&quot;architecture_role&quot;:&quot;text-encoder&quot;,&quot;architecture_role_graph_digest&quot;:null,&quot;architecture_role_graph_edge_id&quot;:null,&quot;architecture_role_id&quot;:null,&quot;architecture_route_id&quot;:null,&quot;architecture_route_role&quot;:null,&quot;depth&quot;:21.357562,&quot;endpoint_object_ids&quot;:[],&quot;endpoint_role_ids&quot;:[],&quot;kind&quot;:&quot;edge&quot;,&quot;object_id&quot;:&quot;scene_object_scene_template_multimodal_fusion_text_enco_350913f2&quot;,&quot;repeat_count&quot;:1,&quot;source_digest&quot;:&quot;9d1e5ca3242f6b05f661724f141275caff4042f25c18e1aacb414f401cf31570&quot;}"/>
          <p:cNvCxnSpPr/>
          <p:nvPr/>
        </p:nvCxnSpPr>
        <p:spPr>
          <a:xfrm flipH="1" flipV="1">
            <a:off x="1956880" y="1941149"/>
            <a:ext cx="536229" cy="2084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polyline scene_object_scene_template_multimodal_fusion_text_fusi_789f5dc7 000" descr="{&quot;architecture_direction&quot;:null,&quot;architecture_evidence_digest&quot;:null,&quot;architecture_role&quot;:&quot;text-fusion&quot;,&quot;architecture_role_graph_digest&quot;:null,&quot;architecture_role_graph_edge_id&quot;:null,&quot;architecture_role_id&quot;:null,&quot;architecture_route_id&quot;:null,&quot;architecture_route_role&quot;:null,&quot;depth&quot;:21.613507109375,&quot;endpoint_object_ids&quot;:[&quot;scene_object_scene_template_multimodal_fusion_text_enco_350913f2&quot;,&quot;scene_object_scene_template_multimodal_fusion_fusion_d51fd46a&quot;],&quot;endpoint_role_ids&quot;:[],&quot;kind&quot;:&quot;polyline&quot;,&quot;object_id&quot;:&quot;scene_object_scene_template_multimodal_fusion_text_fusi_789f5dc7&quot;,&quot;repeat_count&quot;:1,&quot;source_digest&quot;:&quot;9d1e5ca3242f6b05f661724f141275caff4042f25c18e1aacb414f401cf31570&quot;}"/>
          <p:cNvCxnSpPr/>
          <p:nvPr/>
        </p:nvCxnSpPr>
        <p:spPr>
          <a:xfrm>
            <a:off x="2722922" y="2264214"/>
            <a:ext cx="206950" cy="80440"/>
          </a:xfrm>
          <a:prstGeom prst="line">
            <a:avLst/>
          </a:prstGeom>
          <a:ln w="9525">
            <a:solidFill>
              <a:srgbClr val="F0AB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edge scene_object_scene_template_multimodal_fusion_audio_enc_6b7f3403 000" descr="{&quot;architecture_direction&quot;:null,&quot;architecture_evidence_digest&quot;:null,&quot;architecture_role&quot;:&quot;audio-encoder&quot;,&quot;architecture_role_graph_digest&quot;:null,&quot;architecture_role_graph_edge_id&quot;:null,&quot;architecture_role_id&quot;:null,&quot;architecture_route_id&quot;:null,&quot;architecture_route_role&quot;:null,&quot;depth&quot;:21.26221575,&quot;endpoint_object_ids&quot;:[],&quot;endpoint_role_ids&quot;:[],&quot;kind&quot;:&quot;edge&quot;,&quot;object_id&quot;:&quot;scene_object_scene_template_multimodal_fusion_audio_enc_6b7f3403&quot;,&quot;repeat_count&quot;:1,&quot;source_digest&quot;:&quot;9d1e5ca3242f6b05f661724f141275caff4042f25c18e1aacb414f401cf31570&quot;}"/>
          <p:cNvCxnSpPr/>
          <p:nvPr/>
        </p:nvCxnSpPr>
        <p:spPr>
          <a:xfrm flipH="1" flipV="1">
            <a:off x="2416505" y="812160"/>
            <a:ext cx="536229" cy="2084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edge scene_object_scene_template_multimodal_fusion_audio_enc_6b7f3403 000" descr="{&quot;architecture_direction&quot;:null,&quot;architecture_evidence_digest&quot;:null,&quot;architecture_role&quot;:&quot;audio-encoder&quot;,&quot;architecture_role_graph_digest&quot;:null,&quot;architecture_role_graph_edge_id&quot;:null,&quot;architecture_role_id&quot;:null,&quot;architecture_route_id&quot;:null,&quot;architecture_route_role&quot;:null,&quot;depth&quot;:21.166869499999997,&quot;endpoint_object_ids&quot;:[],&quot;endpoint_role_ids&quot;:[],&quot;kind&quot;:&quot;edge&quot;,&quot;object_id&quot;:&quot;scene_object_scene_template_multimodal_fusion_audio_enc_6b7f3403&quot;,&quot;repeat_count&quot;:1,&quot;source_digest&quot;:&quot;9d1e5ca3242f6b05f661724f141275caff4042f25c18e1aacb414f401cf31570&quot;}"/>
          <p:cNvCxnSpPr/>
          <p:nvPr/>
        </p:nvCxnSpPr>
        <p:spPr>
          <a:xfrm flipH="1">
            <a:off x="1956880" y="812160"/>
            <a:ext cx="459625" cy="2431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edge scene_object_scene_template_multimodal_fusion_text_enco_350913f2 000" descr="{&quot;architecture_direction&quot;:null,&quot;architecture_evidence_digest&quot;:null,&quot;architecture_role&quot;:&quot;text-encoder&quot;,&quot;architecture_role_graph_digest&quot;:null,&quot;architecture_role_graph_edge_id&quot;:null,&quot;architecture_role_id&quot;:null,&quot;architecture_route_id&quot;:null,&quot;architecture_route_role&quot;:null,&quot;depth&quot;:21.16686945,&quot;endpoint_object_ids&quot;:[],&quot;endpoint_role_ids&quot;:[],&quot;kind&quot;:&quot;edge&quot;,&quot;object_id&quot;:&quot;scene_object_scene_template_multimodal_fusion_text_enco_350913f2&quot;,&quot;repeat_count&quot;:1,&quot;source_digest&quot;:&quot;9d1e5ca3242f6b05f661724f141275caff4042f25c18e1aacb414f401cf31570&quot;}"/>
          <p:cNvCxnSpPr/>
          <p:nvPr/>
        </p:nvCxnSpPr>
        <p:spPr>
          <a:xfrm flipV="1">
            <a:off x="2493109" y="2149578"/>
            <a:ext cx="0" cy="47243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edge scene_object_scene_template_multimodal_fusion_audio_enc_6b7f3403 000" descr="{&quot;architecture_direction&quot;:null,&quot;architecture_evidence_digest&quot;:null,&quot;architecture_role&quot;:&quot;audio-encoder&quot;,&quot;architecture_role_graph_digest&quot;:null,&quot;architecture_role_graph_edge_id&quot;:null,&quot;architecture_role_id&quot;:null,&quot;architecture_route_id&quot;:null,&quot;architecture_route_role&quot;:null,&quot;depth&quot;:21.07152325,&quot;endpoint_object_ids&quot;:[],&quot;endpoint_role_ids&quot;:[],&quot;kind&quot;:&quot;edge&quot;,&quot;object_id&quot;:&quot;scene_object_scene_template_multimodal_fusion_audio_enc_6b7f3403&quot;,&quot;repeat_count&quot;:1,&quot;source_digest&quot;:&quot;9d1e5ca3242f6b05f661724f141275caff4042f25c18e1aacb414f401cf31570&quot;}"/>
          <p:cNvCxnSpPr/>
          <p:nvPr/>
        </p:nvCxnSpPr>
        <p:spPr>
          <a:xfrm flipV="1">
            <a:off x="2952734" y="1020588"/>
            <a:ext cx="0" cy="47243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edge scene_object_scene_template_multimodal_fusion_audio_enc_6b7f3403 000" descr="{&quot;architecture_direction&quot;:null,&quot;architecture_evidence_digest&quot;:null,&quot;architecture_role&quot;:&quot;audio-encoder&quot;,&quot;architecture_role_graph_digest&quot;:null,&quot;architecture_role_graph_edge_id&quot;:null,&quot;architecture_role_id&quot;:null,&quot;architecture_route_id&quot;:null,&quot;architecture_route_role&quot;:null,&quot;depth&quot;:20.880830699999997,&quot;endpoint_object_ids&quot;:[],&quot;endpoint_role_ids&quot;:[],&quot;kind&quot;:&quot;edge&quot;,&quot;object_id&quot;:&quot;scene_object_scene_template_multimodal_fusion_audio_enc_6b7f3403&quot;,&quot;repeat_count&quot;:1,&quot;source_digest&quot;:&quot;9d1e5ca3242f6b05f661724f141275caff4042f25c18e1aacb414f401cf31570&quot;}"/>
          <p:cNvCxnSpPr/>
          <p:nvPr/>
        </p:nvCxnSpPr>
        <p:spPr>
          <a:xfrm flipV="1">
            <a:off x="1956880" y="1055327"/>
            <a:ext cx="0" cy="4724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edge scene_object_scene_template_multimodal_fusion_audio_enc_6b7f3403 000" descr="{&quot;architecture_direction&quot;:null,&quot;architecture_evidence_digest&quot;:null,&quot;architecture_role&quot;:&quot;audio-encoder&quot;,&quot;architecture_role_graph_digest&quot;:null,&quot;architecture_role_graph_edge_id&quot;:null,&quot;architecture_role_id&quot;:null,&quot;architecture_route_id&quot;:null,&quot;architecture_route_role&quot;:null,&quot;depth&quot;:20.78548445,&quot;endpoint_object_ids&quot;:[],&quot;endpoint_role_ids&quot;:[],&quot;kind&quot;:&quot;edge&quot;,&quot;object_id&quot;:&quot;scene_object_scene_template_multimodal_fusion_audio_enc_6b7f3403&quot;,&quot;repeat_count&quot;:1,&quot;source_digest&quot;:&quot;9d1e5ca3242f6b05f661724f141275caff4042f25c18e1aacb414f401cf31570&quot;}"/>
          <p:cNvCxnSpPr/>
          <p:nvPr/>
        </p:nvCxnSpPr>
        <p:spPr>
          <a:xfrm flipH="1">
            <a:off x="2493109" y="1493027"/>
            <a:ext cx="459625" cy="2431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edge scene_object_scene_template_multimodal_fusion_audio_enc_6b7f3403 000" descr="{&quot;architecture_direction&quot;:null,&quot;architecture_evidence_digest&quot;:null,&quot;architecture_role&quot;:&quot;audio-encoder&quot;,&quot;architecture_role_graph_digest&quot;:null,&quot;architecture_role_graph_edge_id&quot;:null,&quot;architecture_role_id&quot;:null,&quot;architecture_route_id&quot;:null,&quot;architecture_route_role&quot;:null,&quot;depth&quot;:20.69013815,&quot;endpoint_object_ids&quot;:[],&quot;endpoint_role_ids&quot;:[],&quot;kind&quot;:&quot;edge&quot;,&quot;object_id&quot;:&quot;scene_object_scene_template_multimodal_fusion_audio_enc_6b7f3403&quot;,&quot;repeat_count&quot;:1,&quot;source_digest&quot;:&quot;9d1e5ca3242f6b05f661724f141275caff4042f25c18e1aacb414f401cf31570&quot;}"/>
          <p:cNvCxnSpPr/>
          <p:nvPr/>
        </p:nvCxnSpPr>
        <p:spPr>
          <a:xfrm>
            <a:off x="1956880" y="1527765"/>
            <a:ext cx="536229" cy="2084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polyline scene_object_scene_template_multimodal_fusion_audio_fus_ef549cd8 000" descr="{&quot;architecture_direction&quot;:null,&quot;architecture_evidence_digest&quot;:null,&quot;architecture_role&quot;:&quot;audio-fusion&quot;,&quot;architecture_role_graph_digest&quot;:null,&quot;architecture_role_graph_edge_id&quot;:null,&quot;architecture_role_id&quot;:null,&quot;architecture_route_id&quot;:null,&quot;architecture_route_role&quot;:null,&quot;depth&quot;:20.5167271578125,&quot;endpoint_object_ids&quot;:[&quot;scene_object_scene_template_multimodal_fusion_audio_enc_6b7f3403&quot;,&quot;scene_object_scene_template_multimodal_fusion_fusion_d51fd46a&quot;],&quot;endpoint_role_ids&quot;:[],&quot;kind&quot;:&quot;polyline&quot;,&quot;object_id&quot;:&quot;scene_object_scene_template_multimodal_fusion_audio_fus_ef549cd8&quot;,&quot;repeat_count&quot;:1,&quot;source_digest&quot;:&quot;9d1e5ca3242f6b05f661724f141275caff4042f25c18e1aacb414f401cf31570&quot;}"/>
          <p:cNvCxnSpPr/>
          <p:nvPr/>
        </p:nvCxnSpPr>
        <p:spPr>
          <a:xfrm>
            <a:off x="2722922" y="1378391"/>
            <a:ext cx="334305" cy="711264"/>
          </a:xfrm>
          <a:prstGeom prst="line">
            <a:avLst/>
          </a:prstGeom>
          <a:ln w="9525">
            <a:solidFill>
              <a:srgbClr val="A7F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edge scene_object_scene_template_multimodal_fusion_fusion_d51fd46a 000" descr="{&quot;architecture_direction&quot;:null,&quot;architecture_evidence_digest&quot;:null,&quot;architecture_role&quot;:&quot;fusion&quot;,&quot;architecture_role_graph_digest&quot;:null,&quot;architecture_role_graph_edge_id&quot;:null,&quot;architecture_role_id&quot;:null,&quot;architecture_route_id&quot;:null,&quot;architecture_route_role&quot;:null,&quot;depth&quot;:20.010200134375,&quot;endpoint_object_ids&quot;:[],&quot;endpoint_role_ids&quot;:[],&quot;kind&quot;:&quot;edge&quot;,&quot;object_id&quot;:&quot;scene_object_scene_template_multimodal_fusion_fusion_d51fd46a&quot;,&quot;repeat_count&quot;:1,&quot;source_digest&quot;:&quot;9d1e5ca3242f6b05f661724f141275caff4042f25c18e1aacb414f401cf31570&quot;}"/>
          <p:cNvCxnSpPr/>
          <p:nvPr/>
        </p:nvCxnSpPr>
        <p:spPr>
          <a:xfrm flipV="1">
            <a:off x="4109456" y="2096602"/>
            <a:ext cx="0" cy="49827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edge scene_object_scene_template_multimodal_fusion_fusion_d51fd46a 000" descr="{&quot;architecture_direction&quot;:null,&quot;architecture_evidence_digest&quot;:null,&quot;architecture_role&quot;:&quot;fusion&quot;,&quot;architecture_role_graph_digest&quot;:null,&quot;architecture_role_graph_edge_id&quot;:null,&quot;architecture_role_id&quot;:null,&quot;architecture_route_id&quot;:null,&quot;architecture_route_role&quot;:null,&quot;depth&quot;:20.23724345,&quot;endpoint_object_ids&quot;:[],&quot;endpoint_role_ids&quot;:[],&quot;kind&quot;:&quot;edge&quot;,&quot;object_id&quot;:&quot;scene_object_scene_template_multimodal_fusion_fusion_d51fd46a&quot;,&quot;repeat_count&quot;:1,&quot;source_digest&quot;:&quot;9d1e5ca3242f6b05f661724f141275caff4042f25c18e1aacb414f401cf31570&quot;}"/>
          <p:cNvCxnSpPr/>
          <p:nvPr/>
        </p:nvCxnSpPr>
        <p:spPr>
          <a:xfrm flipH="1" flipV="1">
            <a:off x="3519605" y="1867331"/>
            <a:ext cx="589851" cy="22927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edge scene_object_scene_template_multimodal_fusion_fusion_d51fd46a 000" descr="{&quot;architecture_direction&quot;:null,&quot;architecture_evidence_digest&quot;:null,&quot;architecture_role&quot;:&quot;fusion&quot;,&quot;architecture_role_graph_digest&quot;:null,&quot;architecture_role_graph_edge_id&quot;:null,&quot;architecture_role_id&quot;:null,&quot;architecture_route_id&quot;:null,&quot;architecture_route_role&quot;:null,&quot;depth&quot;:19.9953023125,&quot;endpoint_object_ids&quot;:[],&quot;endpoint_role_ids&quot;:[],&quot;kind&quot;:&quot;edge&quot;,&quot;object_id&quot;:&quot;scene_object_scene_template_multimodal_fusion_fusion_d51fd46a&quot;,&quot;repeat_count&quot;:1,&quot;source_digest&quot;:&quot;9d1e5ca3242f6b05f661724f141275caff4042f25c18e1aacb414f401cf31570&quot;}"/>
          <p:cNvCxnSpPr/>
          <p:nvPr/>
        </p:nvCxnSpPr>
        <p:spPr>
          <a:xfrm flipH="1">
            <a:off x="3534925" y="3058415"/>
            <a:ext cx="430899" cy="22796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edge scene_object_scene_template_multimodal_fusion_fusion_d51fd46a 000" descr="{&quot;architecture_direction&quot;:null,&quot;architecture_evidence_digest&quot;:null,&quot;architecture_role&quot;:&quot;fusion&quot;,&quot;architecture_role_graph_digest&quot;:null,&quot;architecture_role_graph_edge_id&quot;:null,&quot;architecture_role_id&quot;:null,&quot;architecture_route_id&quot;:null,&quot;architecture_route_role&quot;:null,&quot;depth&quot;:20.032249,&quot;endpoint_object_ids&quot;:[],&quot;endpoint_role_ids&quot;:[],&quot;kind&quot;:&quot;edge&quot;,&quot;object_id&quot;:&quot;scene_object_scene_template_multimodal_fusion_fusion_d51fd46a&quot;,&quot;repeat_count&quot;:1,&quot;source_digest&quot;:&quot;9d1e5ca3242f6b05f661724f141275caff4042f25c18e1aacb414f401cf31570&quot;}"/>
          <p:cNvCxnSpPr/>
          <p:nvPr/>
        </p:nvCxnSpPr>
        <p:spPr>
          <a:xfrm flipH="1">
            <a:off x="2945074" y="1867331"/>
            <a:ext cx="574531" cy="30395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edge scene_object_scene_template_multimodal_fusion_audio_enc_6b7f3403 000" descr="{&quot;architecture_direction&quot;:null,&quot;architecture_evidence_digest&quot;:null,&quot;architecture_role&quot;:&quot;audio-encoder&quot;,&quot;architecture_role_graph_digest&quot;:null,&quot;architecture_role_graph_edge_id&quot;:null,&quot;architecture_role_id&quot;:null,&quot;architecture_route_id&quot;:null,&quot;architecture_route_role&quot;:null,&quot;depth&quot;:20.022714399999998,&quot;endpoint_object_ids&quot;:[],&quot;endpoint_role_ids&quot;:[],&quot;kind&quot;:&quot;edge&quot;,&quot;object_id&quot;:&quot;scene_object_scene_template_multimodal_fusion_audio_enc_6b7f3403&quot;,&quot;repeat_count&quot;:1,&quot;source_digest&quot;:&quot;9d1e5ca3242f6b05f661724f141275caff4042f25c18e1aacb414f401cf31570&quot;}"/>
          <p:cNvCxnSpPr/>
          <p:nvPr/>
        </p:nvCxnSpPr>
        <p:spPr>
          <a:xfrm flipH="1">
            <a:off x="2493109" y="1020588"/>
            <a:ext cx="459625" cy="2431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edge scene_object_scene_template_multimodal_fusion_fusion_d51fd46a 000" descr="{&quot;architecture_direction&quot;:null,&quot;architecture_evidence_digest&quot;:null,&quot;architecture_role&quot;:&quot;fusion&quot;,&quot;architecture_role_graph_digest&quot;:null,&quot;architecture_role_graph_edge_id&quot;:null,&quot;architecture_role_id&quot;:null,&quot;architecture_route_id&quot;:null,&quot;architecture_route_role&quot;:null,&quot;depth&quot;:19.9988778,&quot;endpoint_object_ids&quot;:[],&quot;endpoint_role_ids&quot;:[],&quot;kind&quot;:&quot;edge&quot;,&quot;object_id&quot;:&quot;scene_object_scene_template_multimodal_fusion_fusion_d51fd46a&quot;,&quot;repeat_count&quot;:1,&quot;source_digest&quot;:&quot;9d1e5ca3242f6b05f661724f141275caff4042f25c18e1aacb414f401cf31570&quot;}"/>
          <p:cNvCxnSpPr/>
          <p:nvPr/>
        </p:nvCxnSpPr>
        <p:spPr>
          <a:xfrm>
            <a:off x="2945074" y="3057112"/>
            <a:ext cx="589851" cy="22927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edge scene_object_scene_template_multimodal_fusion_audio_enc_6b7f3403 000" descr="{&quot;architecture_direction&quot;:null,&quot;architecture_evidence_digest&quot;:null,&quot;architecture_role&quot;:&quot;audio-encoder&quot;,&quot;architecture_role_graph_digest&quot;:null,&quot;architecture_role_graph_edge_id&quot;:null,&quot;architecture_role_id&quot;:null,&quot;architecture_route_id&quot;:null,&quot;architecture_route_role&quot;:null,&quot;depth&quot;:19.92736815,&quot;endpoint_object_ids&quot;:[],&quot;endpoint_role_ids&quot;:[],&quot;kind&quot;:&quot;edge&quot;,&quot;object_id&quot;:&quot;scene_object_scene_template_multimodal_fusion_audio_enc_6b7f3403&quot;,&quot;repeat_count&quot;:1,&quot;source_digest&quot;:&quot;9d1e5ca3242f6b05f661724f141275caff4042f25c18e1aacb414f401cf31570&quot;}"/>
          <p:cNvCxnSpPr/>
          <p:nvPr/>
        </p:nvCxnSpPr>
        <p:spPr>
          <a:xfrm flipH="1" flipV="1">
            <a:off x="1956880" y="1055327"/>
            <a:ext cx="536229" cy="2084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edge scene_object_scene_template_multimodal_fusion_fusion_d51fd46a 000" descr="{&quot;architecture_direction&quot;:null,&quot;architecture_evidence_digest&quot;:null,&quot;architecture_role&quot;:&quot;fusion&quot;,&quot;architecture_role_graph_digest&quot;:null,&quot;architecture_role_graph_edge_id&quot;:null,&quot;architecture_role_id&quot;:null,&quot;architecture_route_id&quot;:null,&quot;architecture_route_role&quot;:null,&quot;depth&quot;:19.91306615,&quot;endpoint_object_ids&quot;:[],&quot;endpoint_role_ids&quot;:[],&quot;kind&quot;:&quot;edge&quot;,&quot;object_id&quot;:&quot;scene_object_scene_template_multimodal_fusion_fusion_d51fd46a&quot;,&quot;repeat_count&quot;:1,&quot;source_digest&quot;:&quot;9d1e5ca3242f6b05f661724f141275caff4042f25c18e1aacb414f401cf31570&quot;}"/>
          <p:cNvCxnSpPr/>
          <p:nvPr/>
        </p:nvCxnSpPr>
        <p:spPr>
          <a:xfrm flipV="1">
            <a:off x="2945074" y="2171289"/>
            <a:ext cx="0" cy="8858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edge scene_object_scene_template_multimodal_fusion_audio_enc_6b7f3403 000" descr="{&quot;architecture_direction&quot;:null,&quot;architecture_evidence_digest&quot;:null,&quot;architecture_role&quot;:&quot;audio-encoder&quot;,&quot;architecture_role_graph_digest&quot;:null,&quot;architecture_role_graph_edge_id&quot;:null,&quot;architecture_role_id&quot;:null,&quot;architecture_route_id&quot;:null,&quot;architecture_route_role&quot;:null,&quot;depth&quot;:19.736675599999998,&quot;endpoint_object_ids&quot;:[],&quot;endpoint_role_ids&quot;:[],&quot;kind&quot;:&quot;edge&quot;,&quot;object_id&quot;:&quot;scene_object_scene_template_multimodal_fusion_audio_enc_6b7f3403&quot;,&quot;repeat_count&quot;:1,&quot;source_digest&quot;:&quot;9d1e5ca3242f6b05f661724f141275caff4042f25c18e1aacb414f401cf31570&quot;}"/>
          <p:cNvCxnSpPr/>
          <p:nvPr/>
        </p:nvCxnSpPr>
        <p:spPr>
          <a:xfrm flipV="1">
            <a:off x="2493109" y="1263755"/>
            <a:ext cx="0" cy="47243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arrow scene_object_scene_template_multimodal_fusion_output_a001ce9d 000" descr="{&quot;architecture_direction&quot;:null,&quot;architecture_evidence_digest&quot;:null,&quot;architecture_role&quot;:&quot;output&quot;,&quot;architecture_role_graph_digest&quot;:null,&quot;architecture_role_graph_edge_id&quot;:null,&quot;architecture_role_id&quot;:null,&quot;architecture_route_id&quot;:null,&quot;architecture_route_role&quot;:null,&quot;depth&quot;:19.3386049375,&quot;endpoint_object_ids&quot;:[&quot;scene_object_scene_template_multimodal_fusion_fusion_d51fd46a&quot;,&quot;scene_object_scene_template_multimodal_fusion_head_8237e840&quot;],&quot;endpoint_role_ids&quot;:[],&quot;kind&quot;:&quot;arrow&quot;,&quot;object_id&quot;:&quot;scene_object_scene_template_multimodal_fusion_output_a001ce9d&quot;,&quot;repeat_count&quot;:1,&quot;source_digest&quot;:&quot;9d1e5ca3242f6b05f661724f141275caff4042f25c18e1aacb414f401cf31570&quot;}"/>
          <p:cNvCxnSpPr/>
          <p:nvPr/>
        </p:nvCxnSpPr>
        <p:spPr>
          <a:xfrm>
            <a:off x="3822191" y="2691493"/>
            <a:ext cx="140760" cy="54713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edge scene_object_scene_template_multimodal_fusion_fusion_d51fd46a 000" descr="{&quot;architecture_direction&quot;:null,&quot;architecture_evidence_digest&quot;:null,&quot;architecture_role&quot;:&quot;fusion&quot;,&quot;architecture_role_graph_digest&quot;:null,&quot;architecture_role_graph_edge_id&quot;:null,&quot;architecture_role_id&quot;:null,&quot;architecture_route_id&quot;:null,&quot;architecture_route_role&quot;:null,&quot;depth&quot;:18.77367835,&quot;endpoint_object_ids&quot;:[],&quot;endpoint_role_ids&quot;:[],&quot;kind&quot;:&quot;edge&quot;,&quot;object_id&quot;:&quot;scene_object_scene_template_multimodal_fusion_fusion_d51fd46a&quot;,&quot;repeat_count&quot;:1,&quot;source_digest&quot;:&quot;9d1e5ca3242f6b05f661724f141275caff4042f25c18e1aacb414f401cf31570&quot;}"/>
          <p:cNvCxnSpPr/>
          <p:nvPr/>
        </p:nvCxnSpPr>
        <p:spPr>
          <a:xfrm flipH="1">
            <a:off x="3534925" y="2096602"/>
            <a:ext cx="574531" cy="30395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NDV editable edge scene_object_scene_template_multimodal_fusion_fusion_d51fd46a 000" descr="{&quot;architecture_direction&quot;:null,&quot;architecture_evidence_digest&quot;:null,&quot;architecture_role&quot;:&quot;fusion&quot;,&quot;architecture_role_graph_digest&quot;:null,&quot;architecture_role_graph_edge_id&quot;:null,&quot;architecture_role_id&quot;:null,&quot;architecture_route_id&quot;:null,&quot;architecture_route_role&quot;:null,&quot;depth&quot;:18.65449555,&quot;endpoint_object_ids&quot;:[],&quot;endpoint_role_ids&quot;:[],&quot;kind&quot;:&quot;edge&quot;,&quot;object_id&quot;:&quot;scene_object_scene_template_multimodal_fusion_fusion_d51fd46a&quot;,&quot;repeat_count&quot;:1,&quot;source_digest&quot;:&quot;9d1e5ca3242f6b05f661724f141275caff4042f25c18e1aacb414f401cf31570&quot;}"/>
          <p:cNvCxnSpPr/>
          <p:nvPr/>
        </p:nvCxnSpPr>
        <p:spPr>
          <a:xfrm flipV="1">
            <a:off x="3534925" y="2400561"/>
            <a:ext cx="0" cy="8858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NDV editable edge scene_object_scene_template_multimodal_fusion_fusion_d51fd46a 000" descr="{&quot;architecture_direction&quot;:null,&quot;architecture_evidence_digest&quot;:null,&quot;architecture_role&quot;:&quot;fusion&quot;,&quot;architecture_role_graph_digest&quot;:null,&quot;architecture_role_graph_edge_id&quot;:null,&quot;architecture_role_id&quot;:null,&quot;architecture_route_id&quot;:null,&quot;architecture_route_role&quot;:null,&quot;depth&quot;:18.5686839,&quot;endpoint_object_ids&quot;:[],&quot;endpoint_role_ids&quot;:[],&quot;kind&quot;:&quot;edge&quot;,&quot;object_id&quot;:&quot;scene_object_scene_template_multimodal_fusion_fusion_d51fd46a&quot;,&quot;repeat_count&quot;:1,&quot;source_digest&quot;:&quot;9d1e5ca3242f6b05f661724f141275caff4042f25c18e1aacb414f401cf31570&quot;}"/>
          <p:cNvCxnSpPr/>
          <p:nvPr/>
        </p:nvCxnSpPr>
        <p:spPr>
          <a:xfrm flipH="1" flipV="1">
            <a:off x="2945074" y="2171289"/>
            <a:ext cx="589851" cy="22927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NDV editable edge scene_object_scene_template_multimodal_fusion_head_8237e840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8.35415485,&quot;endpoint_object_ids&quot;:[],&quot;endpoint_role_ids&quot;:[],&quot;kind&quot;:&quot;edge&quot;,&quot;object_id&quot;:&quot;scene_object_scene_template_multimodal_fusion_head_8237e840&quot;,&quot;repeat_count&quot;:1,&quot;source_digest&quot;:&quot;9d1e5ca3242f6b05f661724f141275caff4042f25c18e1aacb414f401cf31570&quot;}"/>
          <p:cNvCxnSpPr/>
          <p:nvPr/>
        </p:nvCxnSpPr>
        <p:spPr>
          <a:xfrm flipH="1" flipV="1">
            <a:off x="4427364" y="2450063"/>
            <a:ext cx="536228" cy="2084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NDV editable edge scene_object_scene_template_multimodal_fusion_head_8237e840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8.258808600000002,&quot;endpoint_object_ids&quot;:[],&quot;endpoint_role_ids&quot;:[],&quot;kind&quot;:&quot;edge&quot;,&quot;object_id&quot;:&quot;scene_object_scene_template_multimodal_fusion_head_8237e840&quot;,&quot;repeat_count&quot;:1,&quot;source_digest&quot;:&quot;9d1e5ca3242f6b05f661724f141275caff4042f25c18e1aacb414f401cf31570&quot;}"/>
          <p:cNvCxnSpPr/>
          <p:nvPr/>
        </p:nvCxnSpPr>
        <p:spPr>
          <a:xfrm flipH="1">
            <a:off x="3967739" y="2450063"/>
            <a:ext cx="459625" cy="2431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NNDV editable edge scene_object_scene_template_multimodal_fusion_head_8237e840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8.21113545,&quot;endpoint_object_ids&quot;:[],&quot;endpoint_role_ids&quot;:[],&quot;kind&quot;:&quot;edge&quot;,&quot;object_id&quot;:&quot;scene_object_scene_template_multimodal_fusion_head_8237e840&quot;,&quot;repeat_count&quot;:1,&quot;source_digest&quot;:&quot;9d1e5ca3242f6b05f661724f141275caff4042f25c18e1aacb414f401cf31570&quot;}"/>
          <p:cNvCxnSpPr/>
          <p:nvPr/>
        </p:nvCxnSpPr>
        <p:spPr>
          <a:xfrm flipV="1">
            <a:off x="4963592" y="2658492"/>
            <a:ext cx="0" cy="53149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NNDV editable edge scene_object_scene_template_multimodal_fusion_head_8237e840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8.02044295,&quot;endpoint_object_ids&quot;:[],&quot;endpoint_role_ids&quot;:[],&quot;kind&quot;:&quot;edge&quot;,&quot;object_id&quot;:&quot;scene_object_scene_template_multimodal_fusion_head_8237e840&quot;,&quot;repeat_count&quot;:1,&quot;source_digest&quot;:&quot;9d1e5ca3242f6b05f661724f141275caff4042f25c18e1aacb414f401cf31570&quot;}"/>
          <p:cNvCxnSpPr/>
          <p:nvPr/>
        </p:nvCxnSpPr>
        <p:spPr>
          <a:xfrm flipV="1">
            <a:off x="3967739" y="2693230"/>
            <a:ext cx="0" cy="53149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NDV editable edge scene_object_scene_template_multimodal_fusion_head_8237e840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972769800000002,&quot;endpoint_object_ids&quot;:[],&quot;endpoint_role_ids&quot;:[],&quot;kind&quot;:&quot;edge&quot;,&quot;object_id&quot;:&quot;scene_object_scene_template_multimodal_fusion_head_8237e840&quot;,&quot;repeat_count&quot;:1,&quot;source_digest&quot;:&quot;9d1e5ca3242f6b05f661724f141275caff4042f25c18e1aacb414f401cf31570&quot;}"/>
          <p:cNvCxnSpPr/>
          <p:nvPr/>
        </p:nvCxnSpPr>
        <p:spPr>
          <a:xfrm flipH="1">
            <a:off x="4503968" y="3189985"/>
            <a:ext cx="459624" cy="2431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NNDV editable edge scene_object_scene_template_multimodal_fusion_head_8237e840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87742355,&quot;endpoint_object_ids&quot;:[],&quot;endpoint_role_ids&quot;:[],&quot;kind&quot;:&quot;edge&quot;,&quot;object_id&quot;:&quot;scene_object_scene_template_multimodal_fusion_head_8237e840&quot;,&quot;repeat_count&quot;:1,&quot;source_digest&quot;:&quot;9d1e5ca3242f6b05f661724f141275caff4042f25c18e1aacb414f401cf31570&quot;}"/>
          <p:cNvCxnSpPr/>
          <p:nvPr/>
        </p:nvCxnSpPr>
        <p:spPr>
          <a:xfrm>
            <a:off x="3967739" y="3224724"/>
            <a:ext cx="536229" cy="2084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NNDV editable edge scene_object_scene_template_multimodal_fusion_head_8237e840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114653500000003,&quot;endpoint_object_ids&quot;:[],&quot;endpoint_role_ids&quot;:[],&quot;kind&quot;:&quot;edge&quot;,&quot;object_id&quot;:&quot;scene_object_scene_template_multimodal_fusion_head_8237e840&quot;,&quot;repeat_count&quot;:1,&quot;source_digest&quot;:&quot;9d1e5ca3242f6b05f661724f141275caff4042f25c18e1aacb414f401cf31570&quot;}"/>
          <p:cNvCxnSpPr/>
          <p:nvPr/>
        </p:nvCxnSpPr>
        <p:spPr>
          <a:xfrm flipH="1">
            <a:off x="4503968" y="2658492"/>
            <a:ext cx="459624" cy="2431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NNDV editable edge scene_object_scene_template_multimodal_fusion_head_8237e840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01930725,&quot;endpoint_object_ids&quot;:[],&quot;endpoint_role_ids&quot;:[],&quot;kind&quot;:&quot;edge&quot;,&quot;object_id&quot;:&quot;scene_object_scene_template_multimodal_fusion_head_8237e840&quot;,&quot;repeat_count&quot;:1,&quot;source_digest&quot;:&quot;9d1e5ca3242f6b05f661724f141275caff4042f25c18e1aacb414f401cf31570&quot;}"/>
          <p:cNvCxnSpPr/>
          <p:nvPr/>
        </p:nvCxnSpPr>
        <p:spPr>
          <a:xfrm flipH="1" flipV="1">
            <a:off x="3967739" y="2693230"/>
            <a:ext cx="536229" cy="2084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NNDV editable edge scene_object_scene_template_multimodal_fusion_head_8237e840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6.87628785,&quot;endpoint_object_ids&quot;:[],&quot;endpoint_role_ids&quot;:[],&quot;kind&quot;:&quot;edge&quot;,&quot;object_id&quot;:&quot;scene_object_scene_template_multimodal_fusion_head_8237e840&quot;,&quot;repeat_count&quot;:1,&quot;source_digest&quot;:&quot;9d1e5ca3242f6b05f661724f141275caff4042f25c18e1aacb414f401cf31570&quot;}"/>
          <p:cNvCxnSpPr/>
          <p:nvPr/>
        </p:nvCxnSpPr>
        <p:spPr>
          <a:xfrm flipV="1">
            <a:off x="4503968" y="2901659"/>
            <a:ext cx="0" cy="53149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NNDV editable label scene_object_scene_template_multimodal_fusion_geometry__adf9590f 0067" descr="{&quot;architecture_direction&quot;:null,&quot;architecture_evidence_digest&quot;:null,&quot;architecture_role&quot;:&quot;legend&quot;,&quot;architecture_role_graph_digest&quot;:null,&quot;architecture_role_graph_edge_id&quot;:null,&quot;architecture_role_id&quot;:null,&quot;architecture_route_id&quot;:null,&quot;architecture_route_role&quot;:null,&quot;depth&quot;:23.3598334,&quot;endpoint_object_ids&quot;:[],&quot;endpoint_role_ids&quot;:[],&quot;kind&quot;:&quot;label&quot;,&quot;object_id&quot;:&quot;scene_object_scene_template_multimodal_fusion_geometry__adf9590f&quot;,&quot;repeat_count&quot;:1,&quot;source_digest&quot;:&quot;9d1e5ca3242f6b05f661724f141275caff4042f25c18e1aacb414f401cf31570&quot;}"/>
          <p:cNvSpPr txBox="1"/>
          <p:nvPr/>
        </p:nvSpPr>
        <p:spPr>
          <a:xfrm>
            <a:off x="288000" y="3920875"/>
            <a:ext cx="1488185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Depth/thickness are visual.</a:t>
            </a:r>
          </a:p>
        </p:txBody>
      </p:sp>
      <p:cxnSp>
        <p:nvCxnSpPr>
          <p:cNvPr id="71" name="NNDV editable leader scene_object_scene_template_multimodal_fusion_head_8237e840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8.1157892,&quot;endpoint_object_ids&quot;:[],&quot;endpoint_role_ids&quot;:[],&quot;kind&quot;:&quot;leader&quot;,&quot;object_id&quot;:&quot;scene_object_scene_template_multimodal_fusion_head_8237e840&quot;,&quot;repeat_count&quot;:1,&quot;source_digest&quot;:&quot;9d1e5ca3242f6b05f661724f141275caff4042f25c18e1aacb414f401cf31570&quot;}"/>
          <p:cNvCxnSpPr/>
          <p:nvPr/>
        </p:nvCxnSpPr>
        <p:spPr>
          <a:xfrm flipV="1">
            <a:off x="4465666" y="3445752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NNDV editable label scene_object_scene_template_multimodal_fusion_head_8237e840 0069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8.1157892,&quot;endpoint_object_ids&quot;:[],&quot;endpoint_role_ids&quot;:[],&quot;kind&quot;:&quot;label&quot;,&quot;object_id&quot;:&quot;scene_object_scene_template_multimodal_fusion_head_8237e840&quot;,&quot;repeat_count&quot;:1,&quot;source_digest&quot;:&quot;9d1e5ca3242f6b05f661724f141275caff4042f25c18e1aacb414f401cf31570&quot;}"/>
          <p:cNvSpPr txBox="1"/>
          <p:nvPr/>
        </p:nvSpPr>
        <p:spPr>
          <a:xfrm>
            <a:off x="4052281" y="3488952"/>
            <a:ext cx="826769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Prediction head</a:t>
            </a:r>
          </a:p>
        </p:txBody>
      </p:sp>
      <p:cxnSp>
        <p:nvCxnSpPr>
          <p:cNvPr id="73" name="NNDV editable leader scene_object_scene_template_multimodal_fusion_audio_enc_6b7f3403 000" descr="{&quot;architecture_direction&quot;:null,&quot;architecture_evidence_digest&quot;:null,&quot;architecture_role&quot;:&quot;audio-encoder&quot;,&quot;architecture_role_graph_digest&quot;:null,&quot;architecture_role_graph_edge_id&quot;:null,&quot;architecture_role_id&quot;:null,&quot;architecture_route_id&quot;:null,&quot;architecture_route_role&quot;:null,&quot;depth&quot;:20.976177,&quot;endpoint_object_ids&quot;:[],&quot;endpoint_role_ids&quot;:[],&quot;kind&quot;:&quot;leader&quot;,&quot;object_id&quot;:&quot;scene_object_scene_template_multimodal_fusion_audio_enc_6b7f3403&quot;,&quot;repeat_count&quot;:1,&quot;source_digest&quot;:&quot;9d1e5ca3242f6b05f661724f141275caff4042f25c18e1aacb414f401cf31570&quot;}"/>
          <p:cNvCxnSpPr/>
          <p:nvPr/>
        </p:nvCxnSpPr>
        <p:spPr>
          <a:xfrm>
            <a:off x="2454807" y="756359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NNDV editable label scene_object_scene_template_multimodal_fusion_audio_enc_6b7f3403 0071" descr="{&quot;architecture_direction&quot;:null,&quot;architecture_evidence_digest&quot;:null,&quot;architecture_role&quot;:&quot;audio-encoder&quot;,&quot;architecture_role_graph_digest&quot;:null,&quot;architecture_role_graph_edge_id&quot;:null,&quot;architecture_role_id&quot;:null,&quot;architecture_route_id&quot;:null,&quot;architecture_route_role&quot;:null,&quot;depth&quot;:20.976177,&quot;endpoint_object_ids&quot;:[],&quot;endpoint_role_ids&quot;:[],&quot;kind&quot;:&quot;label&quot;,&quot;object_id&quot;:&quot;scene_object_scene_template_multimodal_fusion_audio_enc_6b7f3403&quot;,&quot;repeat_count&quot;:1,&quot;source_digest&quot;:&quot;9d1e5ca3242f6b05f661724f141275caff4042f25c18e1aacb414f401cf31570&quot;}"/>
          <p:cNvSpPr txBox="1"/>
          <p:nvPr/>
        </p:nvSpPr>
        <p:spPr>
          <a:xfrm>
            <a:off x="1903627" y="645234"/>
            <a:ext cx="1102359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Audio stream encoder</a:t>
            </a:r>
          </a:p>
        </p:txBody>
      </p:sp>
      <p:cxnSp>
        <p:nvCxnSpPr>
          <p:cNvPr id="75" name="NNDV editable leader scene_object_scene_template_multimodal_fusion_image_enc_41c61520 000" descr="{&quot;architecture_direction&quot;:null,&quot;architecture_evidence_digest&quot;:null,&quot;architecture_role&quot;:&quot;image-encoder&quot;,&quot;architecture_role_graph_digest&quot;:null,&quot;architecture_role_graph_edge_id&quot;:null,&quot;architecture_role_id&quot;:null,&quot;architecture_route_id&quot;:null,&quot;architecture_route_role&quot;:null,&quot;depth&quot;:23.8365647,&quot;endpoint_object_ids&quot;:[],&quot;endpoint_role_ids&quot;:[],&quot;kind&quot;:&quot;leader&quot;,&quot;object_id&quot;:&quot;scene_object_scene_template_multimodal_fusion_image_enc_41c61520&quot;,&quot;repeat_count&quot;:1,&quot;source_digest&quot;:&quot;9d1e5ca3242f6b05f661724f141275caff4042f25c18e1aacb414f401cf31570&quot;}"/>
          <p:cNvCxnSpPr/>
          <p:nvPr/>
        </p:nvCxnSpPr>
        <p:spPr>
          <a:xfrm flipV="1">
            <a:off x="2454807" y="3520439"/>
            <a:ext cx="0" cy="432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NNDV editable label scene_object_scene_template_multimodal_fusion_image_enc_41c61520 0073" descr="{&quot;architecture_direction&quot;:null,&quot;architecture_evidence_digest&quot;:null,&quot;architecture_role&quot;:&quot;image-encoder&quot;,&quot;architecture_role_graph_digest&quot;:null,&quot;architecture_role_graph_edge_id&quot;:null,&quot;architecture_role_id&quot;:null,&quot;architecture_route_id&quot;:null,&quot;architecture_route_role&quot;:null,&quot;depth&quot;:23.8365647,&quot;endpoint_object_ids&quot;:[],&quot;endpoint_role_ids&quot;:[],&quot;kind&quot;:&quot;label&quot;,&quot;object_id&quot;:&quot;scene_object_scene_template_multimodal_fusion_image_enc_41c61520&quot;,&quot;repeat_count&quot;:1,&quot;source_digest&quot;:&quot;9d1e5ca3242f6b05f661724f141275caff4042f25c18e1aacb414f401cf31570&quot;}"/>
          <p:cNvSpPr txBox="1"/>
          <p:nvPr/>
        </p:nvSpPr>
        <p:spPr>
          <a:xfrm>
            <a:off x="1903627" y="3563640"/>
            <a:ext cx="1102359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Image stream encoder</a:t>
            </a:r>
          </a:p>
        </p:txBody>
      </p:sp>
      <p:cxnSp>
        <p:nvCxnSpPr>
          <p:cNvPr id="77" name="NNDV editable leader scene_object_scene_template_multimodal_fusion_text_enco_350913f2 000" descr="{&quot;architecture_direction&quot;:null,&quot;architecture_evidence_digest&quot;:null,&quot;architecture_role&quot;:&quot;text-encoder&quot;,&quot;architecture_role_graph_digest&quot;:null,&quot;architecture_role_graph_edge_id&quot;:null,&quot;architecture_role_id&quot;:null,&quot;architecture_route_id&quot;:null,&quot;architecture_route_role&quot;:null,&quot;depth&quot;:22.4063708,&quot;endpoint_object_ids&quot;:[],&quot;endpoint_role_ids&quot;:[],&quot;kind&quot;:&quot;leader&quot;,&quot;object_id&quot;:&quot;scene_object_scene_template_multimodal_fusion_text_enco_350913f2&quot;,&quot;repeat_count&quot;:1,&quot;source_digest&quot;:&quot;9d1e5ca3242f6b05f661724f141275caff4042f25c18e1aacb414f401cf31570&quot;}"/>
          <p:cNvCxnSpPr/>
          <p:nvPr/>
        </p:nvCxnSpPr>
        <p:spPr>
          <a:xfrm>
            <a:off x="1901080" y="2159999"/>
            <a:ext cx="43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NNDV editable label scene_object_scene_template_multimodal_fusion_text_enco_350913f2 0075" descr="{&quot;architecture_direction&quot;:null,&quot;architecture_evidence_digest&quot;:null,&quot;architecture_role&quot;:&quot;text-encoder&quot;,&quot;architecture_role_graph_digest&quot;:null,&quot;architecture_role_graph_edge_id&quot;:null,&quot;architecture_role_id&quot;:null,&quot;architecture_route_id&quot;:null,&quot;architecture_route_role&quot;:null,&quot;depth&quot;:22.4063708,&quot;endpoint_object_ids&quot;:[],&quot;endpoint_role_ids&quot;:[],&quot;kind&quot;:&quot;label&quot;,&quot;object_id&quot;:&quot;scene_object_scene_template_multimodal_fusion_text_enco_350913f2&quot;,&quot;repeat_count&quot;:1,&quot;source_digest&quot;:&quot;9d1e5ca3242f6b05f661724f141275caff4042f25c18e1aacb414f401cf31570&quot;}"/>
          <p:cNvSpPr txBox="1"/>
          <p:nvPr/>
        </p:nvSpPr>
        <p:spPr>
          <a:xfrm>
            <a:off x="853838" y="2104437"/>
            <a:ext cx="1047241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Text stream encoder</a:t>
            </a:r>
          </a:p>
        </p:txBody>
      </p:sp>
      <p:cxnSp>
        <p:nvCxnSpPr>
          <p:cNvPr id="79" name="NNDV editable leader scene_object_scene_template_multimodal_fusion_fusion_d51fd46a 000" descr="{&quot;architecture_direction&quot;:null,&quot;architecture_evidence_digest&quot;:null,&quot;architecture_role&quot;:&quot;fusion&quot;,&quot;architecture_role_graph_digest&quot;:null,&quot;architecture_role_graph_edge_id&quot;:null,&quot;architecture_role_id&quot;:null,&quot;architecture_route_id&quot;:null,&quot;architecture_route_role&quot;:null,&quot;depth&quot;:20.1180606,&quot;endpoint_object_ids&quot;:[],&quot;endpoint_role_ids&quot;:[],&quot;kind&quot;:&quot;leader&quot;,&quot;object_id&quot;:&quot;scene_object_scene_template_multimodal_fusion_fusion_d51fd46a&quot;,&quot;repeat_count&quot;:1,&quot;source_digest&quot;:&quot;9d1e5ca3242f6b05f661724f141275caff4042f25c18e1aacb414f401cf31570&quot;}"/>
          <p:cNvCxnSpPr/>
          <p:nvPr/>
        </p:nvCxnSpPr>
        <p:spPr>
          <a:xfrm>
            <a:off x="3527265" y="1811531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NNDV editable label scene_object_scene_template_multimodal_fusion_fusion_d51fd46a 0077" descr="{&quot;architecture_direction&quot;:null,&quot;architecture_evidence_digest&quot;:null,&quot;architecture_role&quot;:&quot;fusion&quot;,&quot;architecture_role_graph_digest&quot;:null,&quot;architecture_role_graph_edge_id&quot;:null,&quot;architecture_role_id&quot;:null,&quot;architecture_route_id&quot;:null,&quot;architecture_route_role&quot;:null,&quot;depth&quot;:20.1180606,&quot;endpoint_object_ids&quot;:[],&quot;endpoint_role_ids&quot;:[],&quot;kind&quot;:&quot;label&quot;,&quot;object_id&quot;:&quot;scene_object_scene_template_multimodal_fusion_fusion_d51fd46a&quot;,&quot;repeat_count&quot;:1,&quot;source_digest&quot;:&quot;9d1e5ca3242f6b05f661724f141275caff4042f25c18e1aacb414f401cf31570&quot;}"/>
          <p:cNvSpPr txBox="1"/>
          <p:nvPr/>
        </p:nvSpPr>
        <p:spPr>
          <a:xfrm>
            <a:off x="3361911" y="1700406"/>
            <a:ext cx="33070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Fusion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scene_multimodal_fusion_editable_3d_template_19c62275</dc:title>
  <dc:subject>Editable deterministic CPU projection of Scene IR 1.0</dc:subject>
  <dc:creator/>
  <cp:keywords/>
  <dc:description>NN_DaVinci 0.7.3;nndv-scene-export-1;camera=scene_camera_multimodal_fusion_editable_3d_template_cam_7d754d47;digest=9d1e5ca3242f6b05f661724f141275caff4042f25c18e1aacb414f401cf31570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