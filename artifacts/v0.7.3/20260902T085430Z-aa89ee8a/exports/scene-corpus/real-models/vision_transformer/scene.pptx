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687ef801 0000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29.877703699999998,&quot;endpoint_object_ids&quot;:[],&quot;endpoint_role_ids&quot;:[],&quot;kind&quot;:&quot;face&quot;,&quot;object_id&quot;:&quot;scene_object_model_scene_architecture_role_architecture_687ef801&quot;,&quot;repeat_count&quot;:1,&quot;source_digest&quot;:&quot;33e5210ec92ef2b7eeabf9646e3ce45fc0a45d722ae1d43485e1e744034e17e2&quot;}"/>
          <p:cNvSpPr/>
          <p:nvPr/>
        </p:nvSpPr>
        <p:spPr>
          <a:xfrm>
            <a:off x="1283205" y="1465116"/>
            <a:ext cx="273763" cy="496579"/>
          </a:xfrm>
          <a:custGeom>
            <a:avLst/>
            <a:gdLst/>
            <a:ahLst/>
            <a:cxnLst/>
            <a:rect l="l" t="t" r="r" b="b"/>
            <a:pathLst>
              <a:path w="273763" h="496579">
                <a:moveTo>
                  <a:pt x="273763" y="351744"/>
                </a:moveTo>
                <a:lnTo>
                  <a:pt x="273763" y="0"/>
                </a:lnTo>
                <a:lnTo>
                  <a:pt x="0" y="144836"/>
                </a:lnTo>
                <a:lnTo>
                  <a:pt x="0" y="496579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687ef801 0001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29.63953885,&quot;endpoint_object_ids&quot;:[],&quot;endpoint_role_ids&quot;:[],&quot;kind&quot;:&quot;face&quot;,&quot;object_id&quot;:&quot;scene_object_model_scene_architecture_role_architecture_687ef801&quot;,&quot;repeat_count&quot;:1,&quot;source_digest&quot;:&quot;33e5210ec92ef2b7eeabf9646e3ce45fc0a45d722ae1d43485e1e744034e17e2&quot;}"/>
          <p:cNvSpPr/>
          <p:nvPr/>
        </p:nvSpPr>
        <p:spPr>
          <a:xfrm>
            <a:off x="1114560" y="1399565"/>
            <a:ext cx="442408" cy="210387"/>
          </a:xfrm>
          <a:custGeom>
            <a:avLst/>
            <a:gdLst/>
            <a:ahLst/>
            <a:cxnLst/>
            <a:rect l="l" t="t" r="r" b="b"/>
            <a:pathLst>
              <a:path w="442408" h="210387">
                <a:moveTo>
                  <a:pt x="273763" y="0"/>
                </a:moveTo>
                <a:lnTo>
                  <a:pt x="0" y="144835"/>
                </a:lnTo>
                <a:lnTo>
                  <a:pt x="168645" y="210387"/>
                </a:lnTo>
                <a:lnTo>
                  <a:pt x="442408" y="65551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687ef801 0002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29.37951455,&quot;endpoint_object_ids&quot;:[],&quot;endpoint_role_ids&quot;:[],&quot;kind&quot;:&quot;face&quot;,&quot;object_id&quot;:&quot;scene_object_model_scene_architecture_role_architecture_687ef801&quot;,&quot;repeat_count&quot;:1,&quot;source_digest&quot;:&quot;33e5210ec92ef2b7eeabf9646e3ce45fc0a45d722ae1d43485e1e744034e17e2&quot;}"/>
          <p:cNvSpPr/>
          <p:nvPr/>
        </p:nvSpPr>
        <p:spPr>
          <a:xfrm>
            <a:off x="1114560" y="1544400"/>
            <a:ext cx="168645" cy="417295"/>
          </a:xfrm>
          <a:custGeom>
            <a:avLst/>
            <a:gdLst/>
            <a:ahLst/>
            <a:cxnLst/>
            <a:rect l="l" t="t" r="r" b="b"/>
            <a:pathLst>
              <a:path w="168645" h="417295">
                <a:moveTo>
                  <a:pt x="0" y="351744"/>
                </a:moveTo>
                <a:lnTo>
                  <a:pt x="168645" y="417295"/>
                </a:lnTo>
                <a:lnTo>
                  <a:pt x="168645" y="65552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2357c18e 0003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2.41971935,&quot;endpoint_object_ids&quot;:[],&quot;endpoint_role_ids&quot;:[],&quot;kind&quot;:&quot;face&quot;,&quot;object_id&quot;:&quot;scene_object_model_scene_architecture_role_architecture_2357c18e&quot;,&quot;repeat_count&quot;:3,&quot;source_digest&quot;:&quot;33e5210ec92ef2b7eeabf9646e3ce45fc0a45d722ae1d43485e1e744034e17e2&quot;}"/>
          <p:cNvSpPr/>
          <p:nvPr/>
        </p:nvSpPr>
        <p:spPr>
          <a:xfrm>
            <a:off x="1930439" y="1529933"/>
            <a:ext cx="402738" cy="565723"/>
          </a:xfrm>
          <a:custGeom>
            <a:avLst/>
            <a:gdLst/>
            <a:ahLst/>
            <a:cxnLst/>
            <a:rect l="l" t="t" r="r" b="b"/>
            <a:pathLst>
              <a:path w="402738" h="565723">
                <a:moveTo>
                  <a:pt x="402738" y="352653"/>
                </a:moveTo>
                <a:lnTo>
                  <a:pt x="402738" y="0"/>
                </a:lnTo>
                <a:lnTo>
                  <a:pt x="0" y="213071"/>
                </a:lnTo>
                <a:lnTo>
                  <a:pt x="0" y="565723"/>
                </a:lnTo>
                <a:close/>
              </a:path>
            </a:pathLst>
          </a:cu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2357c18e 0004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2.08834195,&quot;endpoint_object_ids&quot;:[],&quot;endpoint_role_ids&quot;:[],&quot;kind&quot;:&quot;face&quot;,&quot;object_id&quot;:&quot;scene_object_model_scene_architecture_role_architecture_2357c18e&quot;,&quot;repeat_count&quot;:3,&quot;source_digest&quot;:&quot;33e5210ec92ef2b7eeabf9646e3ce45fc0a45d722ae1d43485e1e744034e17e2&quot;}"/>
          <p:cNvSpPr/>
          <p:nvPr/>
        </p:nvSpPr>
        <p:spPr>
          <a:xfrm>
            <a:off x="1799271" y="1478949"/>
            <a:ext cx="533906" cy="264055"/>
          </a:xfrm>
          <a:custGeom>
            <a:avLst/>
            <a:gdLst/>
            <a:ahLst/>
            <a:cxnLst/>
            <a:rect l="l" t="t" r="r" b="b"/>
            <a:pathLst>
              <a:path w="533906" h="264055">
                <a:moveTo>
                  <a:pt x="402738" y="0"/>
                </a:moveTo>
                <a:lnTo>
                  <a:pt x="0" y="213070"/>
                </a:lnTo>
                <a:lnTo>
                  <a:pt x="131168" y="264055"/>
                </a:lnTo>
                <a:lnTo>
                  <a:pt x="533906" y="50984"/>
                </a:lnTo>
                <a:close/>
              </a:path>
            </a:pathLst>
          </a:cu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2357c18e 0005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1.4012399,&quot;endpoint_object_ids&quot;:[],&quot;endpoint_role_ids&quot;:[],&quot;kind&quot;:&quot;face&quot;,&quot;object_id&quot;:&quot;scene_object_model_scene_architecture_role_architecture_2357c18e&quot;,&quot;repeat_count&quot;:3,&quot;source_digest&quot;:&quot;33e5210ec92ef2b7eeabf9646e3ce45fc0a45d722ae1d43485e1e744034e17e2&quot;}"/>
          <p:cNvSpPr/>
          <p:nvPr/>
        </p:nvSpPr>
        <p:spPr>
          <a:xfrm>
            <a:off x="1799271" y="1692019"/>
            <a:ext cx="131168" cy="403637"/>
          </a:xfrm>
          <a:custGeom>
            <a:avLst/>
            <a:gdLst/>
            <a:ahLst/>
            <a:cxnLst/>
            <a:rect l="l" t="t" r="r" b="b"/>
            <a:pathLst>
              <a:path w="131168" h="403637">
                <a:moveTo>
                  <a:pt x="0" y="352653"/>
                </a:moveTo>
                <a:lnTo>
                  <a:pt x="131168" y="403637"/>
                </a:lnTo>
                <a:lnTo>
                  <a:pt x="131168" y="50985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68c6021e 0006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19.786732375,&quot;endpoint_object_ids&quot;:[],&quot;endpoint_role_ids&quot;:[],&quot;kind&quot;:&quot;face&quot;,&quot;object_id&quot;:&quot;scene_object_model_scene_architecture_role_architecture_68c6021e&quot;,&quot;repeat_count&quot;:3,&quot;source_digest&quot;:&quot;33e5210ec92ef2b7eeabf9646e3ce45fc0a45d722ae1d43485e1e744034e17e2&quot;}"/>
          <p:cNvSpPr/>
          <p:nvPr/>
        </p:nvSpPr>
        <p:spPr>
          <a:xfrm>
            <a:off x="2879569" y="2665813"/>
            <a:ext cx="402738" cy="565724"/>
          </a:xfrm>
          <a:custGeom>
            <a:avLst/>
            <a:gdLst/>
            <a:ahLst/>
            <a:cxnLst/>
            <a:rect l="l" t="t" r="r" b="b"/>
            <a:pathLst>
              <a:path w="402738" h="565724">
                <a:moveTo>
                  <a:pt x="402738" y="352653"/>
                </a:moveTo>
                <a:lnTo>
                  <a:pt x="402738" y="0"/>
                </a:lnTo>
                <a:lnTo>
                  <a:pt x="0" y="213071"/>
                </a:lnTo>
                <a:lnTo>
                  <a:pt x="0" y="56572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68c6021e 0007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19.7070691,&quot;endpoint_object_ids&quot;:[],&quot;endpoint_role_ids&quot;:[],&quot;kind&quot;:&quot;face&quot;,&quot;object_id&quot;:&quot;scene_object_model_scene_architecture_role_architecture_68c6021e&quot;,&quot;repeat_count&quot;:3,&quot;source_digest&quot;:&quot;33e5210ec92ef2b7eeabf9646e3ce45fc0a45d722ae1d43485e1e744034e17e2&quot;}"/>
          <p:cNvSpPr/>
          <p:nvPr/>
        </p:nvSpPr>
        <p:spPr>
          <a:xfrm>
            <a:off x="2645340" y="2574770"/>
            <a:ext cx="636967" cy="304114"/>
          </a:xfrm>
          <a:custGeom>
            <a:avLst/>
            <a:gdLst/>
            <a:ahLst/>
            <a:cxnLst/>
            <a:rect l="l" t="t" r="r" b="b"/>
            <a:pathLst>
              <a:path w="636967" h="304114">
                <a:moveTo>
                  <a:pt x="402738" y="0"/>
                </a:moveTo>
                <a:lnTo>
                  <a:pt x="0" y="213070"/>
                </a:lnTo>
                <a:lnTo>
                  <a:pt x="234229" y="304114"/>
                </a:lnTo>
                <a:lnTo>
                  <a:pt x="636967" y="91043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68c6021e 0008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19.019967049999998,&quot;endpoint_object_ids&quot;:[],&quot;endpoint_role_ids&quot;:[],&quot;kind&quot;:&quot;face&quot;,&quot;object_id&quot;:&quot;scene_object_model_scene_architecture_role_architecture_68c6021e&quot;,&quot;repeat_count&quot;:3,&quot;source_digest&quot;:&quot;33e5210ec92ef2b7eeabf9646e3ce45fc0a45d722ae1d43485e1e744034e17e2&quot;}"/>
          <p:cNvSpPr/>
          <p:nvPr/>
        </p:nvSpPr>
        <p:spPr>
          <a:xfrm>
            <a:off x="2645340" y="2787840"/>
            <a:ext cx="234229" cy="443697"/>
          </a:xfrm>
          <a:custGeom>
            <a:avLst/>
            <a:gdLst/>
            <a:ahLst/>
            <a:cxnLst/>
            <a:rect l="l" t="t" r="r" b="b"/>
            <a:pathLst>
              <a:path w="234229" h="443697">
                <a:moveTo>
                  <a:pt x="0" y="352653"/>
                </a:moveTo>
                <a:lnTo>
                  <a:pt x="234229" y="443697"/>
                </a:lnTo>
                <a:lnTo>
                  <a:pt x="234229" y="91044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a92207a0 0009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2.22434385,&quot;endpoint_object_ids&quot;:[],&quot;endpoint_role_ids&quot;:[],&quot;kind&quot;:&quot;face&quot;,&quot;object_id&quot;:&quot;scene_object_model_scene_architecture_role_architecture_a92207a0&quot;,&quot;repeat_count&quot;:3,&quot;source_digest&quot;:&quot;33e5210ec92ef2b7eeabf9646e3ce45fc0a45d722ae1d43485e1e744034e17e2&quot;}"/>
          <p:cNvSpPr/>
          <p:nvPr/>
        </p:nvSpPr>
        <p:spPr>
          <a:xfrm>
            <a:off x="3651354" y="2464721"/>
            <a:ext cx="402738" cy="565724"/>
          </a:xfrm>
          <a:custGeom>
            <a:avLst/>
            <a:gdLst/>
            <a:ahLst/>
            <a:cxnLst/>
            <a:rect l="l" t="t" r="r" b="b"/>
            <a:pathLst>
              <a:path w="402738" h="565724">
                <a:moveTo>
                  <a:pt x="402738" y="352653"/>
                </a:moveTo>
                <a:lnTo>
                  <a:pt x="402738" y="0"/>
                </a:lnTo>
                <a:lnTo>
                  <a:pt x="0" y="213071"/>
                </a:lnTo>
                <a:lnTo>
                  <a:pt x="0" y="56572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a92207a0 0010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1.892966475,&quot;endpoint_object_ids&quot;:[],&quot;endpoint_role_ids&quot;:[],&quot;kind&quot;:&quot;face&quot;,&quot;object_id&quot;:&quot;scene_object_model_scene_architecture_role_architecture_a92207a0&quot;,&quot;repeat_count&quot;:3,&quot;source_digest&quot;:&quot;33e5210ec92ef2b7eeabf9646e3ce45fc0a45d722ae1d43485e1e744034e17e2&quot;}"/>
          <p:cNvSpPr/>
          <p:nvPr/>
        </p:nvSpPr>
        <p:spPr>
          <a:xfrm>
            <a:off x="3520186" y="2413737"/>
            <a:ext cx="533906" cy="264055"/>
          </a:xfrm>
          <a:custGeom>
            <a:avLst/>
            <a:gdLst/>
            <a:ahLst/>
            <a:cxnLst/>
            <a:rect l="l" t="t" r="r" b="b"/>
            <a:pathLst>
              <a:path w="533906" h="264055">
                <a:moveTo>
                  <a:pt x="402737" y="0"/>
                </a:moveTo>
                <a:lnTo>
                  <a:pt x="0" y="213070"/>
                </a:lnTo>
                <a:lnTo>
                  <a:pt x="131168" y="264055"/>
                </a:lnTo>
                <a:lnTo>
                  <a:pt x="533906" y="50984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319313c7 0011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1.395784875,&quot;endpoint_object_ids&quot;:[],&quot;endpoint_role_ids&quot;:[],&quot;kind&quot;:&quot;face&quot;,&quot;object_id&quot;:&quot;scene_object_model_scene_architecture_role_architecture_319313c7&quot;,&quot;repeat_count&quot;:1,&quot;source_digest&quot;:&quot;33e5210ec92ef2b7eeabf9646e3ce45fc0a45d722ae1d43485e1e744034e17e2&quot;}"/>
          <p:cNvSpPr/>
          <p:nvPr/>
        </p:nvSpPr>
        <p:spPr>
          <a:xfrm>
            <a:off x="4932587" y="2985950"/>
            <a:ext cx="432853" cy="209277"/>
          </a:xfrm>
          <a:custGeom>
            <a:avLst/>
            <a:gdLst/>
            <a:ahLst/>
            <a:cxnLst/>
            <a:rect l="l" t="t" r="r" b="b"/>
            <a:pathLst>
              <a:path w="432853" h="209277">
                <a:moveTo>
                  <a:pt x="292316" y="0"/>
                </a:moveTo>
                <a:lnTo>
                  <a:pt x="0" y="154651"/>
                </a:lnTo>
                <a:lnTo>
                  <a:pt x="140538" y="209277"/>
                </a:lnTo>
                <a:lnTo>
                  <a:pt x="432853" y="54626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model_scene_architecture_role_architecture_319313c7 0012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1.31950785,&quot;endpoint_object_ids&quot;:[],&quot;endpoint_role_ids&quot;:[],&quot;kind&quot;:&quot;face&quot;,&quot;object_id&quot;:&quot;scene_object_model_scene_architecture_role_architecture_319313c7&quot;,&quot;repeat_count&quot;:1,&quot;source_digest&quot;:&quot;33e5210ec92ef2b7eeabf9646e3ce45fc0a45d722ae1d43485e1e744034e17e2&quot;}"/>
          <p:cNvSpPr/>
          <p:nvPr/>
        </p:nvSpPr>
        <p:spPr>
          <a:xfrm>
            <a:off x="5073125" y="3040576"/>
            <a:ext cx="292315" cy="299107"/>
          </a:xfrm>
          <a:custGeom>
            <a:avLst/>
            <a:gdLst/>
            <a:ahLst/>
            <a:cxnLst/>
            <a:rect l="l" t="t" r="r" b="b"/>
            <a:pathLst>
              <a:path w="292315" h="299107">
                <a:moveTo>
                  <a:pt x="292315" y="144456"/>
                </a:moveTo>
                <a:lnTo>
                  <a:pt x="292315" y="0"/>
                </a:lnTo>
                <a:lnTo>
                  <a:pt x="0" y="154651"/>
                </a:lnTo>
                <a:lnTo>
                  <a:pt x="0" y="299107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model_scene_architecture_role_architecture_a92207a0 0013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1.205864425,&quot;endpoint_object_ids&quot;:[],&quot;endpoint_role_ids&quot;:[],&quot;kind&quot;:&quot;face&quot;,&quot;object_id&quot;:&quot;scene_object_model_scene_architecture_role_architecture_a92207a0&quot;,&quot;repeat_count&quot;:3,&quot;source_digest&quot;:&quot;33e5210ec92ef2b7eeabf9646e3ce45fc0a45d722ae1d43485e1e744034e17e2&quot;}"/>
          <p:cNvSpPr/>
          <p:nvPr/>
        </p:nvSpPr>
        <p:spPr>
          <a:xfrm>
            <a:off x="3520186" y="2626807"/>
            <a:ext cx="131168" cy="403638"/>
          </a:xfrm>
          <a:custGeom>
            <a:avLst/>
            <a:gdLst/>
            <a:ahLst/>
            <a:cxnLst/>
            <a:rect l="l" t="t" r="r" b="b"/>
            <a:pathLst>
              <a:path w="131168" h="403638">
                <a:moveTo>
                  <a:pt x="0" y="352653"/>
                </a:moveTo>
                <a:lnTo>
                  <a:pt x="131168" y="403638"/>
                </a:lnTo>
                <a:lnTo>
                  <a:pt x="131168" y="50985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model_scene_architecture_role_architecture_319313c7 0014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0.690994625,&quot;endpoint_object_ids&quot;:[],&quot;endpoint_role_ids&quot;:[],&quot;kind&quot;:&quot;face&quot;,&quot;object_id&quot;:&quot;scene_object_model_scene_architecture_role_architecture_319313c7&quot;,&quot;repeat_count&quot;:1,&quot;source_digest&quot;:&quot;33e5210ec92ef2b7eeabf9646e3ce45fc0a45d722ae1d43485e1e744034e17e2&quot;}"/>
          <p:cNvSpPr/>
          <p:nvPr/>
        </p:nvSpPr>
        <p:spPr>
          <a:xfrm>
            <a:off x="4932587" y="3140601"/>
            <a:ext cx="140538" cy="199082"/>
          </a:xfrm>
          <a:custGeom>
            <a:avLst/>
            <a:gdLst/>
            <a:ahLst/>
            <a:cxnLst/>
            <a:rect l="l" t="t" r="r" b="b"/>
            <a:pathLst>
              <a:path w="140538" h="199082">
                <a:moveTo>
                  <a:pt x="0" y="144456"/>
                </a:moveTo>
                <a:lnTo>
                  <a:pt x="140538" y="199082"/>
                </a:lnTo>
                <a:lnTo>
                  <a:pt x="140538" y="54626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NNDV editable edge scene_object_model_scene_architecture_role_architecture_687ef801 000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30.7877887,&quot;endpoint_object_ids&quot;:[],&quot;endpoint_role_ids&quot;:[],&quot;kind&quot;:&quot;edge&quot;,&quot;object_id&quot;:&quot;scene_object_model_scene_architecture_role_architecture_687ef801&quot;,&quot;repeat_count&quot;:1,&quot;source_digest&quot;:&quot;33e5210ec92ef2b7eeabf9646e3ce45fc0a45d722ae1d43485e1e744034e17e2&quot;}"/>
          <p:cNvCxnSpPr/>
          <p:nvPr/>
        </p:nvCxnSpPr>
        <p:spPr>
          <a:xfrm flipV="1">
            <a:off x="1556967" y="1465115"/>
            <a:ext cx="0" cy="35174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edge scene_object_model_scene_architecture_role_architecture_687ef801 000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30.54962385,&quot;endpoint_object_ids&quot;:[],&quot;endpoint_role_ids&quot;:[],&quot;kind&quot;:&quot;edge&quot;,&quot;object_id&quot;:&quot;scene_object_model_scene_architecture_role_architecture_687ef801&quot;,&quot;repeat_count&quot;:1,&quot;source_digest&quot;:&quot;33e5210ec92ef2b7eeabf9646e3ce45fc0a45d722ae1d43485e1e744034e17e2&quot;}"/>
          <p:cNvCxnSpPr/>
          <p:nvPr/>
        </p:nvCxnSpPr>
        <p:spPr>
          <a:xfrm flipH="1" flipV="1">
            <a:off x="1388322" y="1399564"/>
            <a:ext cx="168645" cy="655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model_scene_architecture_role_architecture_687ef801 000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30.527764400000002,&quot;endpoint_object_ids&quot;:[],&quot;endpoint_role_ids&quot;:[],&quot;kind&quot;:&quot;edge&quot;,&quot;object_id&quot;:&quot;scene_object_model_scene_architecture_role_architecture_687ef801&quot;,&quot;repeat_count&quot;:1,&quot;source_digest&quot;:&quot;33e5210ec92ef2b7eeabf9646e3ce45fc0a45d722ae1d43485e1e744034e17e2&quot;}"/>
          <p:cNvCxnSpPr/>
          <p:nvPr/>
        </p:nvCxnSpPr>
        <p:spPr>
          <a:xfrm flipH="1">
            <a:off x="1283204" y="1816859"/>
            <a:ext cx="273763" cy="14483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model_scene_architecture_role_architecture_687ef801 000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30.0514347,&quot;endpoint_object_ids&quot;:[],&quot;endpoint_role_ids&quot;:[],&quot;kind&quot;:&quot;edge&quot;,&quot;object_id&quot;:&quot;scene_object_model_scene_architecture_role_architecture_687ef801&quot;,&quot;repeat_count&quot;:1,&quot;source_digest&quot;:&quot;33e5210ec92ef2b7eeabf9646e3ce45fc0a45d722ae1d43485e1e744034e17e2&quot;}"/>
          <p:cNvCxnSpPr/>
          <p:nvPr/>
        </p:nvCxnSpPr>
        <p:spPr>
          <a:xfrm flipH="1">
            <a:off x="1114560" y="1399564"/>
            <a:ext cx="273762" cy="14483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architecture_role_architecture_687ef801 000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30.02957525,&quot;endpoint_object_ids&quot;:[],&quot;endpoint_role_ids&quot;:[],&quot;kind&quot;:&quot;edge&quot;,&quot;object_id&quot;:&quot;scene_object_model_scene_architecture_role_architecture_687ef801&quot;,&quot;repeat_count&quot;:1,&quot;source_digest&quot;:&quot;33e5210ec92ef2b7eeabf9646e3ce45fc0a45d722ae1d43485e1e744034e17e2&quot;}"/>
          <p:cNvCxnSpPr/>
          <p:nvPr/>
        </p:nvCxnSpPr>
        <p:spPr>
          <a:xfrm>
            <a:off x="1114560" y="1896144"/>
            <a:ext cx="168644" cy="655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architecture_role_architecture_687ef801 000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29.7914104,&quot;endpoint_object_ids&quot;:[],&quot;endpoint_role_ids&quot;:[],&quot;kind&quot;:&quot;edge&quot;,&quot;object_id&quot;:&quot;scene_object_model_scene_architecture_role_architecture_687ef801&quot;,&quot;repeat_count&quot;:1,&quot;source_digest&quot;:&quot;33e5210ec92ef2b7eeabf9646e3ce45fc0a45d722ae1d43485e1e744034e17e2&quot;}"/>
          <p:cNvCxnSpPr/>
          <p:nvPr/>
        </p:nvCxnSpPr>
        <p:spPr>
          <a:xfrm flipV="1">
            <a:off x="1114560" y="1544400"/>
            <a:ext cx="0" cy="35174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architecture_role_architecture_687ef801 000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29.227643,&quot;endpoint_object_ids&quot;:[],&quot;endpoint_role_ids&quot;:[],&quot;kind&quot;:&quot;edge&quot;,&quot;object_id&quot;:&quot;scene_object_model_scene_architecture_role_architecture_687ef801&quot;,&quot;repeat_count&quot;:1,&quot;source_digest&quot;:&quot;33e5210ec92ef2b7eeabf9646e3ce45fc0a45d722ae1d43485e1e744034e17e2&quot;}"/>
          <p:cNvCxnSpPr/>
          <p:nvPr/>
        </p:nvCxnSpPr>
        <p:spPr>
          <a:xfrm flipH="1">
            <a:off x="1283204" y="1465115"/>
            <a:ext cx="273763" cy="14483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architecture_role_architecture_687ef801 000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28.9676187,&quot;endpoint_object_ids&quot;:[],&quot;endpoint_role_ids&quot;:[],&quot;kind&quot;:&quot;edge&quot;,&quot;object_id&quot;:&quot;scene_object_model_scene_architecture_role_architecture_687ef801&quot;,&quot;repeat_count&quot;:1,&quot;source_digest&quot;:&quot;33e5210ec92ef2b7eeabf9646e3ce45fc0a45d722ae1d43485e1e744034e17e2&quot;}"/>
          <p:cNvCxnSpPr/>
          <p:nvPr/>
        </p:nvCxnSpPr>
        <p:spPr>
          <a:xfrm flipV="1">
            <a:off x="1283204" y="1609951"/>
            <a:ext cx="0" cy="35174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architecture_role_architecture_687ef801 000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28.72945385,&quot;endpoint_object_ids&quot;:[],&quot;endpoint_role_ids&quot;:[],&quot;kind&quot;:&quot;edge&quot;,&quot;object_id&quot;:&quot;scene_object_model_scene_architecture_role_architecture_687ef801&quot;,&quot;repeat_count&quot;:1,&quot;source_digest&quot;:&quot;33e5210ec92ef2b7eeabf9646e3ce45fc0a45d722ae1d43485e1e744034e17e2&quot;}"/>
          <p:cNvCxnSpPr/>
          <p:nvPr/>
        </p:nvCxnSpPr>
        <p:spPr>
          <a:xfrm flipH="1" flipV="1">
            <a:off x="1114560" y="1544400"/>
            <a:ext cx="168644" cy="655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arrow scene_object_model_scene_architecture_route_architectur_55c70fb9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embedding_0_node_fx_imag_8226e664&quot;,&quot;architecture_role_id&quot;:null,&quot;architecture_route_id&quot;:null,&quot;architecture_route_role&quot;:&quot;arrow&quot;,&quot;depth&quot;:27.5764919359375,&quot;endpoint_object_ids&quot;:[&quot;scene_object_model_scene_architecture_role_architecture_687ef801&quot;,&quot;scene_object_model_scene_architecture_role_architecture_2357c18e&quot;],&quot;endpoint_role_ids&quot;:[&quot;architecture_role_embedding_0_node_fx_image_0_a96ed448_node__eb3e3fbb&quot;,&quot;architecture_role_attention_1_module_encoder_0_self_attentio_1eb4f949&quot;],&quot;kind&quot;:&quot;arrow&quot;,&quot;object_id&quot;:&quot;scene_object_model_scene_architecture_route_architectur_55c70fb9&quot;,&quot;repeat_count&quot;:1,&quot;source_digest&quot;:&quot;33e5210ec92ef2b7eeabf9646e3ce45fc0a45d722ae1d43485e1e744034e17e2&quot;}"/>
          <p:cNvCxnSpPr/>
          <p:nvPr/>
        </p:nvCxnSpPr>
        <p:spPr>
          <a:xfrm>
            <a:off x="1404244" y="1690630"/>
            <a:ext cx="388057" cy="5667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model_scene_architecture_role_architecture_2357c18e 000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3.7585622,&quot;endpoint_object_ids&quot;:[],&quot;endpoint_role_ids&quot;:[],&quot;kind&quot;:&quot;edge&quot;,&quot;object_id&quot;:&quot;scene_object_model_scene_architecture_role_architecture_2357c18e&quot;,&quot;repeat_count&quot;:3,&quot;source_digest&quot;:&quot;33e5210ec92ef2b7eeabf9646e3ce45fc0a45d722ae1d43485e1e744034e17e2&quot;}"/>
          <p:cNvCxnSpPr/>
          <p:nvPr/>
        </p:nvCxnSpPr>
        <p:spPr>
          <a:xfrm flipV="1">
            <a:off x="2333176" y="1529933"/>
            <a:ext cx="0" cy="35265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model_scene_architecture_role_architecture_2357c18e 000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3.4271848,&quot;endpoint_object_ids&quot;:[],&quot;endpoint_role_ids&quot;:[],&quot;kind&quot;:&quot;edge&quot;,&quot;object_id&quot;:&quot;scene_object_model_scene_architecture_role_architecture_2357c18e&quot;,&quot;repeat_count&quot;:3,&quot;source_digest&quot;:&quot;33e5210ec92ef2b7eeabf9646e3ce45fc0a45d722ae1d43485e1e744034e17e2&quot;}"/>
          <p:cNvCxnSpPr/>
          <p:nvPr/>
        </p:nvCxnSpPr>
        <p:spPr>
          <a:xfrm flipH="1" flipV="1">
            <a:off x="2202008" y="1478948"/>
            <a:ext cx="131168" cy="5098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model_scene_architecture_role_architecture_2357c18e 000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3.07146015,&quot;endpoint_object_ids&quot;:[],&quot;endpoint_role_ids&quot;:[],&quot;kind&quot;:&quot;edge&quot;,&quot;object_id&quot;:&quot;scene_object_model_scene_architecture_role_architecture_2357c18e&quot;,&quot;repeat_count&quot;:3,&quot;source_digest&quot;:&quot;33e5210ec92ef2b7eeabf9646e3ce45fc0a45d722ae1d43485e1e744034e17e2&quot;}"/>
          <p:cNvCxnSpPr/>
          <p:nvPr/>
        </p:nvCxnSpPr>
        <p:spPr>
          <a:xfrm flipH="1">
            <a:off x="1930439" y="1882585"/>
            <a:ext cx="402737" cy="21307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model_scene_architecture_role_architecture_2357c18e 000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2.408705349999998,&quot;endpoint_object_ids&quot;:[],&quot;endpoint_role_ids&quot;:[],&quot;kind&quot;:&quot;edge&quot;,&quot;object_id&quot;:&quot;scene_object_model_scene_architecture_role_architecture_2357c18e&quot;,&quot;repeat_count&quot;:3,&quot;source_digest&quot;:&quot;33e5210ec92ef2b7eeabf9646e3ce45fc0a45d722ae1d43485e1e744034e17e2&quot;}"/>
          <p:cNvCxnSpPr/>
          <p:nvPr/>
        </p:nvCxnSpPr>
        <p:spPr>
          <a:xfrm flipH="1">
            <a:off x="1799271" y="1478948"/>
            <a:ext cx="402737" cy="21307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architecture_role_architecture_2357c18e 000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2.0529807,&quot;endpoint_object_ids&quot;:[],&quot;endpoint_role_ids&quot;:[],&quot;kind&quot;:&quot;edge&quot;,&quot;object_id&quot;:&quot;scene_object_model_scene_architecture_role_architecture_2357c18e&quot;,&quot;repeat_count&quot;:3,&quot;source_digest&quot;:&quot;33e5210ec92ef2b7eeabf9646e3ce45fc0a45d722ae1d43485e1e744034e17e2&quot;}"/>
          <p:cNvCxnSpPr/>
          <p:nvPr/>
        </p:nvCxnSpPr>
        <p:spPr>
          <a:xfrm>
            <a:off x="1799271" y="2044672"/>
            <a:ext cx="131168" cy="5098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architecture_role_architecture_2357c18e 000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1.767978550000002,&quot;endpoint_object_ids&quot;:[],&quot;endpoint_role_ids&quot;:[],&quot;kind&quot;:&quot;edge&quot;,&quot;object_id&quot;:&quot;scene_object_model_scene_architecture_role_architecture_2357c18e&quot;,&quot;repeat_count&quot;:3,&quot;source_digest&quot;:&quot;33e5210ec92ef2b7eeabf9646e3ce45fc0a45d722ae1d43485e1e744034e17e2&quot;}"/>
          <p:cNvCxnSpPr/>
          <p:nvPr/>
        </p:nvCxnSpPr>
        <p:spPr>
          <a:xfrm flipH="1">
            <a:off x="1930439" y="1529933"/>
            <a:ext cx="402737" cy="2130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architecture_role_architecture_2357c18e 000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1.721603299999998,&quot;endpoint_object_ids&quot;:[],&quot;endpoint_role_ids&quot;:[],&quot;kind&quot;:&quot;edge&quot;,&quot;object_id&quot;:&quot;scene_object_model_scene_architecture_role_architecture_2357c18e&quot;,&quot;repeat_count&quot;:3,&quot;source_digest&quot;:&quot;33e5210ec92ef2b7eeabf9646e3ce45fc0a45d722ae1d43485e1e744034e17e2&quot;}"/>
          <p:cNvCxnSpPr/>
          <p:nvPr/>
        </p:nvCxnSpPr>
        <p:spPr>
          <a:xfrm flipV="1">
            <a:off x="1799271" y="1692019"/>
            <a:ext cx="0" cy="3526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polyline scene_object_model_scene_architecture_route_architectur_20e0981e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residual_norm_3_module_e_123b66f9&quot;,&quot;architecture_role_id&quot;:null,&quot;architecture_route_id&quot;:null,&quot;architecture_route_role&quot;:&quot;arrow&quot;,&quot;depth&quot;:19.753569756250002,&quot;endpoint_object_ids&quot;:[&quot;scene_object_model_scene_architecture_role_architecture_a92207a0&quot;,&quot;scene_object_model_scene_architecture_role_architecture_687ef801&quot;],&quot;endpoint_role_ids&quot;:[&quot;architecture_role_residual_norm_3_module_encoder_1_norm2_051_66a75388&quot;,&quot;architecture_role_embedding_0_node_fx_image_0_a96ed448_node__eb3e3fbb&quot;],&quot;kind&quot;:&quot;polyline&quot;,&quot;object_id&quot;:&quot;scene_object_model_scene_architecture_route_architectur_20e0981e&quot;,&quot;repeat_count&quot;:1,&quot;source_digest&quot;:&quot;33e5210ec92ef2b7eeabf9646e3ce45fc0a45d722ae1d43485e1e744034e17e2&quot;}"/>
          <p:cNvCxnSpPr/>
          <p:nvPr/>
        </p:nvCxnSpPr>
        <p:spPr>
          <a:xfrm flipH="1" flipV="1">
            <a:off x="2101818" y="2006086"/>
            <a:ext cx="1378898" cy="58582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arrow scene_object_model_scene_architecture_route_architectur_20e0981e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residual_norm_3_module_e_123b66f9&quot;,&quot;architecture_role_id&quot;:null,&quot;architecture_route_id&quot;:null,&quot;architecture_route_role&quot;:&quot;arrow&quot;,&quot;depth&quot;:28.348751915625005,&quot;endpoint_object_ids&quot;:[&quot;scene_object_model_scene_architecture_role_architecture_a92207a0&quot;,&quot;scene_object_model_scene_architecture_role_architecture_687ef801&quot;],&quot;endpoint_role_ids&quot;:[&quot;architecture_role_residual_norm_3_module_encoder_1_norm2_051_66a75388&quot;,&quot;architecture_role_embedding_0_node_fx_image_0_a96ed448_node__eb3e3fbb&quot;],&quot;kind&quot;:&quot;arrow&quot;,&quot;object_id&quot;:&quot;scene_object_model_scene_architecture_route_architectur_20e0981e&quot;,&quot;repeat_count&quot;:1,&quot;source_digest&quot;:&quot;33e5210ec92ef2b7eeabf9646e3ce45fc0a45d722ae1d43485e1e744034e17e2&quot;}"/>
          <p:cNvCxnSpPr/>
          <p:nvPr/>
        </p:nvCxnSpPr>
        <p:spPr>
          <a:xfrm flipH="1" flipV="1">
            <a:off x="1412369" y="1713175"/>
            <a:ext cx="383027" cy="16272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polyline scene_object_model_scene_architecture_route_architectur_295daedc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embedding_0_node_fx_imag_65137078&quot;,&quot;architecture_role_id&quot;:null,&quot;architecture_route_id&quot;:null,&quot;architecture_route_role&quot;:&quot;arrow&quot;,&quot;depth&quot;:28.348751915625,&quot;endpoint_object_ids&quot;:[&quot;scene_object_model_scene_architecture_role_architecture_687ef801&quot;,&quot;scene_object_model_scene_architecture_role_architecture_a92207a0&quot;],&quot;endpoint_role_ids&quot;:[&quot;architecture_role_embedding_0_node_fx_image_0_a96ed448_node__eb3e3fbb&quot;,&quot;architecture_role_residual_norm_3_module_encoder_1_norm2_051_66a75388&quot;],&quot;kind&quot;:&quot;polyline&quot;,&quot;object_id&quot;:&quot;scene_object_model_scene_architecture_route_architectur_295daedc&quot;,&quot;repeat_count&quot;:1,&quot;source_digest&quot;:&quot;33e5210ec92ef2b7eeabf9646e3ce45fc0a45d722ae1d43485e1e744034e17e2&quot;}"/>
          <p:cNvCxnSpPr/>
          <p:nvPr/>
        </p:nvCxnSpPr>
        <p:spPr>
          <a:xfrm>
            <a:off x="1412369" y="1713175"/>
            <a:ext cx="383027" cy="16272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arrow scene_object_model_scene_architecture_route_architectur_295daedc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embedding_0_node_fx_imag_65137078&quot;,&quot;architecture_role_id&quot;:null,&quot;architecture_route_id&quot;:null,&quot;architecture_route_role&quot;:&quot;arrow&quot;,&quot;depth&quot;:19.753569756250002,&quot;endpoint_object_ids&quot;:[&quot;scene_object_model_scene_architecture_role_architecture_687ef801&quot;,&quot;scene_object_model_scene_architecture_role_architecture_a92207a0&quot;],&quot;endpoint_role_ids&quot;:[&quot;architecture_role_embedding_0_node_fx_image_0_a96ed448_node__eb3e3fbb&quot;,&quot;architecture_role_residual_norm_3_module_encoder_1_norm2_051_66a75388&quot;],&quot;kind&quot;:&quot;arrow&quot;,&quot;object_id&quot;:&quot;scene_object_model_scene_architecture_route_architectur_295daedc&quot;,&quot;repeat_count&quot;:1,&quot;source_digest&quot;:&quot;33e5210ec92ef2b7eeabf9646e3ce45fc0a45d722ae1d43485e1e744034e17e2&quot;}"/>
          <p:cNvCxnSpPr/>
          <p:nvPr/>
        </p:nvCxnSpPr>
        <p:spPr>
          <a:xfrm>
            <a:off x="2101818" y="2006086"/>
            <a:ext cx="1378898" cy="58582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model_scene_architecture_role_architecture_68c6021e 000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21.12557525,&quot;endpoint_object_ids&quot;:[],&quot;endpoint_role_ids&quot;:[],&quot;kind&quot;:&quot;edge&quot;,&quot;object_id&quot;:&quot;scene_object_model_scene_architecture_role_architecture_68c6021e&quot;,&quot;repeat_count&quot;:3,&quot;source_digest&quot;:&quot;33e5210ec92ef2b7eeabf9646e3ce45fc0a45d722ae1d43485e1e744034e17e2&quot;}"/>
          <p:cNvCxnSpPr/>
          <p:nvPr/>
        </p:nvCxnSpPr>
        <p:spPr>
          <a:xfrm flipV="1">
            <a:off x="3282306" y="2665813"/>
            <a:ext cx="0" cy="3526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model_scene_architecture_role_architecture_2357c18e 000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1.080876500000002,&quot;endpoint_object_ids&quot;:[],&quot;endpoint_role_ids&quot;:[],&quot;kind&quot;:&quot;edge&quot;,&quot;object_id&quot;:&quot;scene_object_model_scene_architecture_role_architecture_2357c18e&quot;,&quot;repeat_count&quot;:3,&quot;source_digest&quot;:&quot;33e5210ec92ef2b7eeabf9646e3ce45fc0a45d722ae1d43485e1e744034e17e2&quot;}"/>
          <p:cNvCxnSpPr/>
          <p:nvPr/>
        </p:nvCxnSpPr>
        <p:spPr>
          <a:xfrm flipV="1">
            <a:off x="1930439" y="1743003"/>
            <a:ext cx="0" cy="3526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model_scene_architecture_role_architecture_68c6021e 000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21.04591195,&quot;endpoint_object_ids&quot;:[],&quot;endpoint_role_ids&quot;:[],&quot;kind&quot;:&quot;edge&quot;,&quot;object_id&quot;:&quot;scene_object_model_scene_architecture_role_architecture_68c6021e&quot;,&quot;repeat_count&quot;:3,&quot;source_digest&quot;:&quot;33e5210ec92ef2b7eeabf9646e3ce45fc0a45d722ae1d43485e1e744034e17e2&quot;}"/>
          <p:cNvCxnSpPr/>
          <p:nvPr/>
        </p:nvCxnSpPr>
        <p:spPr>
          <a:xfrm flipH="1" flipV="1">
            <a:off x="3048077" y="2574769"/>
            <a:ext cx="234229" cy="9104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model_scene_architecture_role_architecture_2357c18e 000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0.7494991,&quot;endpoint_object_ids&quot;:[],&quot;endpoint_role_ids&quot;:[],&quot;kind&quot;:&quot;edge&quot;,&quot;object_id&quot;:&quot;scene_object_model_scene_architecture_role_architecture_2357c18e&quot;,&quot;repeat_count&quot;:3,&quot;source_digest&quot;:&quot;33e5210ec92ef2b7eeabf9646e3ce45fc0a45d722ae1d43485e1e744034e17e2&quot;}"/>
          <p:cNvCxnSpPr/>
          <p:nvPr/>
        </p:nvCxnSpPr>
        <p:spPr>
          <a:xfrm flipH="1" flipV="1">
            <a:off x="1799271" y="1692019"/>
            <a:ext cx="131168" cy="5098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model_scene_architecture_role_architecture_68c6021e 000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20.4384732,&quot;endpoint_object_ids&quot;:[],&quot;endpoint_role_ids&quot;:[],&quot;kind&quot;:&quot;edge&quot;,&quot;object_id&quot;:&quot;scene_object_model_scene_architecture_role_architecture_68c6021e&quot;,&quot;repeat_count&quot;:3,&quot;source_digest&quot;:&quot;33e5210ec92ef2b7eeabf9646e3ce45fc0a45d722ae1d43485e1e744034e17e2&quot;}"/>
          <p:cNvCxnSpPr/>
          <p:nvPr/>
        </p:nvCxnSpPr>
        <p:spPr>
          <a:xfrm flipH="1">
            <a:off x="2879569" y="3018466"/>
            <a:ext cx="402737" cy="2130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model_scene_architecture_role_architecture_68c6021e 000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20.27914665,&quot;endpoint_object_ids&quot;:[],&quot;endpoint_role_ids&quot;:[],&quot;kind&quot;:&quot;edge&quot;,&quot;object_id&quot;:&quot;scene_object_model_scene_architecture_role_architecture_68c6021e&quot;,&quot;repeat_count&quot;:3,&quot;source_digest&quot;:&quot;33e5210ec92ef2b7eeabf9646e3ce45fc0a45d722ae1d43485e1e744034e17e2&quot;}"/>
          <p:cNvCxnSpPr/>
          <p:nvPr/>
        </p:nvCxnSpPr>
        <p:spPr>
          <a:xfrm flipH="1">
            <a:off x="2645340" y="2574769"/>
            <a:ext cx="402737" cy="21307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model_scene_architecture_role_architecture_68c6021e 000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19.67170785,&quot;endpoint_object_ids&quot;:[],&quot;endpoint_role_ids&quot;:[],&quot;kind&quot;:&quot;edge&quot;,&quot;object_id&quot;:&quot;scene_object_model_scene_architecture_role_architecture_68c6021e&quot;,&quot;repeat_count&quot;:3,&quot;source_digest&quot;:&quot;33e5210ec92ef2b7eeabf9646e3ce45fc0a45d722ae1d43485e1e744034e17e2&quot;}"/>
          <p:cNvCxnSpPr/>
          <p:nvPr/>
        </p:nvCxnSpPr>
        <p:spPr>
          <a:xfrm>
            <a:off x="2645340" y="3140493"/>
            <a:ext cx="234229" cy="9104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edge scene_object_model_scene_architecture_role_architecture_68c6021e 000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19.5920446,&quot;endpoint_object_ids&quot;:[],&quot;endpoint_role_ids&quot;:[],&quot;kind&quot;:&quot;edge&quot;,&quot;object_id&quot;:&quot;scene_object_model_scene_architecture_role_architecture_68c6021e&quot;,&quot;repeat_count&quot;:3,&quot;source_digest&quot;:&quot;33e5210ec92ef2b7eeabf9646e3ce45fc0a45d722ae1d43485e1e744034e17e2&quot;}"/>
          <p:cNvCxnSpPr/>
          <p:nvPr/>
        </p:nvCxnSpPr>
        <p:spPr>
          <a:xfrm flipV="1">
            <a:off x="2645340" y="2787840"/>
            <a:ext cx="0" cy="3526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model_scene_architecture_role_architecture_68c6021e 000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19.134991550000002,&quot;endpoint_object_ids&quot;:[],&quot;endpoint_role_ids&quot;:[],&quot;kind&quot;:&quot;edge&quot;,&quot;object_id&quot;:&quot;scene_object_model_scene_architecture_role_architecture_68c6021e&quot;,&quot;repeat_count&quot;:3,&quot;source_digest&quot;:&quot;33e5210ec92ef2b7eeabf9646e3ce45fc0a45d722ae1d43485e1e744034e17e2&quot;}"/>
          <p:cNvCxnSpPr/>
          <p:nvPr/>
        </p:nvCxnSpPr>
        <p:spPr>
          <a:xfrm flipH="1">
            <a:off x="2879569" y="2665813"/>
            <a:ext cx="402737" cy="2130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model_scene_architecture_role_architecture_68c6021e 000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18.447889500000002,&quot;endpoint_object_ids&quot;:[],&quot;endpoint_role_ids&quot;:[],&quot;kind&quot;:&quot;edge&quot;,&quot;object_id&quot;:&quot;scene_object_model_scene_architecture_role_architecture_68c6021e&quot;,&quot;repeat_count&quot;:3,&quot;source_digest&quot;:&quot;33e5210ec92ef2b7eeabf9646e3ce45fc0a45d722ae1d43485e1e744034e17e2&quot;}"/>
          <p:cNvCxnSpPr/>
          <p:nvPr/>
        </p:nvCxnSpPr>
        <p:spPr>
          <a:xfrm flipV="1">
            <a:off x="2879569" y="2878883"/>
            <a:ext cx="0" cy="3526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model_scene_architecture_role_architecture_68c6021e 000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18.36822625,&quot;endpoint_object_ids&quot;:[],&quot;endpoint_role_ids&quot;:[],&quot;kind&quot;:&quot;edge&quot;,&quot;object_id&quot;:&quot;scene_object_model_scene_architecture_role_architecture_68c6021e&quot;,&quot;repeat_count&quot;:3,&quot;source_digest&quot;:&quot;33e5210ec92ef2b7eeabf9646e3ce45fc0a45d722ae1d43485e1e744034e17e2&quot;}"/>
          <p:cNvCxnSpPr/>
          <p:nvPr/>
        </p:nvCxnSpPr>
        <p:spPr>
          <a:xfrm flipH="1" flipV="1">
            <a:off x="2645340" y="2787840"/>
            <a:ext cx="234229" cy="9104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arrow scene_object_model_scene_architecture_route_architectur_336bbfd8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attention_1_module_encod_ee9b6114&quot;,&quot;architecture_role_id&quot;:null,&quot;architecture_route_id&quot;:null,&quot;architecture_route_role&quot;:&quot;arrow&quot;,&quot;depth&quot;:18.1203032765625,&quot;endpoint_object_ids&quot;:[&quot;scene_object_model_scene_architecture_role_architecture_2357c18e&quot;,&quot;scene_object_model_scene_architecture_role_architecture_a92207a0&quot;],&quot;endpoint_role_ids&quot;:[&quot;architecture_role_attention_1_module_encoder_0_self_attentio_1eb4f949&quot;,&quot;architecture_role_residual_norm_3_module_encoder_1_norm2_051_66a75388&quot;],&quot;kind&quot;:&quot;arrow&quot;,&quot;object_id&quot;:&quot;scene_object_model_scene_architecture_route_architectur_336bbfd8&quot;,&quot;repeat_count&quot;:1,&quot;source_digest&quot;:&quot;33e5210ec92ef2b7eeabf9646e3ce45fc0a45d722ae1d43485e1e744034e17e2&quot;}"/>
          <p:cNvCxnSpPr/>
          <p:nvPr/>
        </p:nvCxnSpPr>
        <p:spPr>
          <a:xfrm>
            <a:off x="2173781" y="1845726"/>
            <a:ext cx="1344464" cy="730304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polyline scene_object_model_scene_architecture_route_architectur_401dcfbe 000" descr="{&quot;architecture_direction&quot;:&quot;source-to-target&quot;,&quot;architecture_evidence_digest&quot;:&quot;8929ce28d5acaa33d7cc4efd3929474a60d0b873d614fab0b2c7dc7b5b4bff00&quot;,&quot;architecture_role&quot;:&quot;residual-skip&quot;,&quot;architecture_role_graph_digest&quot;:&quot;73d9a8d8563cbfe4ff3b0d40be3925f4b72fe830370b8bc165108e21f31e64fb&quot;,&quot;architecture_role_graph_edge_id&quot;:&quot;architecture_route_residual_skip_architecture_role_attention__f3b0bca2&quot;,&quot;architecture_role_id&quot;:null,&quot;architecture_route_id&quot;:&quot;architecture_route_residual_skip_architecture_role_attention__f3b0bca2&quot;,&quot;architecture_route_role&quot;:&quot;residual-skip&quot;,&quot;depth&quot;:22.7400828,&quot;endpoint_object_ids&quot;:[&quot;scene_object_model_scene_architecture_role_architecture_2357c18e&quot;,&quot;scene_object_model_scene_architecture_role_architecture_a92207a0&quot;],&quot;endpoint_role_ids&quot;:[&quot;architecture_role_attention_1_module_encoder_0_self_attentio_1eb4f949&quot;,&quot;architecture_role_residual_norm_3_module_encoder_1_norm2_051_66a75388&quot;],&quot;kind&quot;:&quot;polyline&quot;,&quot;object_id&quot;:&quot;scene_object_model_scene_architecture_route_architectur_401dcfbe&quot;,&quot;repeat_count&quot;:1,&quot;source_digest&quot;:&quot;33e5210ec92ef2b7eeabf9646e3ce45fc0a45d722ae1d43485e1e744034e17e2&quot;}"/>
          <p:cNvCxnSpPr/>
          <p:nvPr/>
        </p:nvCxnSpPr>
        <p:spPr>
          <a:xfrm flipV="1">
            <a:off x="2066224" y="980317"/>
            <a:ext cx="0" cy="5548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polyline scene_object_model_scene_architecture_route_architectur_401dcfbe 000" descr="{&quot;architecture_direction&quot;:&quot;source-to-target&quot;,&quot;architecture_evidence_digest&quot;:&quot;8929ce28d5acaa33d7cc4efd3929474a60d0b873d614fab0b2c7dc7b5b4bff00&quot;,&quot;architecture_role&quot;:&quot;residual-skip&quot;,&quot;architecture_role_graph_digest&quot;:&quot;73d9a8d8563cbfe4ff3b0d40be3925f4b72fe830370b8bc165108e21f31e64fb&quot;,&quot;architecture_role_graph_edge_id&quot;:&quot;architecture_route_residual_skip_architecture_role_attention__f3b0bca2&quot;,&quot;architecture_role_id&quot;:null,&quot;architecture_route_id&quot;:&quot;architecture_route_residual_skip_architecture_role_attention__f3b0bca2&quot;,&quot;architecture_route_role&quot;:&quot;residual-skip&quot;,&quot;depth&quot;:17.64239505,&quot;endpoint_object_ids&quot;:[&quot;scene_object_model_scene_architecture_role_architecture_2357c18e&quot;,&quot;scene_object_model_scene_architecture_role_architecture_a92207a0&quot;],&quot;endpoint_role_ids&quot;:[&quot;architecture_role_attention_1_module_encoder_0_self_attentio_1eb4f949&quot;,&quot;architecture_role_residual_norm_3_module_encoder_1_norm2_051_66a75388&quot;],&quot;kind&quot;:&quot;polyline&quot;,&quot;object_id&quot;:&quot;scene_object_model_scene_architecture_route_architectur_401dcfbe&quot;,&quot;repeat_count&quot;:1,&quot;source_digest&quot;:&quot;33e5210ec92ef2b7eeabf9646e3ce45fc0a45d722ae1d43485e1e744034e17e2&quot;}"/>
          <p:cNvCxnSpPr/>
          <p:nvPr/>
        </p:nvCxnSpPr>
        <p:spPr>
          <a:xfrm>
            <a:off x="2066224" y="980317"/>
            <a:ext cx="1720914" cy="93478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arrow scene_object_model_scene_architecture_route_architectur_401dcfbe 000" descr="{&quot;architecture_direction&quot;:&quot;source-to-target&quot;,&quot;architecture_evidence_digest&quot;:&quot;8929ce28d5acaa33d7cc4efd3929474a60d0b873d614fab0b2c7dc7b5b4bff00&quot;,&quot;architecture_role&quot;:&quot;residual-skip&quot;,&quot;architecture_role_graph_digest&quot;:&quot;73d9a8d8563cbfe4ff3b0d40be3925f4b72fe830370b8bc165108e21f31e64fb&quot;,&quot;architecture_role_graph_edge_id&quot;:&quot;architecture_route_residual_skip_architecture_role_attention__f3b0bca2&quot;,&quot;architecture_role_id&quot;:null,&quot;architecture_route_id&quot;:&quot;architecture_route_residual_skip_architecture_role_attention__f3b0bca2&quot;,&quot;architecture_route_role&quot;:&quot;residual-skip&quot;,&quot;depth&quot;:12.5447073,&quot;endpoint_object_ids&quot;:[&quot;scene_object_model_scene_architecture_role_architecture_2357c18e&quot;,&quot;scene_object_model_scene_architecture_role_architecture_a92207a0&quot;],&quot;endpoint_role_ids&quot;:[&quot;architecture_role_attention_1_module_encoder_0_self_attentio_1eb4f949&quot;,&quot;architecture_role_residual_norm_3_module_encoder_1_norm2_051_66a75388&quot;],&quot;kind&quot;:&quot;arrow&quot;,&quot;object_id&quot;:&quot;scene_object_model_scene_architecture_route_architectur_401dcfbe&quot;,&quot;repeat_count&quot;:1,&quot;source_digest&quot;:&quot;33e5210ec92ef2b7eeabf9646e3ce45fc0a45d722ae1d43485e1e744034e17e2&quot;}"/>
          <p:cNvCxnSpPr/>
          <p:nvPr/>
        </p:nvCxnSpPr>
        <p:spPr>
          <a:xfrm>
            <a:off x="3787138" y="1915105"/>
            <a:ext cx="0" cy="55480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arrow scene_object_model_scene_architecture_route_architectur_4bdf599f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residual_norm_3_module_e_26caab7b&quot;,&quot;architecture_role_id&quot;:null,&quot;architecture_route_id&quot;:null,&quot;architecture_route_role&quot;:&quot;arrow&quot;,&quot;depth&quot;:18.1203032765625,&quot;endpoint_object_ids&quot;:[&quot;scene_object_model_scene_architecture_role_architecture_a92207a0&quot;,&quot;scene_object_model_scene_architecture_role_architecture_2357c18e&quot;],&quot;endpoint_role_ids&quot;:[&quot;architecture_role_residual_norm_3_module_encoder_1_norm2_051_66a75388&quot;,&quot;architecture_role_attention_1_module_encoder_0_self_attentio_1eb4f949&quot;],&quot;kind&quot;:&quot;arrow&quot;,&quot;object_id&quot;:&quot;scene_object_model_scene_architecture_route_architectur_4bdf599f&quot;,&quot;repeat_count&quot;:1,&quot;source_digest&quot;:&quot;33e5210ec92ef2b7eeabf9646e3ce45fc0a45d722ae1d43485e1e744034e17e2&quot;}"/>
          <p:cNvCxnSpPr/>
          <p:nvPr/>
        </p:nvCxnSpPr>
        <p:spPr>
          <a:xfrm flipH="1" flipV="1">
            <a:off x="2173781" y="1845726"/>
            <a:ext cx="1344464" cy="730304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polyline scene_object_model_scene_architecture_route_architectur_3b1c7213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attention_1_module_encod_983a5f2b&quot;,&quot;architecture_role_id&quot;:null,&quot;architecture_route_id&quot;:null,&quot;architecture_route_role&quot;:&quot;arrow&quot;,&quot;depth&quot;:19.624584187499998,&quot;endpoint_object_ids&quot;:[&quot;scene_object_model_scene_architecture_role_architecture_2357c18e&quot;,&quot;scene_object_model_scene_architecture_role_architecture_319313c7&quot;],&quot;endpoint_role_ids&quot;:[&quot;architecture_role_attention_1_module_encoder_0_self_attentio_1eb4f949&quot;,&quot;architecture_role_output_head_4_node_fx_getitem_7_41_d4da1fd_c14dfe19&quot;],&quot;kind&quot;:&quot;polyline&quot;,&quot;object_id&quot;:&quot;scene_object_model_scene_architecture_route_architectur_3b1c7213&quot;,&quot;repeat_count&quot;:1,&quot;source_digest&quot;:&quot;33e5210ec92ef2b7eeabf9646e3ce45fc0a45d722ae1d43485e1e744034e17e2&quot;}"/>
          <p:cNvCxnSpPr/>
          <p:nvPr/>
        </p:nvCxnSpPr>
        <p:spPr>
          <a:xfrm>
            <a:off x="2162561" y="1830287"/>
            <a:ext cx="1541395" cy="68775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arrow scene_object_model_scene_architecture_route_architectur_3b1c7213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attention_1_module_encod_983a5f2b&quot;,&quot;architecture_role_id&quot;:null,&quot;architecture_route_id&quot;:null,&quot;architecture_route_role&quot;:&quot;arrow&quot;,&quot;depth&quot;:13.91283673125,&quot;endpoint_object_ids&quot;:[&quot;scene_object_model_scene_architecture_role_architecture_2357c18e&quot;,&quot;scene_object_model_scene_architecture_role_architecture_319313c7&quot;],&quot;endpoint_role_ids&quot;:[&quot;architecture_role_attention_1_module_encoder_0_self_attentio_1eb4f949&quot;,&quot;architecture_role_output_head_4_node_fx_getitem_7_41_d4da1fd_c14dfe19&quot;],&quot;kind&quot;:&quot;arrow&quot;,&quot;object_id&quot;:&quot;scene_object_model_scene_architecture_route_architectur_3b1c7213&quot;,&quot;repeat_count&quot;:1,&quot;source_digest&quot;:&quot;33e5210ec92ef2b7eeabf9646e3ce45fc0a45d722ae1d43485e1e744034e17e2&quot;}"/>
          <p:cNvCxnSpPr/>
          <p:nvPr/>
        </p:nvCxnSpPr>
        <p:spPr>
          <a:xfrm>
            <a:off x="4089304" y="2689983"/>
            <a:ext cx="867035" cy="386864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arrow scene_object_model_scene_architecture_route_architectur_4e5a6dda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residual_norm_3_module_e_298772c0&quot;,&quot;architecture_role_id&quot;:null,&quot;architecture_route_id&quot;:null,&quot;architecture_route_role&quot;:&quot;arrow&quot;,&quot;depth&quot;:17.306426071875002,&quot;endpoint_object_ids&quot;:[&quot;scene_object_model_scene_architecture_role_architecture_a92207a0&quot;,&quot;scene_object_model_scene_architecture_role_architecture_68c6021e&quot;],&quot;endpoint_role_ids&quot;:[&quot;architecture_role_residual_norm_3_module_encoder_1_norm2_051_66a75388&quot;,&quot;architecture_role_feed_forward_2_module_encoder_1_feed_forwa_f553b24e&quot;],&quot;kind&quot;:&quot;arrow&quot;,&quot;object_id&quot;:&quot;scene_object_model_scene_architecture_route_architectur_4e5a6dda&quot;,&quot;repeat_count&quot;:1,&quot;source_digest&quot;:&quot;33e5210ec92ef2b7eeabf9646e3ce45fc0a45d722ae1d43485e1e744034e17e2&quot;}"/>
          <p:cNvCxnSpPr/>
          <p:nvPr/>
        </p:nvCxnSpPr>
        <p:spPr>
          <a:xfrm flipH="1">
            <a:off x="3066737" y="2784330"/>
            <a:ext cx="437387" cy="9619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arrow scene_object_model_scene_architecture_route_architectur_7d62f4f3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feed_forward_2_module_en_72cb9b69&quot;,&quot;architecture_role_id&quot;:null,&quot;architecture_route_id&quot;:null,&quot;architecture_route_role&quot;:&quot;arrow&quot;,&quot;depth&quot;:17.306426071875002,&quot;endpoint_object_ids&quot;:[&quot;scene_object_model_scene_architecture_role_architecture_68c6021e&quot;,&quot;scene_object_model_scene_architecture_role_architecture_a92207a0&quot;],&quot;endpoint_role_ids&quot;:[&quot;architecture_role_feed_forward_2_module_encoder_1_feed_forwa_f553b24e&quot;,&quot;architecture_role_residual_norm_3_module_encoder_1_norm2_051_66a75388&quot;],&quot;kind&quot;:&quot;arrow&quot;,&quot;object_id&quot;:&quot;scene_object_model_scene_architecture_route_architectur_7d62f4f3&quot;,&quot;repeat_count&quot;:1,&quot;source_digest&quot;:&quot;33e5210ec92ef2b7eeabf9646e3ce45fc0a45d722ae1d43485e1e744034e17e2&quot;}"/>
          <p:cNvCxnSpPr/>
          <p:nvPr/>
        </p:nvCxnSpPr>
        <p:spPr>
          <a:xfrm flipV="1">
            <a:off x="3066737" y="2784330"/>
            <a:ext cx="437387" cy="96190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polyline scene_object_model_scene_architecture_route_architectur_81d997e4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output_head_4_node_fx_ge_4846649f&quot;,&quot;architecture_role_id&quot;:null,&quot;architecture_route_id&quot;:null,&quot;architecture_route_role&quot;:&quot;arrow&quot;,&quot;depth&quot;:14.9237752125,&quot;endpoint_object_ids&quot;:[&quot;scene_object_model_scene_architecture_role_architecture_319313c7&quot;,&quot;scene_object_model_scene_architecture_role_architecture_68c6021e&quot;],&quot;endpoint_role_ids&quot;:[&quot;architecture_role_output_head_4_node_fx_getitem_7_41_d4da1fd_c14dfe19&quot;,&quot;architecture_role_feed_forward_2_module_encoder_1_feed_forwa_f553b24e&quot;],&quot;kind&quot;:&quot;polyline&quot;,&quot;object_id&quot;:&quot;scene_object_model_scene_architecture_route_architectur_81d997e4&quot;,&quot;repeat_count&quot;:1,&quot;source_digest&quot;:&quot;33e5210ec92ef2b7eeabf9646e3ce45fc0a45d722ae1d43485e1e744034e17e2&quot;}"/>
          <p:cNvCxnSpPr/>
          <p:nvPr/>
        </p:nvCxnSpPr>
        <p:spPr>
          <a:xfrm flipH="1" flipV="1">
            <a:off x="3783269" y="3000527"/>
            <a:ext cx="1092595" cy="12983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arrow scene_object_model_scene_architecture_route_architectur_81d997e4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output_head_4_node_fx_ge_4846649f&quot;,&quot;architecture_role_id&quot;:null,&quot;architecture_route_id&quot;:null,&quot;architecture_route_role&quot;:&quot;arrow&quot;,&quot;depth&quot;:19.000051228125002,&quot;endpoint_object_ids&quot;:[&quot;scene_object_model_scene_architecture_role_architecture_319313c7&quot;,&quot;scene_object_model_scene_architecture_role_architecture_68c6021e&quot;],&quot;endpoint_role_ids&quot;:[&quot;architecture_role_output_head_4_node_fx_getitem_7_41_d4da1fd_c14dfe19&quot;,&quot;architecture_role_feed_forward_2_module_encoder_1_feed_forwa_f553b24e&quot;],&quot;kind&quot;:&quot;arrow&quot;,&quot;object_id&quot;:&quot;scene_object_model_scene_architecture_route_architectur_81d997e4&quot;,&quot;repeat_count&quot;:1,&quot;source_digest&quot;:&quot;33e5210ec92ef2b7eeabf9646e3ce45fc0a45d722ae1d43485e1e744034e17e2&quot;}"/>
          <p:cNvCxnSpPr/>
          <p:nvPr/>
        </p:nvCxnSpPr>
        <p:spPr>
          <a:xfrm flipH="1" flipV="1">
            <a:off x="3100397" y="2919382"/>
            <a:ext cx="409724" cy="4868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polyline scene_object_model_scene_architecture_route_architectur_cf49c777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feed_forward_2_module_en_31578c39&quot;,&quot;architecture_role_id&quot;:null,&quot;architecture_route_id&quot;:null,&quot;architecture_route_role&quot;:&quot;arrow&quot;,&quot;depth&quot;:19.000051228125002,&quot;endpoint_object_ids&quot;:[&quot;scene_object_model_scene_architecture_role_architecture_68c6021e&quot;,&quot;scene_object_model_scene_architecture_role_architecture_319313c7&quot;],&quot;endpoint_role_ids&quot;:[&quot;architecture_role_feed_forward_2_module_encoder_1_feed_forwa_f553b24e&quot;,&quot;architecture_role_output_head_4_node_fx_getitem_7_41_d4da1fd_c14dfe19&quot;],&quot;kind&quot;:&quot;polyline&quot;,&quot;object_id&quot;:&quot;scene_object_model_scene_architecture_route_architectur_cf49c777&quot;,&quot;repeat_count&quot;:1,&quot;source_digest&quot;:&quot;33e5210ec92ef2b7eeabf9646e3ce45fc0a45d722ae1d43485e1e744034e17e2&quot;}"/>
          <p:cNvCxnSpPr/>
          <p:nvPr/>
        </p:nvCxnSpPr>
        <p:spPr>
          <a:xfrm>
            <a:off x="3100397" y="2919382"/>
            <a:ext cx="409724" cy="4868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arrow scene_object_model_scene_architecture_route_architectur_cf49c777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feed_forward_2_module_en_31578c39&quot;,&quot;architecture_role_id&quot;:null,&quot;architecture_route_id&quot;:null,&quot;architecture_route_role&quot;:&quot;arrow&quot;,&quot;depth&quot;:14.9237752125,&quot;endpoint_object_ids&quot;:[&quot;scene_object_model_scene_architecture_role_architecture_68c6021e&quot;,&quot;scene_object_model_scene_architecture_role_architecture_319313c7&quot;],&quot;endpoint_role_ids&quot;:[&quot;architecture_role_feed_forward_2_module_encoder_1_feed_forwa_f553b24e&quot;,&quot;architecture_role_output_head_4_node_fx_getitem_7_41_d4da1fd_c14dfe19&quot;],&quot;kind&quot;:&quot;arrow&quot;,&quot;object_id&quot;:&quot;scene_object_model_scene_architecture_route_architectur_cf49c777&quot;,&quot;repeat_count&quot;:1,&quot;source_digest&quot;:&quot;33e5210ec92ef2b7eeabf9646e3ce45fc0a45d722ae1d43485e1e744034e17e2&quot;}"/>
          <p:cNvCxnSpPr/>
          <p:nvPr/>
        </p:nvCxnSpPr>
        <p:spPr>
          <a:xfrm>
            <a:off x="3783269" y="3000527"/>
            <a:ext cx="1092595" cy="12983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model_scene_architecture_role_architecture_a92207a0 000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3.5631867,&quot;endpoint_object_ids&quot;:[],&quot;endpoint_role_ids&quot;:[],&quot;kind&quot;:&quot;edge&quot;,&quot;object_id&quot;:&quot;scene_object_model_scene_architecture_role_architecture_a92207a0&quot;,&quot;repeat_count&quot;:3,&quot;source_digest&quot;:&quot;33e5210ec92ef2b7eeabf9646e3ce45fc0a45d722ae1d43485e1e744034e17e2&quot;}"/>
          <p:cNvCxnSpPr/>
          <p:nvPr/>
        </p:nvCxnSpPr>
        <p:spPr>
          <a:xfrm flipV="1">
            <a:off x="4054091" y="2464721"/>
            <a:ext cx="0" cy="3526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model_scene_architecture_role_architecture_a92207a0 000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3.231809349999999,&quot;endpoint_object_ids&quot;:[],&quot;endpoint_role_ids&quot;:[],&quot;kind&quot;:&quot;edge&quot;,&quot;object_id&quot;:&quot;scene_object_model_scene_architecture_role_architecture_a92207a0&quot;,&quot;repeat_count&quot;:3,&quot;source_digest&quot;:&quot;33e5210ec92ef2b7eeabf9646e3ce45fc0a45d722ae1d43485e1e744034e17e2&quot;}"/>
          <p:cNvCxnSpPr/>
          <p:nvPr/>
        </p:nvCxnSpPr>
        <p:spPr>
          <a:xfrm flipH="1" flipV="1">
            <a:off x="3922923" y="2413736"/>
            <a:ext cx="131168" cy="5098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model_scene_architecture_role_architecture_a92207a0 000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2.87608465,&quot;endpoint_object_ids&quot;:[],&quot;endpoint_role_ids&quot;:[],&quot;kind&quot;:&quot;edge&quot;,&quot;object_id&quot;:&quot;scene_object_model_scene_architecture_role_architecture_a92207a0&quot;,&quot;repeat_count&quot;:3,&quot;source_digest&quot;:&quot;33e5210ec92ef2b7eeabf9646e3ce45fc0a45d722ae1d43485e1e744034e17e2&quot;}"/>
          <p:cNvCxnSpPr/>
          <p:nvPr/>
        </p:nvCxnSpPr>
        <p:spPr>
          <a:xfrm flipH="1">
            <a:off x="3651354" y="2817374"/>
            <a:ext cx="402737" cy="2130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model_scene_architecture_role_architecture_319313c7 000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2.36754465,&quot;endpoint_object_ids&quot;:[],&quot;endpoint_role_ids&quot;:[],&quot;kind&quot;:&quot;edge&quot;,&quot;object_id&quot;:&quot;scene_object_model_scene_architecture_role_architecture_319313c7&quot;,&quot;repeat_count&quot;:1,&quot;source_digest&quot;:&quot;33e5210ec92ef2b7eeabf9646e3ce45fc0a45d722ae1d43485e1e744034e17e2&quot;}"/>
          <p:cNvCxnSpPr/>
          <p:nvPr/>
        </p:nvCxnSpPr>
        <p:spPr>
          <a:xfrm flipH="1" flipV="1">
            <a:off x="5224902" y="2985950"/>
            <a:ext cx="140538" cy="5462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edge scene_object_model_scene_architecture_role_architecture_319313c7 000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2.2912676,&quot;endpoint_object_ids&quot;:[],&quot;endpoint_role_ids&quot;:[],&quot;kind&quot;:&quot;edge&quot;,&quot;object_id&quot;:&quot;scene_object_model_scene_architecture_role_architecture_319313c7&quot;,&quot;repeat_count&quot;:1,&quot;source_digest&quot;:&quot;33e5210ec92ef2b7eeabf9646e3ce45fc0a45d722ae1d43485e1e744034e17e2&quot;}"/>
          <p:cNvCxnSpPr/>
          <p:nvPr/>
        </p:nvCxnSpPr>
        <p:spPr>
          <a:xfrm flipV="1">
            <a:off x="5365440" y="3040576"/>
            <a:ext cx="0" cy="1444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edge scene_object_model_scene_architecture_role_architecture_a92207a0 000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2.2133299,&quot;endpoint_object_ids&quot;:[],&quot;endpoint_role_ids&quot;:[],&quot;kind&quot;:&quot;edge&quot;,&quot;object_id&quot;:&quot;scene_object_model_scene_architecture_role_architecture_a92207a0&quot;,&quot;repeat_count&quot;:3,&quot;source_digest&quot;:&quot;33e5210ec92ef2b7eeabf9646e3ce45fc0a45d722ae1d43485e1e744034e17e2&quot;}"/>
          <p:cNvCxnSpPr/>
          <p:nvPr/>
        </p:nvCxnSpPr>
        <p:spPr>
          <a:xfrm flipH="1">
            <a:off x="3520185" y="2413736"/>
            <a:ext cx="402738" cy="21307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arrow scene_object_model_scene_architecture_route_architectur_2feaa94c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residual_norm_3_module_e_e7a83d96&quot;,&quot;architecture_role_id&quot;:null,&quot;architecture_route_id&quot;:null,&quot;architecture_route_role&quot;:&quot;arrow&quot;,&quot;depth&quot;:12.117511364062501,&quot;endpoint_object_ids&quot;:[&quot;scene_object_model_scene_architecture_role_architecture_a92207a0&quot;,&quot;scene_object_model_scene_architecture_role_architecture_319313c7&quot;],&quot;endpoint_role_ids&quot;:[&quot;architecture_role_residual_norm_3_module_encoder_1_norm2_051_66a75388&quot;,&quot;architecture_role_output_head_4_node_fx_getitem_7_41_d4da1fd_c14dfe19&quot;],&quot;kind&quot;:&quot;arrow&quot;,&quot;object_id&quot;:&quot;scene_object_model_scene_architecture_route_architectur_2feaa94c&quot;,&quot;repeat_count&quot;:1,&quot;source_digest&quot;:&quot;33e5210ec92ef2b7eeabf9646e3ce45fc0a45d722ae1d43485e1e744034e17e2&quot;}"/>
          <p:cNvCxnSpPr/>
          <p:nvPr/>
        </p:nvCxnSpPr>
        <p:spPr>
          <a:xfrm>
            <a:off x="3914814" y="2763408"/>
            <a:ext cx="1063965" cy="34431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arrow scene_object_model_scene_architecture_route_architectur_9d3ca8c8 000" descr="{&quot;architecture_direction&quot;:&quot;source-to-target&quot;,&quot;architecture_evidence_digest&quot;:&quot;8929ce28d5acaa33d7cc4efd3929474a60d0b873d614fab0b2c7dc7b5b4bff00&quot;,&quot;architecture_role&quot;:&quot;arrow&quot;,&quot;architecture_role_graph_digest&quot;:&quot;73d9a8d8563cbfe4ff3b0d40be3925f4b72fe830370b8bc165108e21f31e64fb&quot;,&quot;architecture_role_graph_edge_id&quot;:&quot;architecture_role_flow_architecture_role_output_head_4_node_fx_ge_a3c0624a&quot;,&quot;architecture_role_id&quot;:null,&quot;architecture_route_id&quot;:null,&quot;architecture_route_role&quot;:&quot;arrow&quot;,&quot;depth&quot;:12.117511364062501,&quot;endpoint_object_ids&quot;:[&quot;scene_object_model_scene_architecture_role_architecture_319313c7&quot;,&quot;scene_object_model_scene_architecture_role_architecture_a92207a0&quot;],&quot;endpoint_role_ids&quot;:[&quot;architecture_role_output_head_4_node_fx_getitem_7_41_d4da1fd_c14dfe19&quot;,&quot;architecture_role_residual_norm_3_module_encoder_1_norm2_051_66a75388&quot;],&quot;kind&quot;:&quot;arrow&quot;,&quot;object_id&quot;:&quot;scene_object_model_scene_architecture_route_architectur_9d3ca8c8&quot;,&quot;repeat_count&quot;:1,&quot;source_digest&quot;:&quot;33e5210ec92ef2b7eeabf9646e3ce45fc0a45d722ae1d43485e1e744034e17e2&quot;}"/>
          <p:cNvCxnSpPr/>
          <p:nvPr/>
        </p:nvCxnSpPr>
        <p:spPr>
          <a:xfrm flipH="1" flipV="1">
            <a:off x="3914814" y="2763408"/>
            <a:ext cx="1063965" cy="344317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model_scene_architecture_role_architecture_a92207a0 000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1.857605249999999,&quot;endpoint_object_ids&quot;:[],&quot;endpoint_role_ids&quot;:[],&quot;kind&quot;:&quot;edge&quot;,&quot;object_id&quot;:&quot;scene_object_model_scene_architecture_role_architecture_a92207a0&quot;,&quot;repeat_count&quot;:3,&quot;source_digest&quot;:&quot;33e5210ec92ef2b7eeabf9646e3ce45fc0a45d722ae1d43485e1e744034e17e2&quot;}"/>
          <p:cNvCxnSpPr/>
          <p:nvPr/>
        </p:nvCxnSpPr>
        <p:spPr>
          <a:xfrm>
            <a:off x="3520185" y="2979460"/>
            <a:ext cx="131169" cy="5098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model_scene_architecture_role_architecture_319313c7 000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1.7390314,&quot;endpoint_object_ids&quot;:[],&quot;endpoint_role_ids&quot;:[],&quot;kind&quot;:&quot;edge&quot;,&quot;object_id&quot;:&quot;scene_object_model_scene_architecture_role_architecture_319313c7&quot;,&quot;repeat_count&quot;:1,&quot;source_digest&quot;:&quot;33e5210ec92ef2b7eeabf9646e3ce45fc0a45d722ae1d43485e1e744034e17e2&quot;}"/>
          <p:cNvCxnSpPr/>
          <p:nvPr/>
        </p:nvCxnSpPr>
        <p:spPr>
          <a:xfrm flipH="1">
            <a:off x="4932587" y="2985950"/>
            <a:ext cx="292315" cy="1546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model_scene_architecture_role_architecture_319313c7 000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1.58647735,&quot;endpoint_object_ids&quot;:[],&quot;endpoint_role_ids&quot;:[],&quot;kind&quot;:&quot;edge&quot;,&quot;object_id&quot;:&quot;scene_object_model_scene_architecture_role_architecture_319313c7&quot;,&quot;repeat_count&quot;:1,&quot;source_digest&quot;:&quot;33e5210ec92ef2b7eeabf9646e3ce45fc0a45d722ae1d43485e1e744034e17e2&quot;}"/>
          <p:cNvCxnSpPr/>
          <p:nvPr/>
        </p:nvCxnSpPr>
        <p:spPr>
          <a:xfrm flipH="1">
            <a:off x="5073124" y="3185031"/>
            <a:ext cx="292316" cy="1546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edge scene_object_model_scene_architecture_role_architecture_a92207a0 000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1.572603050000001,&quot;endpoint_object_ids&quot;:[],&quot;endpoint_role_ids&quot;:[],&quot;kind&quot;:&quot;edge&quot;,&quot;object_id&quot;:&quot;scene_object_model_scene_architecture_role_architecture_a92207a0&quot;,&quot;repeat_count&quot;:3,&quot;source_digest&quot;:&quot;33e5210ec92ef2b7eeabf9646e3ce45fc0a45d722ae1d43485e1e744034e17e2&quot;}"/>
          <p:cNvCxnSpPr/>
          <p:nvPr/>
        </p:nvCxnSpPr>
        <p:spPr>
          <a:xfrm flipH="1">
            <a:off x="3651354" y="2464721"/>
            <a:ext cx="402737" cy="21307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model_scene_architecture_role_architecture_a92207a0 000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1.52622785,&quot;endpoint_object_ids&quot;:[],&quot;endpoint_role_ids&quot;:[],&quot;kind&quot;:&quot;edge&quot;,&quot;object_id&quot;:&quot;scene_object_model_scene_architecture_role_architecture_a92207a0&quot;,&quot;repeat_count&quot;:3,&quot;source_digest&quot;:&quot;33e5210ec92ef2b7eeabf9646e3ce45fc0a45d722ae1d43485e1e744034e17e2&quot;}"/>
          <p:cNvCxnSpPr/>
          <p:nvPr/>
        </p:nvCxnSpPr>
        <p:spPr>
          <a:xfrm flipV="1">
            <a:off x="3520185" y="2626807"/>
            <a:ext cx="0" cy="3526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model_scene_architecture_role_architecture_319313c7 000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1.052538349999999,&quot;endpoint_object_ids&quot;:[],&quot;endpoint_role_ids&quot;:[],&quot;kind&quot;:&quot;edge&quot;,&quot;object_id&quot;:&quot;scene_object_model_scene_architecture_role_architecture_319313c7&quot;,&quot;repeat_count&quot;:1,&quot;source_digest&quot;:&quot;33e5210ec92ef2b7eeabf9646e3ce45fc0a45d722ae1d43485e1e744034e17e2&quot;}"/>
          <p:cNvCxnSpPr/>
          <p:nvPr/>
        </p:nvCxnSpPr>
        <p:spPr>
          <a:xfrm flipH="1">
            <a:off x="5073124" y="3040576"/>
            <a:ext cx="292316" cy="1546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model_scene_architecture_role_architecture_319313c7 000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1.03424115,&quot;endpoint_object_ids&quot;:[],&quot;endpoint_role_ids&quot;:[],&quot;kind&quot;:&quot;edge&quot;,&quot;object_id&quot;:&quot;scene_object_model_scene_architecture_role_architecture_319313c7&quot;,&quot;repeat_count&quot;:1,&quot;source_digest&quot;:&quot;33e5210ec92ef2b7eeabf9646e3ce45fc0a45d722ae1d43485e1e744034e17e2&quot;}"/>
          <p:cNvCxnSpPr/>
          <p:nvPr/>
        </p:nvCxnSpPr>
        <p:spPr>
          <a:xfrm flipV="1">
            <a:off x="4932587" y="3140601"/>
            <a:ext cx="0" cy="1444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model_scene_architecture_role_architecture_319313c7 000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0.95796415,&quot;endpoint_object_ids&quot;:[],&quot;endpoint_role_ids&quot;:[],&quot;kind&quot;:&quot;edge&quot;,&quot;object_id&quot;:&quot;scene_object_model_scene_architecture_role_architecture_319313c7&quot;,&quot;repeat_count&quot;:1,&quot;source_digest&quot;:&quot;33e5210ec92ef2b7eeabf9646e3ce45fc0a45d722ae1d43485e1e744034e17e2&quot;}"/>
          <p:cNvCxnSpPr/>
          <p:nvPr/>
        </p:nvCxnSpPr>
        <p:spPr>
          <a:xfrm>
            <a:off x="4932587" y="3285056"/>
            <a:ext cx="140537" cy="5462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model_scene_architecture_role_architecture_a92207a0 000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0.885501000000001,&quot;endpoint_object_ids&quot;:[],&quot;endpoint_role_ids&quot;:[],&quot;kind&quot;:&quot;edge&quot;,&quot;object_id&quot;:&quot;scene_object_model_scene_architecture_role_architecture_a92207a0&quot;,&quot;repeat_count&quot;:3,&quot;source_digest&quot;:&quot;33e5210ec92ef2b7eeabf9646e3ce45fc0a45d722ae1d43485e1e744034e17e2&quot;}"/>
          <p:cNvCxnSpPr/>
          <p:nvPr/>
        </p:nvCxnSpPr>
        <p:spPr>
          <a:xfrm flipV="1">
            <a:off x="3651354" y="2677791"/>
            <a:ext cx="0" cy="35265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model_scene_architecture_role_architecture_a92207a0 000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0.5541236,&quot;endpoint_object_ids&quot;:[],&quot;endpoint_role_ids&quot;:[],&quot;kind&quot;:&quot;edge&quot;,&quot;object_id&quot;:&quot;scene_object_model_scene_architecture_role_architecture_a92207a0&quot;,&quot;repeat_count&quot;:3,&quot;source_digest&quot;:&quot;33e5210ec92ef2b7eeabf9646e3ce45fc0a45d722ae1d43485e1e744034e17e2&quot;}"/>
          <p:cNvCxnSpPr/>
          <p:nvPr/>
        </p:nvCxnSpPr>
        <p:spPr>
          <a:xfrm flipH="1" flipV="1">
            <a:off x="3520185" y="2626807"/>
            <a:ext cx="131169" cy="5098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edge scene_object_model_scene_architecture_role_architecture_319313c7 000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0.424025100000001,&quot;endpoint_object_ids&quot;:[],&quot;endpoint_role_ids&quot;:[],&quot;kind&quot;:&quot;edge&quot;,&quot;object_id&quot;:&quot;scene_object_model_scene_architecture_role_architecture_319313c7&quot;,&quot;repeat_count&quot;:1,&quot;source_digest&quot;:&quot;33e5210ec92ef2b7eeabf9646e3ce45fc0a45d722ae1d43485e1e744034e17e2&quot;}"/>
          <p:cNvCxnSpPr/>
          <p:nvPr/>
        </p:nvCxnSpPr>
        <p:spPr>
          <a:xfrm flipH="1" flipV="1">
            <a:off x="4932587" y="3140601"/>
            <a:ext cx="140537" cy="5462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NNDV editable edge scene_object_model_scene_architecture_role_architecture_319313c7 000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0.3477481,&quot;endpoint_object_ids&quot;:[],&quot;endpoint_role_ids&quot;:[],&quot;kind&quot;:&quot;edge&quot;,&quot;object_id&quot;:&quot;scene_object_model_scene_architecture_role_architecture_319313c7&quot;,&quot;repeat_count&quot;:1,&quot;source_digest&quot;:&quot;33e5210ec92ef2b7eeabf9646e3ce45fc0a45d722ae1d43485e1e744034e17e2&quot;}"/>
          <p:cNvCxnSpPr/>
          <p:nvPr/>
        </p:nvCxnSpPr>
        <p:spPr>
          <a:xfrm flipV="1">
            <a:off x="5073124" y="3195227"/>
            <a:ext cx="0" cy="1444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NNDV editable leader scene_object_model_scene_architecture_role_architecture_319313c7 000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1.6627544,&quot;endpoint_object_ids&quot;:[],&quot;endpoint_role_ids&quot;:[],&quot;kind&quot;:&quot;leader&quot;,&quot;object_id&quot;:&quot;scene_object_model_scene_architecture_role_architecture_319313c7&quot;,&quot;repeat_count&quot;:1,&quot;source_digest&quot;:&quot;33e5210ec92ef2b7eeabf9646e3ce45fc0a45d722ae1d43485e1e744034e17e2&quot;}"/>
          <p:cNvCxnSpPr/>
          <p:nvPr/>
        </p:nvCxnSpPr>
        <p:spPr>
          <a:xfrm flipV="1">
            <a:off x="5149013" y="3352282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NNDV editable label scene_object_model_scene_architecture_role_architecture_319313c7 0081" descr="{&quot;architecture_direction&quot;:null,&quot;architecture_evidence_digest&quot;:&quot;8929ce28d5acaa33d7cc4efd3929474a60d0b873d614fab0b2c7dc7b5b4bff00&quot;,&quot;architecture_role&quot;:&quot;output-head&quot;,&quot;architecture_role_graph_digest&quot;:&quot;73d9a8d8563cbfe4ff3b0d40be3925f4b72fe830370b8bc165108e21f31e64fb&quot;,&quot;architecture_role_graph_edge_id&quot;:null,&quot;architecture_role_id&quot;:&quot;architecture_role_output_head_4_node_fx_getitem_7_41_d4da1fd_c14dfe19&quot;,&quot;architecture_route_id&quot;:null,&quot;architecture_route_role&quot;:null,&quot;depth&quot;:11.6627544,&quot;endpoint_object_ids&quot;:[],&quot;endpoint_role_ids&quot;:[],&quot;kind&quot;:&quot;label&quot;,&quot;object_id&quot;:&quot;scene_object_model_scene_architecture_role_architecture_319313c7&quot;,&quot;repeat_count&quot;:1,&quot;source_digest&quot;:&quot;33e5210ec92ef2b7eeabf9646e3ce45fc0a45d722ae1d43485e1e744034e17e2&quot;}"/>
          <p:cNvSpPr txBox="1"/>
          <p:nvPr/>
        </p:nvSpPr>
        <p:spPr>
          <a:xfrm>
            <a:off x="4625392" y="3395482"/>
            <a:ext cx="104724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Classifier / output</a:t>
            </a:r>
          </a:p>
        </p:txBody>
      </p:sp>
      <p:cxnSp>
        <p:nvCxnSpPr>
          <p:cNvPr id="85" name="NNDV editable leader scene_object_model_scene_architecture_role_architecture_687ef801 000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30.2895995,&quot;endpoint_object_ids&quot;:[],&quot;endpoint_role_ids&quot;:[],&quot;kind&quot;:&quot;leader&quot;,&quot;object_id&quot;:&quot;scene_object_model_scene_architecture_role_architecture_687ef801&quot;,&quot;repeat_count&quot;:1,&quot;source_digest&quot;:&quot;33e5210ec92ef2b7eeabf9646e3ce45fc0a45d722ae1d43485e1e744034e17e2&quot;}"/>
          <p:cNvCxnSpPr/>
          <p:nvPr/>
        </p:nvCxnSpPr>
        <p:spPr>
          <a:xfrm>
            <a:off x="1335763" y="1343764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NNDV editable label scene_object_model_scene_architecture_role_architecture_687ef801 0083" descr="{&quot;architecture_direction&quot;:null,&quot;architecture_evidence_digest&quot;:&quot;8929ce28d5acaa33d7cc4efd3929474a60d0b873d614fab0b2c7dc7b5b4bff00&quot;,&quot;architecture_role&quot;:&quot;embedding&quot;,&quot;architecture_role_graph_digest&quot;:&quot;73d9a8d8563cbfe4ff3b0d40be3925f4b72fe830370b8bc165108e21f31e64fb&quot;,&quot;architecture_role_graph_edge_id&quot;:null,&quot;architecture_role_id&quot;:&quot;architecture_role_embedding_0_node_fx_image_0_a96ed448_node__eb3e3fbb&quot;,&quot;architecture_route_id&quot;:null,&quot;architecture_route_role&quot;:null,&quot;depth&quot;:30.2895995,&quot;endpoint_object_ids&quot;:[],&quot;endpoint_role_ids&quot;:[],&quot;kind&quot;:&quot;label&quot;,&quot;object_id&quot;:&quot;scene_object_model_scene_architecture_role_architecture_687ef801&quot;,&quot;repeat_count&quot;:1,&quot;source_digest&quot;:&quot;33e5210ec92ef2b7eeabf9646e3ce45fc0a45d722ae1d43485e1e744034e17e2&quot;}"/>
          <p:cNvSpPr txBox="1"/>
          <p:nvPr/>
        </p:nvSpPr>
        <p:spPr>
          <a:xfrm>
            <a:off x="619229" y="1232639"/>
            <a:ext cx="143306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Patch + class token embed.</a:t>
            </a:r>
          </a:p>
        </p:txBody>
      </p:sp>
      <p:cxnSp>
        <p:nvCxnSpPr>
          <p:cNvPr id="87" name="NNDV editable leader scene_object_model_scene_architecture_role_architecture_2357c18e 000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2.7400828,&quot;endpoint_object_ids&quot;:[],&quot;endpoint_role_ids&quot;:[],&quot;kind&quot;:&quot;leader&quot;,&quot;object_id&quot;:&quot;scene_object_model_scene_architecture_role_architecture_2357c18e&quot;,&quot;repeat_count&quot;:3,&quot;source_digest&quot;:&quot;33e5210ec92ef2b7eeabf9646e3ce45fc0a45d722ae1d43485e1e744034e17e2&quot;}"/>
          <p:cNvCxnSpPr/>
          <p:nvPr/>
        </p:nvCxnSpPr>
        <p:spPr>
          <a:xfrm flipH="1">
            <a:off x="2345776" y="1787302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NNDV editable label scene_object_model_scene_architecture_role_architecture_2357c18e 0085" descr="{&quot;architecture_direction&quot;:null,&quot;architecture_evidence_digest&quot;:&quot;8929ce28d5acaa33d7cc4efd3929474a60d0b873d614fab0b2c7dc7b5b4bff00&quot;,&quot;architecture_role&quot;:&quot;attention&quot;,&quot;architecture_role_graph_digest&quot;:&quot;73d9a8d8563cbfe4ff3b0d40be3925f4b72fe830370b8bc165108e21f31e64fb&quot;,&quot;architecture_role_graph_edge_id&quot;:null,&quot;architecture_role_id&quot;:&quot;architecture_role_attention_1_module_encoder_0_self_attentio_1eb4f949&quot;,&quot;architecture_route_id&quot;:null,&quot;architecture_route_role&quot;:null,&quot;depth&quot;:22.7400828,&quot;endpoint_object_ids&quot;:[],&quot;endpoint_role_ids&quot;:[],&quot;kind&quot;:&quot;label&quot;,&quot;object_id&quot;:&quot;scene_object_model_scene_architecture_role_architecture_2357c18e&quot;,&quot;repeat_count&quot;:3,&quot;source_digest&quot;:&quot;33e5210ec92ef2b7eeabf9646e3ce45fc0a45d722ae1d43485e1e744034e17e2&quot;}"/>
          <p:cNvSpPr txBox="1"/>
          <p:nvPr/>
        </p:nvSpPr>
        <p:spPr>
          <a:xfrm>
            <a:off x="2388976" y="1731740"/>
            <a:ext cx="937006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Self-attention ×3</a:t>
            </a:r>
          </a:p>
        </p:txBody>
      </p:sp>
      <p:cxnSp>
        <p:nvCxnSpPr>
          <p:cNvPr id="89" name="NNDV editable leader scene_object_model_scene_architecture_role_architecture_68c6021e 000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20.3588099,&quot;endpoint_object_ids&quot;:[],&quot;endpoint_role_ids&quot;:[],&quot;kind&quot;:&quot;leader&quot;,&quot;object_id&quot;:&quot;scene_object_model_scene_architecture_role_architecture_68c6021e&quot;,&quot;repeat_count&quot;:3,&quot;source_digest&quot;:&quot;33e5210ec92ef2b7eeabf9646e3ce45fc0a45d722ae1d43485e1e744034e17e2&quot;}"/>
          <p:cNvCxnSpPr/>
          <p:nvPr/>
        </p:nvCxnSpPr>
        <p:spPr>
          <a:xfrm flipV="1">
            <a:off x="2963823" y="3244136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NNDV editable label scene_object_model_scene_architecture_role_architecture_68c6021e 0087" descr="{&quot;architecture_direction&quot;:null,&quot;architecture_evidence_digest&quot;:&quot;8929ce28d5acaa33d7cc4efd3929474a60d0b873d614fab0b2c7dc7b5b4bff00&quot;,&quot;architecture_role&quot;:&quot;feed-forward&quot;,&quot;architecture_role_graph_digest&quot;:&quot;73d9a8d8563cbfe4ff3b0d40be3925f4b72fe830370b8bc165108e21f31e64fb&quot;,&quot;architecture_role_graph_edge_id&quot;:null,&quot;architecture_role_id&quot;:&quot;architecture_role_feed_forward_2_module_encoder_1_feed_forwa_f553b24e&quot;,&quot;architecture_route_id&quot;:null,&quot;architecture_route_role&quot;:null,&quot;depth&quot;:20.3588099,&quot;endpoint_object_ids&quot;:[],&quot;endpoint_role_ids&quot;:[],&quot;kind&quot;:&quot;label&quot;,&quot;object_id&quot;:&quot;scene_object_model_scene_architecture_role_architecture_68c6021e&quot;,&quot;repeat_count&quot;:3,&quot;source_digest&quot;:&quot;33e5210ec92ef2b7eeabf9646e3ce45fc0a45d722ae1d43485e1e744034e17e2&quot;}"/>
          <p:cNvSpPr txBox="1"/>
          <p:nvPr/>
        </p:nvSpPr>
        <p:spPr>
          <a:xfrm>
            <a:off x="2798469" y="3287336"/>
            <a:ext cx="33070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FFN ×3</a:t>
            </a:r>
          </a:p>
        </p:txBody>
      </p:sp>
      <p:cxnSp>
        <p:nvCxnSpPr>
          <p:cNvPr id="91" name="NNDV editable leader scene_object_model_scene_architecture_role_architecture_a92207a0 000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2.5447073,&quot;endpoint_object_ids&quot;:[],&quot;endpoint_role_ids&quot;:[],&quot;kind&quot;:&quot;leader&quot;,&quot;object_id&quot;:&quot;scene_object_model_scene_architecture_role_architecture_a92207a0&quot;,&quot;repeat_count&quot;:3,&quot;source_digest&quot;:&quot;33e5210ec92ef2b7eeabf9646e3ce45fc0a45d722ae1d43485e1e744034e17e2&quot;}"/>
          <p:cNvCxnSpPr/>
          <p:nvPr/>
        </p:nvCxnSpPr>
        <p:spPr>
          <a:xfrm flipH="1">
            <a:off x="4066691" y="2357936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NNDV editable label scene_object_model_scene_architecture_role_architecture_a92207a0 0089" descr="{&quot;architecture_direction&quot;:null,&quot;architecture_evidence_digest&quot;:&quot;8929ce28d5acaa33d7cc4efd3929474a60d0b873d614fab0b2c7dc7b5b4bff00&quot;,&quot;architecture_role&quot;:&quot;residual-norm&quot;,&quot;architecture_role_graph_digest&quot;:&quot;73d9a8d8563cbfe4ff3b0d40be3925f4b72fe830370b8bc165108e21f31e64fb&quot;,&quot;architecture_role_graph_edge_id&quot;:null,&quot;architecture_role_id&quot;:&quot;architecture_role_residual_norm_3_module_encoder_1_norm2_051_66a75388&quot;,&quot;architecture_route_id&quot;:null,&quot;architecture_route_role&quot;:null,&quot;depth&quot;:12.5447073,&quot;endpoint_object_ids&quot;:[],&quot;endpoint_role_ids&quot;:[],&quot;kind&quot;:&quot;label&quot;,&quot;object_id&quot;:&quot;scene_object_model_scene_architecture_role_architecture_a92207a0&quot;,&quot;repeat_count&quot;:3,&quot;source_digest&quot;:&quot;33e5210ec92ef2b7eeabf9646e3ce45fc0a45d722ae1d43485e1e744034e17e2&quot;}"/>
          <p:cNvSpPr txBox="1"/>
          <p:nvPr/>
        </p:nvSpPr>
        <p:spPr>
          <a:xfrm>
            <a:off x="4109891" y="2246811"/>
            <a:ext cx="992123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Residual + norm ×3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scene_visiontransformer___module___architecture__bdf03d8c</dc:title>
  <dc:subject>Editable deterministic CPU projection of Scene IR 1.0</dc:subject>
  <dc:creator/>
  <cp:keywords/>
  <dc:description>NN_DaVinci 0.7.3;nndv-scene-export-1;camera=scene_camera_visiontransformer___module___architecture__51aee5c8;digest=33e5210ec92ef2b7eeabf9646e3ce45fc0a45d722ae1d43485e1e744034e17e2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