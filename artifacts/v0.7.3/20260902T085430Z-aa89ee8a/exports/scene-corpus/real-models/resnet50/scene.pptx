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010b0358 0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05713975,&quot;endpoint_object_ids&quot;:[],&quot;endpoint_role_ids&quot;:[],&quot;kind&quot;:&quot;face&quot;,&quot;object_id&quot;:&quot;scene_object_model_scene_architecture_role_architecture_010b0358&quot;,&quot;repeat_count&quot;:1,&quot;source_digest&quot;:&quot;7d81cf0c092a96cebb5bd58038aae39f903d9afd7b8e572509f168fab88f6805&quot;}"/>
          <p:cNvSpPr/>
          <p:nvPr/>
        </p:nvSpPr>
        <p:spPr>
          <a:xfrm>
            <a:off x="1114560" y="1385268"/>
            <a:ext cx="459031" cy="204099"/>
          </a:xfrm>
          <a:custGeom>
            <a:avLst/>
            <a:gdLst/>
            <a:ahLst/>
            <a:cxnLst/>
            <a:rect l="l" t="t" r="r" b="b"/>
            <a:pathLst>
              <a:path w="459031" h="204099">
                <a:moveTo>
                  <a:pt x="182929" y="0"/>
                </a:moveTo>
                <a:lnTo>
                  <a:pt x="0" y="96780"/>
                </a:lnTo>
                <a:lnTo>
                  <a:pt x="276103" y="204099"/>
                </a:lnTo>
                <a:lnTo>
                  <a:pt x="459031" y="10732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010b0358 0001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0.856151,&quot;endpoint_object_ids&quot;:[],&quot;endpoint_role_ids&quot;:[],&quot;kind&quot;:&quot;face&quot;,&quot;object_id&quot;:&quot;scene_object_model_scene_architecture_role_architecture_010b0358&quot;,&quot;repeat_count&quot;:1,&quot;source_digest&quot;:&quot;7d81cf0c092a96cebb5bd58038aae39f903d9afd7b8e572509f168fab88f6805&quot;}"/>
          <p:cNvSpPr/>
          <p:nvPr/>
        </p:nvSpPr>
        <p:spPr>
          <a:xfrm>
            <a:off x="1114560" y="1482048"/>
            <a:ext cx="276103" cy="342355"/>
          </a:xfrm>
          <a:custGeom>
            <a:avLst/>
            <a:gdLst/>
            <a:ahLst/>
            <a:cxnLst/>
            <a:rect l="l" t="t" r="r" b="b"/>
            <a:pathLst>
              <a:path w="276103" h="342355">
                <a:moveTo>
                  <a:pt x="0" y="235036"/>
                </a:moveTo>
                <a:lnTo>
                  <a:pt x="276103" y="342355"/>
                </a:lnTo>
                <a:lnTo>
                  <a:pt x="276103" y="107319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010b0358 0002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0.77953885,&quot;endpoint_object_ids&quot;:[],&quot;endpoint_role_ids&quot;:[],&quot;kind&quot;:&quot;face&quot;,&quot;object_id&quot;:&quot;scene_object_model_scene_architecture_role_architecture_010b0358&quot;,&quot;repeat_count&quot;:1,&quot;source_digest&quot;:&quot;7d81cf0c092a96cebb5bd58038aae39f903d9afd7b8e572509f168fab88f6805&quot;}"/>
          <p:cNvSpPr/>
          <p:nvPr/>
        </p:nvSpPr>
        <p:spPr>
          <a:xfrm>
            <a:off x="1390663" y="1492588"/>
            <a:ext cx="182928" cy="331815"/>
          </a:xfrm>
          <a:custGeom>
            <a:avLst/>
            <a:gdLst/>
            <a:ahLst/>
            <a:cxnLst/>
            <a:rect l="l" t="t" r="r" b="b"/>
            <a:pathLst>
              <a:path w="182928" h="331815">
                <a:moveTo>
                  <a:pt x="182928" y="235036"/>
                </a:moveTo>
                <a:lnTo>
                  <a:pt x="182928" y="0"/>
                </a:lnTo>
                <a:lnTo>
                  <a:pt x="0" y="96779"/>
                </a:lnTo>
                <a:lnTo>
                  <a:pt x="0" y="33181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818afdc1 0003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6.45334565,&quot;endpoint_object_ids&quot;:[],&quot;endpoint_role_ids&quot;:[],&quot;kind&quot;:&quot;face&quot;,&quot;object_id&quot;:&quot;scene_object_model_scene_architecture_role_architecture_818afdc1&quot;,&quot;repeat_count&quot;:3,&quot;source_digest&quot;:&quot;7d81cf0c092a96cebb5bd58038aae39f903d9afd7b8e572509f168fab88f6805&quot;}"/>
          <p:cNvSpPr/>
          <p:nvPr/>
        </p:nvSpPr>
        <p:spPr>
          <a:xfrm>
            <a:off x="1764534" y="1784440"/>
            <a:ext cx="480869" cy="225985"/>
          </a:xfrm>
          <a:custGeom>
            <a:avLst/>
            <a:gdLst/>
            <a:ahLst/>
            <a:cxnLst/>
            <a:rect l="l" t="t" r="r" b="b"/>
            <a:pathLst>
              <a:path w="480869" h="225985">
                <a:moveTo>
                  <a:pt x="278385" y="0"/>
                </a:moveTo>
                <a:lnTo>
                  <a:pt x="0" y="147281"/>
                </a:lnTo>
                <a:lnTo>
                  <a:pt x="202484" y="225985"/>
                </a:lnTo>
                <a:lnTo>
                  <a:pt x="480869" y="7870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818afdc1 0004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6.38374005,&quot;endpoint_object_ids&quot;:[],&quot;endpoint_role_ids&quot;:[],&quot;kind&quot;:&quot;face&quot;,&quot;object_id&quot;:&quot;scene_object_model_scene_architecture_role_architecture_818afdc1&quot;,&quot;repeat_count&quot;:3,&quot;source_digest&quot;:&quot;7d81cf0c092a96cebb5bd58038aae39f903d9afd7b8e572509f168fab88f6805&quot;}"/>
          <p:cNvSpPr/>
          <p:nvPr/>
        </p:nvSpPr>
        <p:spPr>
          <a:xfrm>
            <a:off x="1967018" y="1863144"/>
            <a:ext cx="278385" cy="382317"/>
          </a:xfrm>
          <a:custGeom>
            <a:avLst/>
            <a:gdLst/>
            <a:ahLst/>
            <a:cxnLst/>
            <a:rect l="l" t="t" r="r" b="b"/>
            <a:pathLst>
              <a:path w="278385" h="382317">
                <a:moveTo>
                  <a:pt x="278385" y="235036"/>
                </a:moveTo>
                <a:lnTo>
                  <a:pt x="278385" y="0"/>
                </a:lnTo>
                <a:lnTo>
                  <a:pt x="0" y="147281"/>
                </a:lnTo>
                <a:lnTo>
                  <a:pt x="0" y="382317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818afdc1 0005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5.8852738,&quot;endpoint_object_ids&quot;:[],&quot;endpoint_role_ids&quot;:[],&quot;kind&quot;:&quot;face&quot;,&quot;object_id&quot;:&quot;scene_object_model_scene_architecture_role_architecture_818afdc1&quot;,&quot;repeat_count&quot;:3,&quot;source_digest&quot;:&quot;7d81cf0c092a96cebb5bd58038aae39f903d9afd7b8e572509f168fab88f6805&quot;}"/>
          <p:cNvSpPr/>
          <p:nvPr/>
        </p:nvSpPr>
        <p:spPr>
          <a:xfrm>
            <a:off x="1764534" y="1931721"/>
            <a:ext cx="202484" cy="313740"/>
          </a:xfrm>
          <a:custGeom>
            <a:avLst/>
            <a:gdLst/>
            <a:ahLst/>
            <a:cxnLst/>
            <a:rect l="l" t="t" r="r" b="b"/>
            <a:pathLst>
              <a:path w="202484" h="313740">
                <a:moveTo>
                  <a:pt x="0" y="235036"/>
                </a:moveTo>
                <a:lnTo>
                  <a:pt x="202484" y="313740"/>
                </a:lnTo>
                <a:lnTo>
                  <a:pt x="202484" y="78704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411eed96 0006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1.9195386,&quot;endpoint_object_ids&quot;:[],&quot;endpoint_role_ids&quot;:[],&quot;kind&quot;:&quot;face&quot;,&quot;object_id&quot;:&quot;scene_object_model_scene_architecture_role_architecture_411eed96&quot;,&quot;repeat_count&quot;:4,&quot;source_digest&quot;:&quot;7d81cf0c092a96cebb5bd58038aae39f903d9afd7b8e572509f168fab88f6805&quot;}"/>
          <p:cNvSpPr/>
          <p:nvPr/>
        </p:nvSpPr>
        <p:spPr>
          <a:xfrm>
            <a:off x="2430484" y="2213598"/>
            <a:ext cx="470755" cy="220635"/>
          </a:xfrm>
          <a:custGeom>
            <a:avLst/>
            <a:gdLst/>
            <a:ahLst/>
            <a:cxnLst/>
            <a:rect l="l" t="t" r="r" b="b"/>
            <a:pathLst>
              <a:path w="470755" h="220635">
                <a:moveTo>
                  <a:pt x="268271" y="0"/>
                </a:moveTo>
                <a:lnTo>
                  <a:pt x="0" y="141931"/>
                </a:lnTo>
                <a:lnTo>
                  <a:pt x="202484" y="220635"/>
                </a:lnTo>
                <a:lnTo>
                  <a:pt x="470755" y="7870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411eed96 0007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1.77994595,&quot;endpoint_object_ids&quot;:[],&quot;endpoint_role_ids&quot;:[],&quot;kind&quot;:&quot;face&quot;,&quot;object_id&quot;:&quot;scene_object_model_scene_architecture_role_architecture_411eed96&quot;,&quot;repeat_count&quot;:4,&quot;source_digest&quot;:&quot;7d81cf0c092a96cebb5bd58038aae39f903d9afd7b8e572509f168fab88f6805&quot;}"/>
          <p:cNvSpPr/>
          <p:nvPr/>
        </p:nvSpPr>
        <p:spPr>
          <a:xfrm>
            <a:off x="2632968" y="2292303"/>
            <a:ext cx="268271" cy="344229"/>
          </a:xfrm>
          <a:custGeom>
            <a:avLst/>
            <a:gdLst/>
            <a:ahLst/>
            <a:cxnLst/>
            <a:rect l="l" t="t" r="r" b="b"/>
            <a:pathLst>
              <a:path w="268271" h="344229">
                <a:moveTo>
                  <a:pt x="268271" y="202298"/>
                </a:moveTo>
                <a:lnTo>
                  <a:pt x="268271" y="0"/>
                </a:lnTo>
                <a:lnTo>
                  <a:pt x="0" y="141930"/>
                </a:lnTo>
                <a:lnTo>
                  <a:pt x="0" y="344229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411eed96 0008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1.32037435,&quot;endpoint_object_ids&quot;:[],&quot;endpoint_role_ids&quot;:[],&quot;kind&quot;:&quot;face&quot;,&quot;object_id&quot;:&quot;scene_object_model_scene_architecture_role_architecture_411eed96&quot;,&quot;repeat_count&quot;:4,&quot;source_digest&quot;:&quot;7d81cf0c092a96cebb5bd58038aae39f903d9afd7b8e572509f168fab88f6805&quot;}"/>
          <p:cNvSpPr/>
          <p:nvPr/>
        </p:nvSpPr>
        <p:spPr>
          <a:xfrm>
            <a:off x="2430484" y="2355529"/>
            <a:ext cx="202484" cy="281003"/>
          </a:xfrm>
          <a:custGeom>
            <a:avLst/>
            <a:gdLst/>
            <a:ahLst/>
            <a:cxnLst/>
            <a:rect l="l" t="t" r="r" b="b"/>
            <a:pathLst>
              <a:path w="202484" h="281003">
                <a:moveTo>
                  <a:pt x="0" y="202298"/>
                </a:moveTo>
                <a:lnTo>
                  <a:pt x="202484" y="281003"/>
                </a:lnTo>
                <a:lnTo>
                  <a:pt x="202484" y="78704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f21440b1 0009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7.38042715,&quot;endpoint_object_ids&quot;:[],&quot;endpoint_role_ids&quot;:[],&quot;kind&quot;:&quot;face&quot;,&quot;object_id&quot;:&quot;scene_object_model_scene_architecture_role_architecture_f21440b1&quot;,&quot;repeat_count&quot;:6,&quot;source_digest&quot;:&quot;7d81cf0c092a96cebb5bd58038aae39f903d9afd7b8e572509f168fab88f6805&quot;}"/>
          <p:cNvSpPr/>
          <p:nvPr/>
        </p:nvSpPr>
        <p:spPr>
          <a:xfrm>
            <a:off x="3091567" y="2638941"/>
            <a:ext cx="470375" cy="220434"/>
          </a:xfrm>
          <a:custGeom>
            <a:avLst/>
            <a:gdLst/>
            <a:ahLst/>
            <a:cxnLst/>
            <a:rect l="l" t="t" r="r" b="b"/>
            <a:pathLst>
              <a:path w="470375" h="220434">
                <a:moveTo>
                  <a:pt x="267892" y="0"/>
                </a:moveTo>
                <a:lnTo>
                  <a:pt x="0" y="141730"/>
                </a:lnTo>
                <a:lnTo>
                  <a:pt x="202484" y="220434"/>
                </a:lnTo>
                <a:lnTo>
                  <a:pt x="470375" y="7870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f21440b1 001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7.176151825,&quot;endpoint_object_ids&quot;:[],&quot;endpoint_role_ids&quot;:[],&quot;kind&quot;:&quot;face&quot;,&quot;object_id&quot;:&quot;scene_object_model_scene_architecture_role_architecture_f21440b1&quot;,&quot;repeat_count&quot;:6,&quot;source_digest&quot;:&quot;7d81cf0c092a96cebb5bd58038aae39f903d9afd7b8e572509f168fab88f6805&quot;}"/>
          <p:cNvSpPr/>
          <p:nvPr/>
        </p:nvSpPr>
        <p:spPr>
          <a:xfrm>
            <a:off x="3294051" y="2717646"/>
            <a:ext cx="267891" cy="313772"/>
          </a:xfrm>
          <a:custGeom>
            <a:avLst/>
            <a:gdLst/>
            <a:ahLst/>
            <a:cxnLst/>
            <a:rect l="l" t="t" r="r" b="b"/>
            <a:pathLst>
              <a:path w="267891" h="313772">
                <a:moveTo>
                  <a:pt x="267891" y="172042"/>
                </a:moveTo>
                <a:lnTo>
                  <a:pt x="267891" y="0"/>
                </a:lnTo>
                <a:lnTo>
                  <a:pt x="0" y="141729"/>
                </a:lnTo>
                <a:lnTo>
                  <a:pt x="0" y="313772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f21440b1 0011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6.718039975,&quot;endpoint_object_ids&quot;:[],&quot;endpoint_role_ids&quot;:[],&quot;kind&quot;:&quot;face&quot;,&quot;object_id&quot;:&quot;scene_object_model_scene_architecture_role_architecture_f21440b1&quot;,&quot;repeat_count&quot;:6,&quot;source_digest&quot;:&quot;7d81cf0c092a96cebb5bd58038aae39f903d9afd7b8e572509f168fab88f6805&quot;}"/>
          <p:cNvSpPr/>
          <p:nvPr/>
        </p:nvSpPr>
        <p:spPr>
          <a:xfrm>
            <a:off x="3091567" y="2780671"/>
            <a:ext cx="202484" cy="250747"/>
          </a:xfrm>
          <a:custGeom>
            <a:avLst/>
            <a:gdLst/>
            <a:ahLst/>
            <a:cxnLst/>
            <a:rect l="l" t="t" r="r" b="b"/>
            <a:pathLst>
              <a:path w="202484" h="250747">
                <a:moveTo>
                  <a:pt x="0" y="172043"/>
                </a:moveTo>
                <a:lnTo>
                  <a:pt x="202484" y="250747"/>
                </a:lnTo>
                <a:lnTo>
                  <a:pt x="202484" y="78704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1cbe42a3 0012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2.83284655,&quot;endpoint_object_ids&quot;:[],&quot;endpoint_role_ids&quot;:[],&quot;kind&quot;:&quot;face&quot;,&quot;object_id&quot;:&quot;scene_object_model_scene_architecture_role_architecture_1cbe42a3&quot;,&quot;repeat_count&quot;:3,&quot;source_digest&quot;:&quot;7d81cf0c092a96cebb5bd58038aae39f903d9afd7b8e572509f168fab88f6805&quot;}"/>
          <p:cNvSpPr/>
          <p:nvPr/>
        </p:nvSpPr>
        <p:spPr>
          <a:xfrm>
            <a:off x="3781959" y="3077810"/>
            <a:ext cx="411377" cy="189220"/>
          </a:xfrm>
          <a:custGeom>
            <a:avLst/>
            <a:gdLst/>
            <a:ahLst/>
            <a:cxnLst/>
            <a:rect l="l" t="t" r="r" b="b"/>
            <a:pathLst>
              <a:path w="411377" h="189220">
                <a:moveTo>
                  <a:pt x="208893" y="0"/>
                </a:moveTo>
                <a:lnTo>
                  <a:pt x="0" y="110516"/>
                </a:lnTo>
                <a:lnTo>
                  <a:pt x="202484" y="189220"/>
                </a:lnTo>
                <a:lnTo>
                  <a:pt x="411377" y="7870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1cbe42a3 0013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2.5723577,&quot;endpoint_object_ids&quot;:[],&quot;endpoint_role_ids&quot;:[],&quot;kind&quot;:&quot;face&quot;,&quot;object_id&quot;:&quot;scene_object_model_scene_architecture_role_architecture_1cbe42a3&quot;,&quot;repeat_count&quot;:3,&quot;source_digest&quot;:&quot;7d81cf0c092a96cebb5bd58038aae39f903d9afd7b8e572509f168fab88f6805&quot;}"/>
          <p:cNvSpPr/>
          <p:nvPr/>
        </p:nvSpPr>
        <p:spPr>
          <a:xfrm>
            <a:off x="3984443" y="3156514"/>
            <a:ext cx="208893" cy="256265"/>
          </a:xfrm>
          <a:custGeom>
            <a:avLst/>
            <a:gdLst/>
            <a:ahLst/>
            <a:cxnLst/>
            <a:rect l="l" t="t" r="r" b="b"/>
            <a:pathLst>
              <a:path w="208893" h="256265">
                <a:moveTo>
                  <a:pt x="208893" y="145749"/>
                </a:moveTo>
                <a:lnTo>
                  <a:pt x="208893" y="0"/>
                </a:lnTo>
                <a:lnTo>
                  <a:pt x="0" y="110516"/>
                </a:lnTo>
                <a:lnTo>
                  <a:pt x="0" y="25626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1cbe42a3 0014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2.34112795,&quot;endpoint_object_ids&quot;:[],&quot;endpoint_role_ids&quot;:[],&quot;kind&quot;:&quot;face&quot;,&quot;object_id&quot;:&quot;scene_object_model_scene_architecture_role_architecture_1cbe42a3&quot;,&quot;repeat_count&quot;:3,&quot;source_digest&quot;:&quot;7d81cf0c092a96cebb5bd58038aae39f903d9afd7b8e572509f168fab88f6805&quot;}"/>
          <p:cNvSpPr/>
          <p:nvPr/>
        </p:nvSpPr>
        <p:spPr>
          <a:xfrm>
            <a:off x="3781959" y="3188326"/>
            <a:ext cx="202484" cy="224453"/>
          </a:xfrm>
          <a:custGeom>
            <a:avLst/>
            <a:gdLst/>
            <a:ahLst/>
            <a:cxnLst/>
            <a:rect l="l" t="t" r="r" b="b"/>
            <a:pathLst>
              <a:path w="202484" h="224453">
                <a:moveTo>
                  <a:pt x="0" y="145748"/>
                </a:moveTo>
                <a:lnTo>
                  <a:pt x="202484" y="224453"/>
                </a:lnTo>
                <a:lnTo>
                  <a:pt x="202484" y="78704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model_scene_architecture_role_architecture_0db1fd78 0015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10.0811535,&quot;endpoint_object_ids&quot;:[],&quot;endpoint_role_ids&quot;:[],&quot;kind&quot;:&quot;face&quot;,&quot;object_id&quot;:&quot;scene_object_model_scene_architecture_role_architecture_0db1fd78&quot;,&quot;repeat_count&quot;:1,&quot;source_digest&quot;:&quot;7d81cf0c092a96cebb5bd58038aae39f903d9afd7b8e572509f168fab88f6805&quot;}"/>
          <p:cNvSpPr/>
          <p:nvPr/>
        </p:nvSpPr>
        <p:spPr>
          <a:xfrm>
            <a:off x="4814616" y="2872978"/>
            <a:ext cx="550824" cy="230024"/>
          </a:xfrm>
          <a:custGeom>
            <a:avLst/>
            <a:gdLst/>
            <a:ahLst/>
            <a:cxnLst/>
            <a:rect l="l" t="t" r="r" b="b"/>
            <a:pathLst>
              <a:path w="550824" h="230024">
                <a:moveTo>
                  <a:pt x="113436" y="0"/>
                </a:moveTo>
                <a:lnTo>
                  <a:pt x="0" y="60014"/>
                </a:lnTo>
                <a:lnTo>
                  <a:pt x="437388" y="230024"/>
                </a:lnTo>
                <a:lnTo>
                  <a:pt x="550824" y="17001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model_scene_architecture_role_architecture_0db1fd78 0016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9.956518025,&quot;endpoint_object_ids&quot;:[],&quot;endpoint_role_ids&quot;:[],&quot;kind&quot;:&quot;face&quot;,&quot;object_id&quot;:&quot;scene_object_model_scene_architecture_role_architecture_0db1fd78&quot;,&quot;repeat_count&quot;:1,&quot;source_digest&quot;:&quot;7d81cf0c092a96cebb5bd58038aae39f903d9afd7b8e572509f168fab88f6805&quot;}"/>
          <p:cNvSpPr/>
          <p:nvPr/>
        </p:nvSpPr>
        <p:spPr>
          <a:xfrm>
            <a:off x="4814616" y="2932992"/>
            <a:ext cx="437388" cy="315758"/>
          </a:xfrm>
          <a:custGeom>
            <a:avLst/>
            <a:gdLst/>
            <a:ahLst/>
            <a:cxnLst/>
            <a:rect l="l" t="t" r="r" b="b"/>
            <a:pathLst>
              <a:path w="437388" h="315758">
                <a:moveTo>
                  <a:pt x="0" y="145748"/>
                </a:moveTo>
                <a:lnTo>
                  <a:pt x="437388" y="315758"/>
                </a:lnTo>
                <a:lnTo>
                  <a:pt x="437388" y="17001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model_scene_architecture_role_architecture_0db1fd78 0017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9.15699025,&quot;endpoint_object_ids&quot;:[],&quot;endpoint_role_ids&quot;:[],&quot;kind&quot;:&quot;face&quot;,&quot;object_id&quot;:&quot;scene_object_model_scene_architecture_role_architecture_0db1fd78&quot;,&quot;repeat_count&quot;:1,&quot;source_digest&quot;:&quot;7d81cf0c092a96cebb5bd58038aae39f903d9afd7b8e572509f168fab88f6805&quot;}"/>
          <p:cNvSpPr/>
          <p:nvPr/>
        </p:nvSpPr>
        <p:spPr>
          <a:xfrm>
            <a:off x="5252004" y="3042988"/>
            <a:ext cx="113436" cy="205762"/>
          </a:xfrm>
          <a:custGeom>
            <a:avLst/>
            <a:gdLst/>
            <a:ahLst/>
            <a:cxnLst/>
            <a:rect l="l" t="t" r="r" b="b"/>
            <a:pathLst>
              <a:path w="113436" h="205762">
                <a:moveTo>
                  <a:pt x="113436" y="145748"/>
                </a:moveTo>
                <a:lnTo>
                  <a:pt x="113436" y="0"/>
                </a:lnTo>
                <a:lnTo>
                  <a:pt x="0" y="60014"/>
                </a:lnTo>
                <a:lnTo>
                  <a:pt x="0" y="205762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8372126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H="1">
            <a:off x="1114560" y="1385268"/>
            <a:ext cx="182928" cy="967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76060045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H="1" flipV="1">
            <a:off x="1297488" y="1385268"/>
            <a:ext cx="276103" cy="10731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63622385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V="1">
            <a:off x="1114560" y="1482047"/>
            <a:ext cx="0" cy="23503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48299955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V="1">
            <a:off x="1573591" y="1492587"/>
            <a:ext cx="0" cy="23503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35862295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>
            <a:off x="1114560" y="1717083"/>
            <a:ext cx="276102" cy="10731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282010800000002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H="1">
            <a:off x="1390662" y="1727623"/>
            <a:ext cx="182929" cy="967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0.35367905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H="1" flipV="1">
            <a:off x="1114560" y="1482047"/>
            <a:ext cx="276102" cy="1073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0.2770669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H="1">
            <a:off x="1390662" y="1492587"/>
            <a:ext cx="182929" cy="967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0.07607815,&quot;endpoint_object_ids&quot;:[],&quot;endpoint_role_ids&quot;:[],&quot;kind&quot;:&quot;edge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V="1">
            <a:off x="1390662" y="1589367"/>
            <a:ext cx="0" cy="2350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polyline scene_object_model_scene_architecture_route_architectur_2d7dbbcd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input_stem_23df08fa&quot;,&quot;architecture_role_id&quot;:null,&quot;architecture_route_id&quot;:&quot;architecture_route_residual_skip_architecture_role_input_stem_23df08fa&quot;,&quot;architecture_route_role&quot;:&quot;residual-skip&quot;,&quot;depth&quot;:31.5596117,&quot;endpoint_object_ids&quot;:[&quot;scene_object_model_scene_architecture_role_architecture_010b0358&quot;,&quot;scene_object_model_scene_architecture_role_architecture_818afdc1&quot;],&quot;endpoint_role_ids&quot;:[&quot;architecture_role_input_stem_0_module_layer1_2_conv2_a887a90_b8f8888a&quot;,&quot;architecture_role_residual_stage_1_module_layer1_1_bn3_d3bb0_2f234e8b&quot;],&quot;kind&quot;:&quot;polyline&quot;,&quot;object_id&quot;:&quot;scene_object_model_scene_architecture_route_architectur_2d7dbbcd&quot;,&quot;repeat_count&quot;:1,&quot;source_digest&quot;:&quot;7d81cf0c092a96cebb5bd58038aae39f903d9afd7b8e572509f168fab88f6805&quot;}"/>
          <p:cNvCxnSpPr/>
          <p:nvPr/>
        </p:nvCxnSpPr>
        <p:spPr>
          <a:xfrm flipV="1">
            <a:off x="1344075" y="907221"/>
            <a:ext cx="0" cy="5450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polyline scene_object_model_scene_architecture_route_architectur_2d7dbbcd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input_stem_23df08fa&quot;,&quot;architecture_role_id&quot;:null,&quot;architecture_route_id&quot;:&quot;architecture_route_residual_skip_architecture_role_input_stem_23df08fa&quot;,&quot;architecture_route_role&quot;:&quot;residual-skip&quot;,&quot;depth&quot;:29.25771465,&quot;endpoint_object_ids&quot;:[&quot;scene_object_model_scene_architecture_role_architecture_010b0358&quot;,&quot;scene_object_model_scene_architecture_role_architecture_818afdc1&quot;],&quot;endpoint_role_ids&quot;:[&quot;architecture_role_input_stem_0_module_layer1_2_conv2_a887a90_b8f8888a&quot;,&quot;architecture_role_residual_stage_1_module_layer1_1_bn3_d3bb0_2f234e8b&quot;],&quot;kind&quot;:&quot;polyline&quot;,&quot;object_id&quot;:&quot;scene_object_model_scene_architecture_route_architectur_2d7dbbcd&quot;,&quot;repeat_count&quot;:1,&quot;source_digest&quot;:&quot;7d81cf0c092a96cebb5bd58038aae39f903d9afd7b8e572509f168fab88f6805&quot;}"/>
          <p:cNvCxnSpPr/>
          <p:nvPr/>
        </p:nvCxnSpPr>
        <p:spPr>
          <a:xfrm>
            <a:off x="1344075" y="907221"/>
            <a:ext cx="660893" cy="4101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arrow scene_object_model_scene_architecture_route_architectur_2d7dbbcd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input_stem_23df08fa&quot;,&quot;architecture_role_id&quot;:null,&quot;architecture_route_id&quot;:&quot;architecture_route_residual_skip_architecture_role_input_stem_23df08fa&quot;,&quot;architecture_route_role&quot;:&quot;residual-skip&quot;,&quot;depth&quot;:26.9558176,&quot;endpoint_object_ids&quot;:[&quot;scene_object_model_scene_architecture_role_architecture_010b0358&quot;,&quot;scene_object_model_scene_architecture_role_architecture_818afdc1&quot;],&quot;endpoint_role_ids&quot;:[&quot;architecture_role_input_stem_0_module_layer1_2_conv2_a887a90_b8f8888a&quot;,&quot;architecture_role_residual_stage_1_module_layer1_1_bn3_d3bb0_2f234e8b&quot;],&quot;kind&quot;:&quot;arrow&quot;,&quot;object_id&quot;:&quot;scene_object_model_scene_architecture_route_architectur_2d7dbbcd&quot;,&quot;repeat_count&quot;:1,&quot;source_digest&quot;:&quot;7d81cf0c092a96cebb5bd58038aae39f903d9afd7b8e572509f168fab88f6805&quot;}"/>
          <p:cNvCxnSpPr/>
          <p:nvPr/>
        </p:nvCxnSpPr>
        <p:spPr>
          <a:xfrm>
            <a:off x="2004968" y="1317336"/>
            <a:ext cx="0" cy="54501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arrow scene_object_model_scene_architecture_route_architectur_7fb96c62 000" descr="{&quot;architecture_direction&quot;:&quot;source-to-target&quot;,&quot;architecture_evidence_digest&quot;:&quot;dfcdd2b29c760191a847b7626acff38001bd613e975b1708ed072b2f9ccd2e86&quot;,&quot;architecture_role&quot;:&quot;arrow&quot;,&quot;architecture_role_graph_digest&quot;:&quot;8a4f75341732b9aa4d55d3a8699b21edaeebf4d16745066d9d6d6bbebf87dcea&quot;,&quot;architecture_role_graph_edge_id&quot;:&quot;architecture_role_flow_architecture_role_residual_stage_1_module__98f4e1bc&quot;,&quot;architecture_role_id&quot;:null,&quot;architecture_route_id&quot;:null,&quot;architecture_route_role&quot;:&quot;arrow&quot;,&quot;depth&quot;:29.473517498437502,&quot;endpoint_object_ids&quot;:[&quot;scene_object_model_scene_architecture_role_architecture_818afdc1&quot;,&quot;scene_object_model_scene_architecture_role_architecture_010b0358&quot;],&quot;endpoint_role_ids&quot;:[&quot;architecture_role_residual_stage_1_module_layer1_1_bn3_d3bb0_2f234e8b&quot;,&quot;architecture_role_input_stem_0_module_layer1_2_conv2_a887a90_b8f8888a&quot;],&quot;kind&quot;:&quot;arrow&quot;,&quot;object_id&quot;:&quot;scene_object_model_scene_architecture_route_architectur_7fb96c62&quot;,&quot;repeat_count&quot;:1,&quot;source_digest&quot;:&quot;7d81cf0c092a96cebb5bd58038aae39f903d9afd7b8e572509f168fab88f6805&quot;}"/>
          <p:cNvCxnSpPr/>
          <p:nvPr/>
        </p:nvCxnSpPr>
        <p:spPr>
          <a:xfrm flipH="1" flipV="1">
            <a:off x="1467993" y="1681732"/>
            <a:ext cx="351099" cy="21787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arrow scene_object_model_scene_architecture_route_architectur_847b1ce0 000" descr="{&quot;architecture_direction&quot;:&quot;source-to-target&quot;,&quot;architecture_evidence_digest&quot;:&quot;dfcdd2b29c760191a847b7626acff38001bd613e975b1708ed072b2f9ccd2e86&quot;,&quot;architecture_role&quot;:&quot;arrow&quot;,&quot;architecture_role_graph_digest&quot;:&quot;8a4f75341732b9aa4d55d3a8699b21edaeebf4d16745066d9d6d6bbebf87dcea&quot;,&quot;architecture_role_graph_edge_id&quot;:&quot;architecture_role_flow_architecture_role_input_stem_0_module_laye_17194f9e&quot;,&quot;architecture_role_id&quot;:null,&quot;architecture_route_id&quot;:null,&quot;architecture_route_role&quot;:&quot;arrow&quot;,&quot;depth&quot;:29.473517498437502,&quot;endpoint_object_ids&quot;:[&quot;scene_object_model_scene_architecture_role_architecture_010b0358&quot;,&quot;scene_object_model_scene_architecture_role_architecture_818afdc1&quot;],&quot;endpoint_role_ids&quot;:[&quot;architecture_role_input_stem_0_module_layer1_2_conv2_a887a90_b8f8888a&quot;,&quot;architecture_role_residual_stage_1_module_layer1_1_bn3_d3bb0_2f234e8b&quot;],&quot;kind&quot;:&quot;arrow&quot;,&quot;object_id&quot;:&quot;scene_object_model_scene_architecture_route_architectur_847b1ce0&quot;,&quot;repeat_count&quot;:1,&quot;source_digest&quot;:&quot;7d81cf0c092a96cebb5bd58038aae39f903d9afd7b8e572509f168fab88f6805&quot;}"/>
          <p:cNvCxnSpPr/>
          <p:nvPr/>
        </p:nvCxnSpPr>
        <p:spPr>
          <a:xfrm>
            <a:off x="1467993" y="1681732"/>
            <a:ext cx="351099" cy="21787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7.52388945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H="1" flipV="1">
            <a:off x="2042919" y="1784439"/>
            <a:ext cx="202484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7.45428385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V="1">
            <a:off x="2245403" y="1863143"/>
            <a:ext cx="0" cy="23503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7.0254232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H="1">
            <a:off x="1764534" y="1784439"/>
            <a:ext cx="278385" cy="14728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polyline scene_object_model_scene_architecture_route_architectur_7ae27612 000" descr="{&quot;architecture_direction&quot;:&quot;source-to-target&quot;,&quot;architecture_evidence_digest&quot;:&quot;dfcdd2b29c760191a847b7626acff38001bd613e975b1708ed072b2f9ccd2e86&quot;,&quot;architecture_role&quot;:&quot;arrow&quot;,&quot;architecture_role_graph_digest&quot;:&quot;8a4f75341732b9aa4d55d3a8699b21edaeebf4d16745066d9d6d6bbebf87dcea&quot;,&quot;architecture_role_graph_edge_id&quot;:&quot;architecture_role_flow_architecture_role_input_stem_0_module_laye_e344c918&quot;,&quot;architecture_role_id&quot;:null,&quot;architecture_route_id&quot;:null,&quot;architecture_route_role&quot;:&quot;arrow&quot;,&quot;depth&quot;:29.54545178125,&quot;endpoint_object_ids&quot;:[&quot;scene_object_model_scene_architecture_role_architecture_010b0358&quot;,&quot;scene_object_model_scene_architecture_role_architecture_411eed96&quot;],&quot;endpoint_role_ids&quot;:[&quot;architecture_role_input_stem_0_module_layer1_2_conv2_a887a90_b8f8888a&quot;,&quot;architecture_role_residual_stage_2_node_fx_add_4_57_f67a5aea_3dae3d8b&quot;],&quot;kind&quot;:&quot;polyline&quot;,&quot;object_id&quot;:&quot;scene_object_model_scene_architecture_route_architectur_7ae27612&quot;,&quot;repeat_count&quot;:1,&quot;source_digest&quot;:&quot;7d81cf0c092a96cebb5bd58038aae39f903d9afd7b8e572509f168fab88f6805&quot;}"/>
          <p:cNvCxnSpPr/>
          <p:nvPr/>
        </p:nvCxnSpPr>
        <p:spPr>
          <a:xfrm>
            <a:off x="1467993" y="1681732"/>
            <a:ext cx="330446" cy="2050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arrow scene_object_model_scene_architecture_route_architectur_7ae27612 000" descr="{&quot;architecture_direction&quot;:&quot;source-to-target&quot;,&quot;architecture_evidence_digest&quot;:&quot;dfcdd2b29c760191a847b7626acff38001bd613e975b1708ed072b2f9ccd2e86&quot;,&quot;architecture_role&quot;:&quot;arrow&quot;,&quot;architecture_role_graph_digest&quot;:&quot;8a4f75341732b9aa4d55d3a8699b21edaeebf4d16745066d9d6d6bbebf87dcea&quot;,&quot;architecture_role_graph_edge_id&quot;:&quot;architecture_role_flow_architecture_role_input_stem_0_module_laye_e344c918&quot;,&quot;architecture_role_id&quot;:null,&quot;architecture_route_id&quot;:null,&quot;architecture_route_role&quot;:&quot;arrow&quot;,&quot;depth&quot;:24.94165768125,&quot;endpoint_object_ids&quot;:[&quot;scene_object_model_scene_architecture_role_architecture_010b0358&quot;,&quot;scene_object_model_scene_architecture_role_architecture_411eed96&quot;],&quot;endpoint_role_ids&quot;:[&quot;architecture_role_input_stem_0_module_layer1_2_conv2_a887a90_b8f8888a&quot;,&quot;architecture_role_residual_stage_2_node_fx_add_4_57_f67a5aea_3dae3d8b&quot;],&quot;kind&quot;:&quot;arrow&quot;,&quot;object_id&quot;:&quot;scene_object_model_scene_architecture_route_architectur_7ae27612&quot;,&quot;repeat_count&quot;:1,&quot;source_digest&quot;:&quot;7d81cf0c092a96cebb5bd58038aae39f903d9afd7b8e572509f168fab88f6805&quot;}"/>
          <p:cNvCxnSpPr/>
          <p:nvPr/>
        </p:nvCxnSpPr>
        <p:spPr>
          <a:xfrm>
            <a:off x="2128886" y="2091846"/>
            <a:ext cx="330446" cy="20505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6.886212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H="1">
            <a:off x="1967017" y="2098179"/>
            <a:ext cx="278386" cy="14728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6.45735135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V="1">
            <a:off x="1764534" y="1931720"/>
            <a:ext cx="0" cy="23503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6.38774575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>
            <a:off x="1764534" y="2166756"/>
            <a:ext cx="202483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5.8812681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H="1">
            <a:off x="1967017" y="1863143"/>
            <a:ext cx="278386" cy="1472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5.38280185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H="1" flipV="1">
            <a:off x="1764534" y="1931720"/>
            <a:ext cx="202483" cy="7870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5.31319625,&quot;endpoint_object_ids&quot;:[],&quot;endpoint_role_ids&quot;:[],&quot;kind&quot;:&quot;edge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V="1">
            <a:off x="1967017" y="2010425"/>
            <a:ext cx="0" cy="2350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polyline scene_object_model_scene_architecture_route_architectur_e2b536c2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a14c3975&quot;,&quot;architecture_role_id&quot;:null,&quot;architecture_route_id&quot;:&quot;architecture_route_residual_skip_architecture_role_residual_s_a14c3975&quot;,&quot;architecture_route_role&quot;:&quot;residual-skip&quot;,&quot;depth&quot;:26.9558176,&quot;endpoint_object_ids&quot;:[&quot;scene_object_model_scene_architecture_role_architecture_818afdc1&quot;,&quot;scene_object_model_scene_architecture_role_architecture_411eed96&quot;],&quot;endpoint_role_ids&quot;:[&quot;architecture_role_residual_stage_1_module_layer1_1_bn3_d3bb0_2f234e8b&quot;,&quot;architecture_role_residual_stage_2_node_fx_add_4_57_f67a5aea_3dae3d8b&quot;],&quot;kind&quot;:&quot;polyline&quot;,&quot;object_id&quot;:&quot;scene_object_model_scene_architecture_route_architectur_e2b536c2&quot;,&quot;repeat_count&quot;:1,&quot;source_digest&quot;:&quot;7d81cf0c092a96cebb5bd58038aae39f903d9afd7b8e572509f168fab88f6805&quot;}"/>
          <p:cNvCxnSpPr/>
          <p:nvPr/>
        </p:nvCxnSpPr>
        <p:spPr>
          <a:xfrm flipV="1">
            <a:off x="2004968" y="1203180"/>
            <a:ext cx="0" cy="6595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polyline scene_object_model_scene_architecture_route_architectur_e2b536c2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a14c3975&quot;,&quot;architecture_role_id&quot;:null,&quot;architecture_route_id&quot;:&quot;architecture_route_residual_skip_architecture_role_residual_s_a14c3975&quot;,&quot;architecture_route_role&quot;:&quot;residual-skip&quot;,&quot;depth&quot;:24.653920550000002,&quot;endpoint_object_ids&quot;:[&quot;scene_object_model_scene_architecture_role_architecture_818afdc1&quot;,&quot;scene_object_model_scene_architecture_role_architecture_411eed96&quot;],&quot;endpoint_role_ids&quot;:[&quot;architecture_role_residual_stage_1_module_layer1_1_bn3_d3bb0_2f234e8b&quot;,&quot;architecture_role_residual_stage_2_node_fx_add_4_57_f67a5aea_3dae3d8b&quot;],&quot;kind&quot;:&quot;polyline&quot;,&quot;object_id&quot;:&quot;scene_object_model_scene_architecture_route_architectur_e2b536c2&quot;,&quot;repeat_count&quot;:1,&quot;source_digest&quot;:&quot;7d81cf0c092a96cebb5bd58038aae39f903d9afd7b8e572509f168fab88f6805&quot;}"/>
          <p:cNvCxnSpPr/>
          <p:nvPr/>
        </p:nvCxnSpPr>
        <p:spPr>
          <a:xfrm>
            <a:off x="2004968" y="1203180"/>
            <a:ext cx="660893" cy="4101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arrow scene_object_model_scene_architecture_route_architectur_e2b536c2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a14c3975&quot;,&quot;architecture_role_id&quot;:null,&quot;architecture_route_id&quot;:&quot;architecture_route_residual_skip_architecture_role_residual_s_a14c3975&quot;,&quot;architecture_route_role&quot;:&quot;residual-skip&quot;,&quot;depth&quot;:22.3520235,&quot;endpoint_object_ids&quot;:[&quot;scene_object_model_scene_architecture_role_architecture_818afdc1&quot;,&quot;scene_object_model_scene_architecture_role_architecture_411eed96&quot;],&quot;endpoint_role_ids&quot;:[&quot;architecture_role_residual_stage_1_module_layer1_1_bn3_d3bb0_2f234e8b&quot;,&quot;architecture_role_residual_stage_2_node_fx_add_4_57_f67a5aea_3dae3d8b&quot;],&quot;kind&quot;:&quot;arrow&quot;,&quot;object_id&quot;:&quot;scene_object_model_scene_architecture_route_architectur_e2b536c2&quot;,&quot;repeat_count&quot;:1,&quot;source_digest&quot;:&quot;7d81cf0c092a96cebb5bd58038aae39f903d9afd7b8e572509f168fab88f6805&quot;}"/>
          <p:cNvCxnSpPr/>
          <p:nvPr/>
        </p:nvCxnSpPr>
        <p:spPr>
          <a:xfrm>
            <a:off x="2665861" y="1613295"/>
            <a:ext cx="0" cy="65956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2.95118775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H="1" flipV="1">
            <a:off x="2698755" y="2213598"/>
            <a:ext cx="202484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2.811595099999998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V="1">
            <a:off x="2901239" y="2292302"/>
            <a:ext cx="0" cy="2022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2.49161615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H="1">
            <a:off x="2430484" y="2213598"/>
            <a:ext cx="268271" cy="14193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2.21243085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H="1">
            <a:off x="2632968" y="2494601"/>
            <a:ext cx="268271" cy="14193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1.892451899999998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V="1">
            <a:off x="2430484" y="2355528"/>
            <a:ext cx="0" cy="2022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1.75285925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>
            <a:off x="2430484" y="2557827"/>
            <a:ext cx="202484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1.34746105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H="1">
            <a:off x="2632968" y="2292302"/>
            <a:ext cx="268271" cy="14193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0.88788945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H="1" flipV="1">
            <a:off x="2430484" y="2355528"/>
            <a:ext cx="202484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edge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0.7482968,&quot;endpoint_object_ids&quot;:[],&quot;endpoint_role_ids&quot;:[],&quot;kind&quot;:&quot;edge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V="1">
            <a:off x="2632968" y="2434232"/>
            <a:ext cx="0" cy="2022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polyline scene_object_model_scene_architecture_route_architectur_28b8ad33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1729dacd&quot;,&quot;architecture_role_id&quot;:null,&quot;architecture_route_id&quot;:&quot;architecture_route_residual_skip_architecture_role_residual_s_1729dacd&quot;,&quot;architecture_route_role&quot;:&quot;residual-skip&quot;,&quot;depth&quot;:22.3520235,&quot;endpoint_object_ids&quot;:[&quot;scene_object_model_scene_architecture_role_architecture_411eed96&quot;,&quot;scene_object_model_scene_architecture_role_architecture_f21440b1&quot;],&quot;endpoint_role_ids&quot;:[&quot;architecture_role_residual_stage_2_node_fx_add_4_57_f67a5aea_3dae3d8b&quot;,&quot;architecture_role_residual_stage_3_module_layer3_5_bn3_c4a08_8e47d6f4&quot;],&quot;kind&quot;:&quot;polyline&quot;,&quot;object_id&quot;:&quot;scene_object_model_scene_architecture_route_architectur_28b8ad33&quot;,&quot;repeat_count&quot;:1,&quot;source_digest&quot;:&quot;7d81cf0c092a96cebb5bd58038aae39f903d9afd7b8e572509f168fab88f6805&quot;}"/>
          <p:cNvCxnSpPr/>
          <p:nvPr/>
        </p:nvCxnSpPr>
        <p:spPr>
          <a:xfrm flipV="1">
            <a:off x="2665861" y="1499140"/>
            <a:ext cx="0" cy="7812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polyline scene_object_model_scene_architecture_route_architectur_28b8ad33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1729dacd&quot;,&quot;architecture_role_id&quot;:null,&quot;architecture_route_id&quot;:&quot;architecture_route_residual_skip_architecture_role_residual_s_1729dacd&quot;,&quot;architecture_route_role&quot;:&quot;residual-skip&quot;,&quot;depth&quot;:20.05012645,&quot;endpoint_object_ids&quot;:[&quot;scene_object_model_scene_architecture_role_architecture_411eed96&quot;,&quot;scene_object_model_scene_architecture_role_architecture_f21440b1&quot;],&quot;endpoint_role_ids&quot;:[&quot;architecture_role_residual_stage_2_node_fx_add_4_57_f67a5aea_3dae3d8b&quot;,&quot;architecture_role_residual_stage_3_module_layer3_5_bn3_c4a08_8e47d6f4&quot;],&quot;kind&quot;:&quot;polyline&quot;,&quot;object_id&quot;:&quot;scene_object_model_scene_architecture_route_architectur_28b8ad33&quot;,&quot;repeat_count&quot;:1,&quot;source_digest&quot;:&quot;7d81cf0c092a96cebb5bd58038aae39f903d9afd7b8e572509f168fab88f6805&quot;}"/>
          <p:cNvCxnSpPr/>
          <p:nvPr/>
        </p:nvCxnSpPr>
        <p:spPr>
          <a:xfrm>
            <a:off x="2665861" y="1499140"/>
            <a:ext cx="660893" cy="4101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arrow scene_object_model_scene_architecture_route_architectur_28b8ad33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1729dacd&quot;,&quot;architecture_role_id&quot;:null,&quot;architecture_route_id&quot;:&quot;architecture_route_residual_skip_architecture_role_residual_s_1729dacd&quot;,&quot;architecture_route_role&quot;:&quot;residual-skip&quot;,&quot;depth&quot;:17.7482294,&quot;endpoint_object_ids&quot;:[&quot;scene_object_model_scene_architecture_role_architecture_411eed96&quot;,&quot;scene_object_model_scene_architecture_role_architecture_f21440b1&quot;],&quot;endpoint_role_ids&quot;:[&quot;architecture_role_residual_stage_2_node_fx_add_4_57_f67a5aea_3dae3d8b&quot;,&quot;architecture_role_residual_stage_3_module_layer3_5_bn3_c4a08_8e47d6f4&quot;],&quot;kind&quot;:&quot;arrow&quot;,&quot;object_id&quot;:&quot;scene_object_model_scene_architecture_route_architectur_28b8ad33&quot;,&quot;repeat_count&quot;:1,&quot;source_digest&quot;:&quot;7d81cf0c092a96cebb5bd58038aae39f903d9afd7b8e572509f168fab88f6805&quot;}"/>
          <p:cNvCxnSpPr/>
          <p:nvPr/>
        </p:nvCxnSpPr>
        <p:spPr>
          <a:xfrm>
            <a:off x="3326754" y="1909255"/>
            <a:ext cx="0" cy="810184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arrow scene_object_model_scene_architecture_route_architectur_8446adf7 000" descr="{&quot;architecture_direction&quot;:&quot;source-to-target&quot;,&quot;architecture_evidence_digest&quot;:&quot;dfcdd2b29c760191a847b7626acff38001bd613e975b1708ed072b2f9ccd2e86&quot;,&quot;architecture_role&quot;:&quot;arrow&quot;,&quot;architecture_role_graph_digest&quot;:&quot;8a4f75341732b9aa4d55d3a8699b21edaeebf4d16745066d9d6d6bbebf87dcea&quot;,&quot;architecture_role_graph_edge_id&quot;:&quot;architecture_role_flow_architecture_role_residual_stage_2_node_fx_f72463d2&quot;,&quot;architecture_role_id&quot;:null,&quot;architecture_route_id&quot;:null,&quot;architecture_route_role&quot;:&quot;arrow&quot;,&quot;depth&quot;:20.2659292984375,&quot;endpoint_object_ids&quot;:[&quot;scene_object_model_scene_architecture_role_architecture_411eed96&quot;,&quot;scene_object_model_scene_architecture_role_architecture_f21440b1&quot;],&quot;endpoint_role_ids&quot;:[&quot;architecture_role_residual_stage_2_node_fx_add_4_57_f67a5aea_3dae3d8b&quot;,&quot;architecture_role_residual_stage_3_module_layer3_5_bn3_c4a08_8e47d6f4&quot;],&quot;kind&quot;:&quot;arrow&quot;,&quot;object_id&quot;:&quot;scene_object_model_scene_architecture_route_architectur_8446adf7&quot;,&quot;repeat_count&quot;:1,&quot;source_digest&quot;:&quot;7d81cf0c092a96cebb5bd58038aae39f903d9afd7b8e572509f168fab88f6805&quot;}"/>
          <p:cNvCxnSpPr/>
          <p:nvPr/>
        </p:nvCxnSpPr>
        <p:spPr>
          <a:xfrm>
            <a:off x="2769126" y="2489145"/>
            <a:ext cx="392405" cy="243505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8.41061655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H="1" flipV="1">
            <a:off x="3359458" y="2638941"/>
            <a:ext cx="202484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8.20634125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V="1">
            <a:off x="3561942" y="2717645"/>
            <a:ext cx="0" cy="17204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7.9525047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H="1">
            <a:off x="3091566" y="2638941"/>
            <a:ext cx="267892" cy="1417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7.54395405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H="1">
            <a:off x="3294050" y="2889688"/>
            <a:ext cx="267892" cy="1417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7.290117549999998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V="1">
            <a:off x="3091566" y="2780670"/>
            <a:ext cx="0" cy="17204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7.0858422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>
            <a:off x="3091566" y="2952713"/>
            <a:ext cx="202484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6.8083496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H="1">
            <a:off x="3294050" y="2717645"/>
            <a:ext cx="267892" cy="14173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6.35023775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H="1" flipV="1">
            <a:off x="3091566" y="2780670"/>
            <a:ext cx="202484" cy="7870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6.1459624,&quot;endpoint_object_ids&quot;:[],&quot;endpoint_role_ids&quot;:[],&quot;kind&quot;:&quot;edge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V="1">
            <a:off x="3294050" y="2859375"/>
            <a:ext cx="0" cy="17204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polyline scene_object_model_scene_architecture_route_architectur_9298fecf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4a260884&quot;,&quot;architecture_role_id&quot;:null,&quot;architecture_route_id&quot;:&quot;architecture_route_residual_skip_architecture_role_residual_s_4a260884&quot;,&quot;architecture_route_role&quot;:&quot;residual-skip&quot;,&quot;depth&quot;:17.7482294,&quot;endpoint_object_ids&quot;:[&quot;scene_object_model_scene_architecture_role_architecture_f21440b1&quot;,&quot;scene_object_model_scene_architecture_role_architecture_1cbe42a3&quot;],&quot;endpoint_role_ids&quot;:[&quot;architecture_role_residual_stage_3_module_layer3_5_bn3_c4a08_8e47d6f4&quot;,&quot;architecture_role_residual_stage_4_node_fx_add_14_161_7bfc24_879b6110&quot;],&quot;kind&quot;:&quot;polyline&quot;,&quot;object_id&quot;:&quot;scene_object_model_scene_architecture_route_architectur_9298fecf&quot;,&quot;repeat_count&quot;:1,&quot;source_digest&quot;:&quot;7d81cf0c092a96cebb5bd58038aae39f903d9afd7b8e572509f168fab88f6805&quot;}"/>
          <p:cNvCxnSpPr/>
          <p:nvPr/>
        </p:nvCxnSpPr>
        <p:spPr>
          <a:xfrm flipV="1">
            <a:off x="3326754" y="1795100"/>
            <a:ext cx="0" cy="910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polyline scene_object_model_scene_architecture_route_architectur_9298fecf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4a260884&quot;,&quot;architecture_role_id&quot;:null,&quot;architecture_route_id&quot;:&quot;architecture_route_residual_skip_architecture_role_residual_s_4a260884&quot;,&quot;architecture_route_role&quot;:&quot;residual-skip&quot;,&quot;depth&quot;:15.446332349999999,&quot;endpoint_object_ids&quot;:[&quot;scene_object_model_scene_architecture_role_architecture_f21440b1&quot;,&quot;scene_object_model_scene_architecture_role_architecture_1cbe42a3&quot;],&quot;endpoint_role_ids&quot;:[&quot;architecture_role_residual_stage_3_module_layer3_5_bn3_c4a08_8e47d6f4&quot;,&quot;architecture_role_residual_stage_4_node_fx_add_14_161_7bfc24_879b6110&quot;],&quot;kind&quot;:&quot;polyline&quot;,&quot;object_id&quot;:&quot;scene_object_model_scene_architecture_route_architectur_9298fecf&quot;,&quot;repeat_count&quot;:1,&quot;source_digest&quot;:&quot;7d81cf0c092a96cebb5bd58038aae39f903d9afd7b8e572509f168fab88f6805&quot;}"/>
          <p:cNvCxnSpPr/>
          <p:nvPr/>
        </p:nvCxnSpPr>
        <p:spPr>
          <a:xfrm>
            <a:off x="3326754" y="1795100"/>
            <a:ext cx="660893" cy="41011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arrow scene_object_model_scene_architecture_route_architectur_9298fecf 000" descr="{&quot;architecture_direction&quot;:&quot;source-to-target&quot;,&quot;architecture_evidence_digest&quot;:&quot;dfcdd2b29c760191a847b7626acff38001bd613e975b1708ed072b2f9ccd2e86&quot;,&quot;architecture_role&quot;:&quot;residual-skip&quot;,&quot;architecture_role_graph_digest&quot;:&quot;8a4f75341732b9aa4d55d3a8699b21edaeebf4d16745066d9d6d6bbebf87dcea&quot;,&quot;architecture_role_graph_edge_id&quot;:&quot;architecture_route_residual_skip_architecture_role_residual_s_4a260884&quot;,&quot;architecture_role_id&quot;:null,&quot;architecture_route_id&quot;:&quot;architecture_route_residual_skip_architecture_role_residual_s_4a260884&quot;,&quot;architecture_route_role&quot;:&quot;residual-skip&quot;,&quot;depth&quot;:13.1444353,&quot;endpoint_object_ids&quot;:[&quot;scene_object_model_scene_architecture_role_architecture_f21440b1&quot;,&quot;scene_object_model_scene_architecture_role_architecture_1cbe42a3&quot;],&quot;endpoint_role_ids&quot;:[&quot;architecture_role_residual_stage_3_module_layer3_5_bn3_c4a08_8e47d6f4&quot;,&quot;architecture_role_residual_stage_4_node_fx_add_14_161_7bfc24_879b6110&quot;],&quot;kind&quot;:&quot;arrow&quot;,&quot;object_id&quot;:&quot;scene_object_model_scene_architecture_route_architectur_9298fecf&quot;,&quot;repeat_count&quot;:1,&quot;source_digest&quot;:&quot;7d81cf0c092a96cebb5bd58038aae39f903d9afd7b8e572509f168fab88f6805&quot;}"/>
          <p:cNvCxnSpPr/>
          <p:nvPr/>
        </p:nvCxnSpPr>
        <p:spPr>
          <a:xfrm>
            <a:off x="3987647" y="2205214"/>
            <a:ext cx="0" cy="94257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arrow scene_object_model_scene_architecture_route_architectur_ea5f87e9 000" descr="{&quot;architecture_direction&quot;:&quot;source-to-target&quot;,&quot;architecture_evidence_digest&quot;:&quot;dfcdd2b29c760191a847b7626acff38001bd613e975b1708ed072b2f9ccd2e86&quot;,&quot;architecture_role&quot;:&quot;arrow&quot;,&quot;architecture_role_graph_digest&quot;:&quot;8a4f75341732b9aa4d55d3a8699b21edaeebf4d16745066d9d6d6bbebf87dcea&quot;,&quot;architecture_role_graph_edge_id&quot;:&quot;architecture_role_flow_architecture_role_residual_stage_3_module__18803761&quot;,&quot;architecture_role_id&quot;:null,&quot;architecture_route_id&quot;:null,&quot;architecture_route_role&quot;:&quot;arrow&quot;,&quot;depth&quot;:15.590200915625,&quot;endpoint_object_ids&quot;:[&quot;scene_object_model_scene_architecture_role_architecture_f21440b1&quot;,&quot;scene_object_model_scene_architecture_role_architecture_1cbe42a3&quot;],&quot;endpoint_role_ids&quot;:[&quot;architecture_role_residual_stage_3_module_layer3_5_bn3_c4a08_8e47d6f4&quot;,&quot;architecture_role_residual_stage_4_node_fx_add_14_161_7bfc24_879b6110&quot;],&quot;kind&quot;:&quot;arrow&quot;,&quot;object_id&quot;:&quot;scene_object_model_scene_architecture_route_architectur_ea5f87e9&quot;,&quot;repeat_count&quot;:1,&quot;source_digest&quot;:&quot;7d81cf0c092a96cebb5bd58038aae39f903d9afd7b8e572509f168fab88f6805&quot;}"/>
          <p:cNvCxnSpPr/>
          <p:nvPr/>
        </p:nvCxnSpPr>
        <p:spPr>
          <a:xfrm>
            <a:off x="3430019" y="2899260"/>
            <a:ext cx="413058" cy="25632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3.63615385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H="1" flipV="1">
            <a:off x="3990852" y="3077810"/>
            <a:ext cx="202484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3.4049241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H="1">
            <a:off x="3781959" y="3077810"/>
            <a:ext cx="208893" cy="1105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3.375665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V="1">
            <a:off x="4193336" y="3156514"/>
            <a:ext cx="0" cy="1457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2.9132055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V="1">
            <a:off x="3781959" y="3188325"/>
            <a:ext cx="0" cy="1457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2.8839464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H="1">
            <a:off x="3984443" y="3302262"/>
            <a:ext cx="208893" cy="1105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2.65271665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>
            <a:off x="3781959" y="3334074"/>
            <a:ext cx="202484" cy="787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2.260769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H="1">
            <a:off x="3984443" y="3156514"/>
            <a:ext cx="208893" cy="1105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2.02953925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H="1" flipV="1">
            <a:off x="3781959" y="3188325"/>
            <a:ext cx="202484" cy="7870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edge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1.769050400000001,&quot;endpoint_object_ids&quot;:[],&quot;endpoint_role_ids&quot;:[],&quot;kind&quot;:&quot;edge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V="1">
            <a:off x="3984443" y="3267030"/>
            <a:ext cx="0" cy="1457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arrow scene_object_model_scene_architecture_route_architectur_053e40c4 000" descr="{&quot;architecture_direction&quot;:&quot;source-to-target&quot;,&quot;architecture_evidence_digest&quot;:&quot;dfcdd2b29c760191a847b7626acff38001bd613e975b1708ed072b2f9ccd2e86&quot;,&quot;architecture_role&quot;:&quot;arrow&quot;,&quot;architecture_role_graph_digest&quot;:&quot;8a4f75341732b9aa4d55d3a8699b21edaeebf4d16745066d9d6d6bbebf87dcea&quot;,&quot;architecture_role_graph_edge_id&quot;:&quot;architecture_role_flow_architecture_role_output_head_5_module_lay_d8d69c20&quot;,&quot;architecture_role_id&quot;:null,&quot;architecture_route_id&quot;:null,&quot;architecture_route_role&quot;:&quot;arrow&quot;,&quot;depth&quot;:11.8115839546875,&quot;endpoint_object_ids&quot;:[&quot;scene_object_model_scene_architecture_role_architecture_0db1fd78&quot;,&quot;scene_object_model_scene_architecture_role_architecture_1cbe42a3&quot;],&quot;endpoint_role_ids&quot;:[&quot;architecture_role_output_head_5_module_layer4_1_conv3_ac8c1b_f7bea101&quot;,&quot;architecture_role_residual_stage_4_node_fx_add_14_161_7bfc24_879b6110&quot;],&quot;kind&quot;:&quot;arrow&quot;,&quot;object_id&quot;:&quot;scene_object_model_scene_architecture_route_architectur_053e40c4&quot;,&quot;repeat_count&quot;:1,&quot;source_digest&quot;:&quot;7d81cf0c092a96cebb5bd58038aae39f903d9afd7b8e572509f168fab88f6805&quot;}"/>
          <p:cNvCxnSpPr/>
          <p:nvPr/>
        </p:nvCxnSpPr>
        <p:spPr>
          <a:xfrm flipH="1">
            <a:off x="4159894" y="3095444"/>
            <a:ext cx="723437" cy="12103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NNDV editable arrow scene_object_model_scene_architecture_route_architectur_9fcb85d0 000" descr="{&quot;architecture_direction&quot;:&quot;source-to-target&quot;,&quot;architecture_evidence_digest&quot;:&quot;dfcdd2b29c760191a847b7626acff38001bd613e975b1708ed072b2f9ccd2e86&quot;,&quot;architecture_role&quot;:&quot;arrow&quot;,&quot;architecture_role_graph_digest&quot;:&quot;8a4f75341732b9aa4d55d3a8699b21edaeebf4d16745066d9d6d6bbebf87dcea&quot;,&quot;architecture_role_graph_edge_id&quot;:&quot;architecture_role_flow_architecture_role_residual_stage_4_node_fx_fad9fe59&quot;,&quot;architecture_role_id&quot;:null,&quot;architecture_route_id&quot;:null,&quot;architecture_route_role&quot;:&quot;arrow&quot;,&quot;depth&quot;:11.8115839546875,&quot;endpoint_object_ids&quot;:[&quot;scene_object_model_scene_architecture_role_architecture_1cbe42a3&quot;,&quot;scene_object_model_scene_architecture_role_architecture_0db1fd78&quot;],&quot;endpoint_role_ids&quot;:[&quot;architecture_role_residual_stage_4_node_fx_add_14_161_7bfc24_879b6110&quot;,&quot;architecture_role_output_head_5_module_layer4_1_conv3_ac8c1b_f7bea101&quot;],&quot;kind&quot;:&quot;arrow&quot;,&quot;object_id&quot;:&quot;scene_object_model_scene_architecture_route_architectur_9fcb85d0&quot;,&quot;repeat_count&quot;:1,&quot;source_digest&quot;:&quot;7d81cf0c092a96cebb5bd58038aae39f903d9afd7b8e572509f168fab88f6805&quot;}"/>
          <p:cNvCxnSpPr/>
          <p:nvPr/>
        </p:nvCxnSpPr>
        <p:spPr>
          <a:xfrm flipV="1">
            <a:off x="4159894" y="3095444"/>
            <a:ext cx="723437" cy="12103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11.3169055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 flipH="1">
            <a:off x="4814615" y="2872977"/>
            <a:ext cx="113436" cy="6001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11.19227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 flipV="1">
            <a:off x="4814615" y="2932991"/>
            <a:ext cx="0" cy="1457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10.5173777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 flipH="1" flipV="1">
            <a:off x="4928051" y="2872977"/>
            <a:ext cx="437389" cy="1700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10.268106750000001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>
            <a:off x="4814615" y="3078740"/>
            <a:ext cx="437388" cy="1700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9.6449293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 flipH="1" flipV="1">
            <a:off x="4814615" y="2932991"/>
            <a:ext cx="437388" cy="1700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9.59321445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 flipV="1">
            <a:off x="5365440" y="3042987"/>
            <a:ext cx="0" cy="1457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9.468579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 flipH="1">
            <a:off x="5252003" y="3188736"/>
            <a:ext cx="113437" cy="6001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8.8454015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 flipH="1">
            <a:off x="5252003" y="3042987"/>
            <a:ext cx="113437" cy="6001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NNDV editable edge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8.72076605,&quot;endpoint_object_ids&quot;:[],&quot;endpoint_role_ids&quot;:[],&quot;kind&quot;:&quot;edge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 flipV="1">
            <a:off x="5252003" y="3103001"/>
            <a:ext cx="0" cy="1457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NNDV editable leader scene_object_model_scene_architecture_role_architecture_010b0358 000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5596117,&quot;endpoint_object_ids&quot;:[],&quot;endpoint_role_ids&quot;:[],&quot;kind&quot;:&quot;leader&quot;,&quot;object_id&quot;:&quot;scene_object_model_scene_architecture_role_architecture_010b0358&quot;,&quot;repeat_count&quot;:1,&quot;source_digest&quot;:&quot;7d81cf0c092a96cebb5bd58038aae39f903d9afd7b8e572509f168fab88f6805&quot;}"/>
          <p:cNvCxnSpPr/>
          <p:nvPr/>
        </p:nvCxnSpPr>
        <p:spPr>
          <a:xfrm flipV="1">
            <a:off x="1344075" y="183700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NNDV editable label scene_object_model_scene_architecture_role_architecture_010b0358 0093" descr="{&quot;architecture_direction&quot;:null,&quot;architecture_evidence_digest&quot;:&quot;dfcdd2b29c760191a847b7626acff38001bd613e975b1708ed072b2f9ccd2e86&quot;,&quot;architecture_role&quot;:&quot;input-stem&quot;,&quot;architecture_role_graph_digest&quot;:&quot;8a4f75341732b9aa4d55d3a8699b21edaeebf4d16745066d9d6d6bbebf87dcea&quot;,&quot;architecture_role_graph_edge_id&quot;:null,&quot;architecture_role_id&quot;:&quot;architecture_role_input_stem_0_module_layer1_2_conv2_a887a90_b8f8888a&quot;,&quot;architecture_route_id&quot;:null,&quot;architecture_route_role&quot;:null,&quot;depth&quot;:31.5596117,&quot;endpoint_object_ids&quot;:[],&quot;endpoint_role_ids&quot;:[],&quot;kind&quot;:&quot;label&quot;,&quot;object_id&quot;:&quot;scene_object_model_scene_architecture_role_architecture_010b0358&quot;,&quot;repeat_count&quot;:1,&quot;source_digest&quot;:&quot;7d81cf0c092a96cebb5bd58038aae39f903d9afd7b8e572509f168fab88f6805&quot;}"/>
          <p:cNvSpPr txBox="1"/>
          <p:nvPr/>
        </p:nvSpPr>
        <p:spPr>
          <a:xfrm>
            <a:off x="1013367" y="1880202"/>
            <a:ext cx="66141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Input / stem</a:t>
            </a:r>
          </a:p>
        </p:txBody>
      </p:sp>
      <p:cxnSp>
        <p:nvCxnSpPr>
          <p:cNvPr id="97" name="NNDV editable leader scene_object_model_scene_architecture_role_architecture_818afdc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6.9558176,&quot;endpoint_object_ids&quot;:[],&quot;endpoint_role_ids&quot;:[],&quot;kind&quot;:&quot;leader&quot;,&quot;object_id&quot;:&quot;scene_object_model_scene_architecture_role_architecture_818afdc1&quot;,&quot;repeat_count&quot;:3,&quot;source_digest&quot;:&quot;7d81cf0c092a96cebb5bd58038aae39f903d9afd7b8e572509f168fab88f6805&quot;}"/>
          <p:cNvCxnSpPr/>
          <p:nvPr/>
        </p:nvCxnSpPr>
        <p:spPr>
          <a:xfrm flipV="1">
            <a:off x="1708734" y="2258060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NNDV editable label scene_object_model_scene_architecture_role_architecture_818afdc1 0095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1_module_layer1_1_bn3_d3bb0_2f234e8b&quot;,&quot;architecture_route_id&quot;:null,&quot;architecture_route_role&quot;:null,&quot;depth&quot;:26.9558176,&quot;endpoint_object_ids&quot;:[],&quot;endpoint_role_ids&quot;:[],&quot;kind&quot;:&quot;label&quot;,&quot;object_id&quot;:&quot;scene_object_model_scene_architecture_role_architecture_818afdc1&quot;,&quot;repeat_count&quot;:3,&quot;source_digest&quot;:&quot;7d81cf0c092a96cebb5bd58038aae39f903d9afd7b8e572509f168fab88f6805&quot;}"/>
          <p:cNvSpPr txBox="1"/>
          <p:nvPr/>
        </p:nvSpPr>
        <p:spPr>
          <a:xfrm>
            <a:off x="551256" y="2301260"/>
            <a:ext cx="1157478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Stage 1 ×3 Bottleneck</a:t>
            </a:r>
          </a:p>
        </p:txBody>
      </p:sp>
      <p:cxnSp>
        <p:nvCxnSpPr>
          <p:cNvPr id="99" name="NNDV editable leader scene_object_model_scene_architecture_role_architecture_411eed96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2.3520235,&quot;endpoint_object_ids&quot;:[],&quot;endpoint_role_ids&quot;:[],&quot;kind&quot;:&quot;leader&quot;,&quot;object_id&quot;:&quot;scene_object_model_scene_architecture_role_architecture_411eed96&quot;,&quot;repeat_count&quot;:4,&quot;source_digest&quot;:&quot;7d81cf0c092a96cebb5bd58038aae39f903d9afd7b8e572509f168fab88f6805&quot;}"/>
          <p:cNvCxnSpPr/>
          <p:nvPr/>
        </p:nvCxnSpPr>
        <p:spPr>
          <a:xfrm flipV="1">
            <a:off x="2374684" y="2649131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NNDV editable label scene_object_model_scene_architecture_role_architecture_411eed96 0097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2_node_fx_add_4_57_f67a5aea_3dae3d8b&quot;,&quot;architecture_route_id&quot;:null,&quot;architecture_route_role&quot;:null,&quot;depth&quot;:22.3520235,&quot;endpoint_object_ids&quot;:[],&quot;endpoint_role_ids&quot;:[],&quot;kind&quot;:&quot;label&quot;,&quot;object_id&quot;:&quot;scene_object_model_scene_architecture_role_architecture_411eed96&quot;,&quot;repeat_count&quot;:4,&quot;source_digest&quot;:&quot;7d81cf0c092a96cebb5bd58038aae39f903d9afd7b8e572509f168fab88f6805&quot;}"/>
          <p:cNvSpPr txBox="1"/>
          <p:nvPr/>
        </p:nvSpPr>
        <p:spPr>
          <a:xfrm>
            <a:off x="1217206" y="2692331"/>
            <a:ext cx="115747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Stage 2 ×4 Bottleneck</a:t>
            </a:r>
          </a:p>
        </p:txBody>
      </p:sp>
      <p:cxnSp>
        <p:nvCxnSpPr>
          <p:cNvPr id="101" name="NNDV editable leader scene_object_model_scene_architecture_role_architecture_f21440b1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7.7482294,&quot;endpoint_object_ids&quot;:[],&quot;endpoint_role_ids&quot;:[],&quot;kind&quot;:&quot;leader&quot;,&quot;object_id&quot;:&quot;scene_object_model_scene_architecture_role_architecture_f21440b1&quot;,&quot;repeat_count&quot;:6,&quot;source_digest&quot;:&quot;7d81cf0c092a96cebb5bd58038aae39f903d9afd7b8e572509f168fab88f6805&quot;}"/>
          <p:cNvCxnSpPr/>
          <p:nvPr/>
        </p:nvCxnSpPr>
        <p:spPr>
          <a:xfrm flipV="1">
            <a:off x="3035766" y="3044017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NNDV editable label scene_object_model_scene_architecture_role_architecture_f21440b1 0099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3_module_layer3_5_bn3_c4a08_8e47d6f4&quot;,&quot;architecture_route_id&quot;:null,&quot;architecture_route_role&quot;:null,&quot;depth&quot;:17.7482294,&quot;endpoint_object_ids&quot;:[],&quot;endpoint_role_ids&quot;:[],&quot;kind&quot;:&quot;label&quot;,&quot;object_id&quot;:&quot;scene_object_model_scene_architecture_role_architecture_f21440b1&quot;,&quot;repeat_count&quot;:6,&quot;source_digest&quot;:&quot;7d81cf0c092a96cebb5bd58038aae39f903d9afd7b8e572509f168fab88f6805&quot;}"/>
          <p:cNvSpPr txBox="1"/>
          <p:nvPr/>
        </p:nvSpPr>
        <p:spPr>
          <a:xfrm>
            <a:off x="1878288" y="3087217"/>
            <a:ext cx="115747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Stage 3 ×6 Bottleneck</a:t>
            </a:r>
          </a:p>
        </p:txBody>
      </p:sp>
      <p:cxnSp>
        <p:nvCxnSpPr>
          <p:cNvPr id="103" name="NNDV editable leader scene_object_model_scene_architecture_role_architecture_1cbe42a3 000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3.1444353,&quot;endpoint_object_ids&quot;:[],&quot;endpoint_role_ids&quot;:[],&quot;kind&quot;:&quot;leader&quot;,&quot;object_id&quot;:&quot;scene_object_model_scene_architecture_role_architecture_1cbe42a3&quot;,&quot;repeat_count&quot;:3,&quot;source_digest&quot;:&quot;7d81cf0c092a96cebb5bd58038aae39f903d9afd7b8e572509f168fab88f6805&quot;}"/>
          <p:cNvCxnSpPr/>
          <p:nvPr/>
        </p:nvCxnSpPr>
        <p:spPr>
          <a:xfrm flipV="1">
            <a:off x="3987647" y="3425378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NNDV editable label scene_object_model_scene_architecture_role_architecture_1cbe42a3 0101" descr="{&quot;architecture_direction&quot;:null,&quot;architecture_evidence_digest&quot;:&quot;dfcdd2b29c760191a847b7626acff38001bd613e975b1708ed072b2f9ccd2e86&quot;,&quot;architecture_role&quot;:&quot;residual-stage&quot;,&quot;architecture_role_graph_digest&quot;:&quot;8a4f75341732b9aa4d55d3a8699b21edaeebf4d16745066d9d6d6bbebf87dcea&quot;,&quot;architecture_role_graph_edge_id&quot;:null,&quot;architecture_role_id&quot;:&quot;architecture_role_residual_stage_4_node_fx_add_14_161_7bfc24_879b6110&quot;,&quot;architecture_route_id&quot;:null,&quot;architecture_route_role&quot;:null,&quot;depth&quot;:13.1444353,&quot;endpoint_object_ids&quot;:[],&quot;endpoint_role_ids&quot;:[],&quot;kind&quot;:&quot;label&quot;,&quot;object_id&quot;:&quot;scene_object_model_scene_architecture_role_architecture_1cbe42a3&quot;,&quot;repeat_count&quot;:3,&quot;source_digest&quot;:&quot;7d81cf0c092a96cebb5bd58038aae39f903d9afd7b8e572509f168fab88f6805&quot;}"/>
          <p:cNvSpPr txBox="1"/>
          <p:nvPr/>
        </p:nvSpPr>
        <p:spPr>
          <a:xfrm>
            <a:off x="3408908" y="3468578"/>
            <a:ext cx="115747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Stage 4 ×3 Bottleneck</a:t>
            </a:r>
          </a:p>
        </p:txBody>
      </p:sp>
      <p:cxnSp>
        <p:nvCxnSpPr>
          <p:cNvPr id="105" name="NNDV editable leader scene_object_model_scene_architecture_role_architecture_0db1fd78 000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10.3927422,&quot;endpoint_object_ids&quot;:[],&quot;endpoint_role_ids&quot;:[],&quot;kind&quot;:&quot;leader&quot;,&quot;object_id&quot;:&quot;scene_object_model_scene_architecture_role_architecture_0db1fd78&quot;,&quot;repeat_count&quot;:1,&quot;source_digest&quot;:&quot;7d81cf0c092a96cebb5bd58038aae39f903d9afd7b8e572509f168fab88f6805&quot;}"/>
          <p:cNvCxnSpPr/>
          <p:nvPr/>
        </p:nvCxnSpPr>
        <p:spPr>
          <a:xfrm>
            <a:off x="5090027" y="281717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NNDV editable label scene_object_model_scene_architecture_role_architecture_0db1fd78 0103" descr="{&quot;architecture_direction&quot;:null,&quot;architecture_evidence_digest&quot;:&quot;dfcdd2b29c760191a847b7626acff38001bd613e975b1708ed072b2f9ccd2e86&quot;,&quot;architecture_role&quot;:&quot;output-head&quot;,&quot;architecture_role_graph_digest&quot;:&quot;8a4f75341732b9aa4d55d3a8699b21edaeebf4d16745066d9d6d6bbebf87dcea&quot;,&quot;architecture_role_graph_edge_id&quot;:null,&quot;architecture_role_id&quot;:&quot;architecture_role_output_head_5_module_layer4_1_conv3_ac8c1b_f7bea101&quot;,&quot;architecture_route_id&quot;:null,&quot;architecture_route_role&quot;:null,&quot;depth&quot;:10.3927422,&quot;endpoint_object_ids&quot;:[],&quot;endpoint_role_ids&quot;:[],&quot;kind&quot;:&quot;label&quot;,&quot;object_id&quot;:&quot;scene_object_model_scene_architecture_role_architecture_0db1fd78&quot;,&quot;repeat_count&quot;:1,&quot;source_digest&quot;:&quot;7d81cf0c092a96cebb5bd58038aae39f903d9afd7b8e572509f168fab88f6805&quot;}"/>
          <p:cNvSpPr txBox="1"/>
          <p:nvPr/>
        </p:nvSpPr>
        <p:spPr>
          <a:xfrm>
            <a:off x="4538847" y="2706052"/>
            <a:ext cx="110236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Pooling / classifier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scene_resnet___module___architecture_evidence_3d_6a3fdfad</dc:title>
  <dc:subject>Editable deterministic CPU projection of Scene IR 1.0</dc:subject>
  <dc:creator/>
  <cp:keywords/>
  <dc:description>NN_DaVinci 0.7.3;nndv-scene-export-1;camera=scene_camera_resnet___module___architecture_evidence_3d_976e7c65;digest=7d81cf0c092a96cebb5bd58038aae39f903d9afd7b8e572509f168fab88f6805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