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6fb2a50f 0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9692361,&quot;endpoint_object_ids&quot;:[],&quot;endpoint_role_ids&quot;:[],&quot;kind&quot;:&quot;face&quot;,&quot;object_id&quot;:&quot;scene_object_model_scene_architecture_role_architecture_6fb2a50f&quot;,&quot;repeat_count&quot;:1,&quot;source_digest&quot;:&quot;9534b376773f762d4150fbd9de96d24c6746682821f22363afa92d64062cc664&quot;}"/>
          <p:cNvSpPr/>
          <p:nvPr/>
        </p:nvSpPr>
        <p:spPr>
          <a:xfrm>
            <a:off x="1246166" y="1459577"/>
            <a:ext cx="293291" cy="427959"/>
          </a:xfrm>
          <a:custGeom>
            <a:avLst/>
            <a:gdLst/>
            <a:ahLst/>
            <a:cxnLst/>
            <a:rect l="l" t="t" r="r" b="b"/>
            <a:pathLst>
              <a:path w="293291" h="427959">
                <a:moveTo>
                  <a:pt x="293291" y="272792"/>
                </a:moveTo>
                <a:lnTo>
                  <a:pt x="293291" y="0"/>
                </a:lnTo>
                <a:lnTo>
                  <a:pt x="0" y="155167"/>
                </a:lnTo>
                <a:lnTo>
                  <a:pt x="0" y="427959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6fb2a50f 0001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787127599999998,&quot;endpoint_object_ids&quot;:[],&quot;endpoint_role_ids&quot;:[],&quot;kind&quot;:&quot;face&quot;,&quot;object_id&quot;:&quot;scene_object_model_scene_architecture_role_architecture_6fb2a50f&quot;,&quot;repeat_count&quot;:1,&quot;source_digest&quot;:&quot;9534b376773f762d4150fbd9de96d24c6746682821f22363afa92d64062cc664&quot;}"/>
          <p:cNvSpPr/>
          <p:nvPr/>
        </p:nvSpPr>
        <p:spPr>
          <a:xfrm>
            <a:off x="1114560" y="1408422"/>
            <a:ext cx="424897" cy="206322"/>
          </a:xfrm>
          <a:custGeom>
            <a:avLst/>
            <a:gdLst/>
            <a:ahLst/>
            <a:cxnLst/>
            <a:rect l="l" t="t" r="r" b="b"/>
            <a:pathLst>
              <a:path w="424897" h="206322">
                <a:moveTo>
                  <a:pt x="293291" y="0"/>
                </a:moveTo>
                <a:lnTo>
                  <a:pt x="0" y="155168"/>
                </a:lnTo>
                <a:lnTo>
                  <a:pt x="131606" y="206322"/>
                </a:lnTo>
                <a:lnTo>
                  <a:pt x="424897" y="5115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6fb2a50f 0002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3178398,&quot;endpoint_object_ids&quot;:[],&quot;endpoint_role_ids&quot;:[],&quot;kind&quot;:&quot;face&quot;,&quot;object_id&quot;:&quot;scene_object_model_scene_architecture_role_architecture_6fb2a50f&quot;,&quot;repeat_count&quot;:1,&quot;source_digest&quot;:&quot;9534b376773f762d4150fbd9de96d24c6746682821f22363afa92d64062cc664&quot;}"/>
          <p:cNvSpPr/>
          <p:nvPr/>
        </p:nvSpPr>
        <p:spPr>
          <a:xfrm>
            <a:off x="1114560" y="1563590"/>
            <a:ext cx="131606" cy="323946"/>
          </a:xfrm>
          <a:custGeom>
            <a:avLst/>
            <a:gdLst/>
            <a:ahLst/>
            <a:cxnLst/>
            <a:rect l="l" t="t" r="r" b="b"/>
            <a:pathLst>
              <a:path w="131606" h="323946">
                <a:moveTo>
                  <a:pt x="0" y="272792"/>
                </a:moveTo>
                <a:lnTo>
                  <a:pt x="131606" y="323946"/>
                </a:lnTo>
                <a:lnTo>
                  <a:pt x="131606" y="51154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357c18e 0003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4197193,&quot;endpoint_object_ids&quot;:[],&quot;endpoint_role_ids&quot;:[],&quot;kind&quot;:&quot;face&quot;,&quot;object_id&quot;:&quot;scene_object_model_scene_architecture_role_architecture_2357c18e&quot;,&quot;repeat_count&quot;:3,&quot;source_digest&quot;:&quot;9534b376773f762d4150fbd9de96d24c6746682821f22363afa92d64062cc664&quot;}"/>
          <p:cNvSpPr/>
          <p:nvPr/>
        </p:nvSpPr>
        <p:spPr>
          <a:xfrm>
            <a:off x="1923670" y="1537298"/>
            <a:ext cx="404082" cy="486574"/>
          </a:xfrm>
          <a:custGeom>
            <a:avLst/>
            <a:gdLst/>
            <a:ahLst/>
            <a:cxnLst/>
            <a:rect l="l" t="t" r="r" b="b"/>
            <a:pathLst>
              <a:path w="404082" h="486574">
                <a:moveTo>
                  <a:pt x="404082" y="272792"/>
                </a:moveTo>
                <a:lnTo>
                  <a:pt x="404082" y="0"/>
                </a:lnTo>
                <a:lnTo>
                  <a:pt x="0" y="213782"/>
                </a:lnTo>
                <a:lnTo>
                  <a:pt x="0" y="486574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357c18e 0004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2376108,&quot;endpoint_object_ids&quot;:[],&quot;endpoint_role_ids&quot;:[],&quot;kind&quot;:&quot;face&quot;,&quot;object_id&quot;:&quot;scene_object_model_scene_architecture_role_architecture_2357c18e&quot;,&quot;repeat_count&quot;:3,&quot;source_digest&quot;:&quot;9534b376773f762d4150fbd9de96d24c6746682821f22363afa92d64062cc664&quot;}"/>
          <p:cNvSpPr/>
          <p:nvPr/>
        </p:nvSpPr>
        <p:spPr>
          <a:xfrm>
            <a:off x="1792064" y="1486144"/>
            <a:ext cx="535688" cy="264936"/>
          </a:xfrm>
          <a:custGeom>
            <a:avLst/>
            <a:gdLst/>
            <a:ahLst/>
            <a:cxnLst/>
            <a:rect l="l" t="t" r="r" b="b"/>
            <a:pathLst>
              <a:path w="535688" h="264936">
                <a:moveTo>
                  <a:pt x="404082" y="0"/>
                </a:moveTo>
                <a:lnTo>
                  <a:pt x="0" y="213782"/>
                </a:lnTo>
                <a:lnTo>
                  <a:pt x="131606" y="264936"/>
                </a:lnTo>
                <a:lnTo>
                  <a:pt x="535688" y="51154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357c18e 0005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1.4012399,&quot;endpoint_object_ids&quot;:[],&quot;endpoint_role_ids&quot;:[],&quot;kind&quot;:&quot;face&quot;,&quot;object_id&quot;:&quot;scene_object_model_scene_architecture_role_architecture_2357c18e&quot;,&quot;repeat_count&quot;:3,&quot;source_digest&quot;:&quot;9534b376773f762d4150fbd9de96d24c6746682821f22363afa92d64062cc664&quot;}"/>
          <p:cNvSpPr/>
          <p:nvPr/>
        </p:nvSpPr>
        <p:spPr>
          <a:xfrm>
            <a:off x="1792064" y="1699926"/>
            <a:ext cx="131606" cy="323946"/>
          </a:xfrm>
          <a:custGeom>
            <a:avLst/>
            <a:gdLst/>
            <a:ahLst/>
            <a:cxnLst/>
            <a:rect l="l" t="t" r="r" b="b"/>
            <a:pathLst>
              <a:path w="131606" h="323946">
                <a:moveTo>
                  <a:pt x="0" y="272792"/>
                </a:moveTo>
                <a:lnTo>
                  <a:pt x="131606" y="323946"/>
                </a:lnTo>
                <a:lnTo>
                  <a:pt x="131606" y="51154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68c6021e 0006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856338,&quot;endpoint_object_ids&quot;:[],&quot;endpoint_role_ids&quot;:[],&quot;kind&quot;:&quot;face&quot;,&quot;object_id&quot;:&quot;scene_object_model_scene_architecture_role_architecture_68c6021e&quot;,&quot;repeat_count&quot;:3,&quot;source_digest&quot;:&quot;9534b376773f762d4150fbd9de96d24c6746682821f22363afa92d64062cc664&quot;}"/>
          <p:cNvSpPr/>
          <p:nvPr/>
        </p:nvSpPr>
        <p:spPr>
          <a:xfrm>
            <a:off x="2640958" y="2585624"/>
            <a:ext cx="639093" cy="305129"/>
          </a:xfrm>
          <a:custGeom>
            <a:avLst/>
            <a:gdLst/>
            <a:ahLst/>
            <a:cxnLst/>
            <a:rect l="l" t="t" r="r" b="b"/>
            <a:pathLst>
              <a:path w="639093" h="305129">
                <a:moveTo>
                  <a:pt x="404082" y="0"/>
                </a:moveTo>
                <a:lnTo>
                  <a:pt x="0" y="213782"/>
                </a:lnTo>
                <a:lnTo>
                  <a:pt x="235011" y="305129"/>
                </a:lnTo>
                <a:lnTo>
                  <a:pt x="639093" y="91347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68c6021e 0007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786732399999998,&quot;endpoint_object_ids&quot;:[],&quot;endpoint_role_ids&quot;:[],&quot;kind&quot;:&quot;face&quot;,&quot;object_id&quot;:&quot;scene_object_model_scene_architecture_role_architecture_68c6021e&quot;,&quot;repeat_count&quot;:3,&quot;source_digest&quot;:&quot;9534b376773f762d4150fbd9de96d24c6746682821f22363afa92d64062cc664&quot;}"/>
          <p:cNvSpPr/>
          <p:nvPr/>
        </p:nvSpPr>
        <p:spPr>
          <a:xfrm>
            <a:off x="2875969" y="2676971"/>
            <a:ext cx="404082" cy="486574"/>
          </a:xfrm>
          <a:custGeom>
            <a:avLst/>
            <a:gdLst/>
            <a:ahLst/>
            <a:cxnLst/>
            <a:rect l="l" t="t" r="r" b="b"/>
            <a:pathLst>
              <a:path w="404082" h="486574">
                <a:moveTo>
                  <a:pt x="404082" y="272792"/>
                </a:moveTo>
                <a:lnTo>
                  <a:pt x="404082" y="0"/>
                </a:lnTo>
                <a:lnTo>
                  <a:pt x="0" y="213782"/>
                </a:lnTo>
                <a:lnTo>
                  <a:pt x="0" y="48657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68c6021e 0008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0199671,&quot;endpoint_object_ids&quot;:[],&quot;endpoint_role_ids&quot;:[],&quot;kind&quot;:&quot;face&quot;,&quot;object_id&quot;:&quot;scene_object_model_scene_architecture_role_architecture_68c6021e&quot;,&quot;repeat_count&quot;:3,&quot;source_digest&quot;:&quot;9534b376773f762d4150fbd9de96d24c6746682821f22363afa92d64062cc664&quot;}"/>
          <p:cNvSpPr/>
          <p:nvPr/>
        </p:nvSpPr>
        <p:spPr>
          <a:xfrm>
            <a:off x="2640958" y="2799406"/>
            <a:ext cx="235011" cy="364139"/>
          </a:xfrm>
          <a:custGeom>
            <a:avLst/>
            <a:gdLst/>
            <a:ahLst/>
            <a:cxnLst/>
            <a:rect l="l" t="t" r="r" b="b"/>
            <a:pathLst>
              <a:path w="235011" h="364139">
                <a:moveTo>
                  <a:pt x="0" y="272792"/>
                </a:moveTo>
                <a:lnTo>
                  <a:pt x="235011" y="364139"/>
                </a:lnTo>
                <a:lnTo>
                  <a:pt x="235011" y="91347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9e362127 0009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22434385,&quot;endpoint_object_ids&quot;:[],&quot;endpoint_role_ids&quot;:[],&quot;kind&quot;:&quot;face&quot;,&quot;object_id&quot;:&quot;scene_object_model_scene_architecture_role_architecture_9e362127&quot;,&quot;repeat_count&quot;:3,&quot;source_digest&quot;:&quot;9534b376773f762d4150fbd9de96d24c6746682821f22363afa92d64062cc664&quot;}"/>
          <p:cNvSpPr/>
          <p:nvPr/>
        </p:nvSpPr>
        <p:spPr>
          <a:xfrm>
            <a:off x="3650331" y="2475208"/>
            <a:ext cx="404082" cy="486574"/>
          </a:xfrm>
          <a:custGeom>
            <a:avLst/>
            <a:gdLst/>
            <a:ahLst/>
            <a:cxnLst/>
            <a:rect l="l" t="t" r="r" b="b"/>
            <a:pathLst>
              <a:path w="404082" h="486574">
                <a:moveTo>
                  <a:pt x="404082" y="272792"/>
                </a:moveTo>
                <a:lnTo>
                  <a:pt x="404082" y="0"/>
                </a:lnTo>
                <a:lnTo>
                  <a:pt x="0" y="213782"/>
                </a:lnTo>
                <a:lnTo>
                  <a:pt x="0" y="48657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9e362127 001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042235325,&quot;endpoint_object_ids&quot;:[],&quot;endpoint_role_ids&quot;:[],&quot;kind&quot;:&quot;face&quot;,&quot;object_id&quot;:&quot;scene_object_model_scene_architecture_role_architecture_9e362127&quot;,&quot;repeat_count&quot;:3,&quot;source_digest&quot;:&quot;9534b376773f762d4150fbd9de96d24c6746682821f22363afa92d64062cc664&quot;}"/>
          <p:cNvSpPr/>
          <p:nvPr/>
        </p:nvSpPr>
        <p:spPr>
          <a:xfrm>
            <a:off x="3518725" y="2424053"/>
            <a:ext cx="535688" cy="264937"/>
          </a:xfrm>
          <a:custGeom>
            <a:avLst/>
            <a:gdLst/>
            <a:ahLst/>
            <a:cxnLst/>
            <a:rect l="l" t="t" r="r" b="b"/>
            <a:pathLst>
              <a:path w="535688" h="264937">
                <a:moveTo>
                  <a:pt x="404082" y="0"/>
                </a:moveTo>
                <a:lnTo>
                  <a:pt x="0" y="213782"/>
                </a:lnTo>
                <a:lnTo>
                  <a:pt x="131606" y="264937"/>
                </a:lnTo>
                <a:lnTo>
                  <a:pt x="535688" y="5115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3c5f29a5 0011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342390949999999,&quot;endpoint_object_ids&quot;:[],&quot;endpoint_role_ids&quot;:[],&quot;kind&quot;:&quot;face&quot;,&quot;object_id&quot;:&quot;scene_object_model_scene_architecture_role_architecture_3c5f29a5&quot;,&quot;repeat_count&quot;:1,&quot;source_digest&quot;:&quot;9534b376773f762d4150fbd9de96d24c6746682821f22363afa92d64062cc664&quot;}"/>
          <p:cNvSpPr/>
          <p:nvPr/>
        </p:nvSpPr>
        <p:spPr>
          <a:xfrm>
            <a:off x="5072149" y="2946713"/>
            <a:ext cx="293291" cy="427959"/>
          </a:xfrm>
          <a:custGeom>
            <a:avLst/>
            <a:gdLst/>
            <a:ahLst/>
            <a:cxnLst/>
            <a:rect l="l" t="t" r="r" b="b"/>
            <a:pathLst>
              <a:path w="293291" h="427959">
                <a:moveTo>
                  <a:pt x="293291" y="272792"/>
                </a:moveTo>
                <a:lnTo>
                  <a:pt x="293291" y="0"/>
                </a:lnTo>
                <a:lnTo>
                  <a:pt x="0" y="155167"/>
                </a:lnTo>
                <a:lnTo>
                  <a:pt x="0" y="427959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9e362127 0012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1.2058644,&quot;endpoint_object_ids&quot;:[],&quot;endpoint_role_ids&quot;:[],&quot;kind&quot;:&quot;face&quot;,&quot;object_id&quot;:&quot;scene_object_model_scene_architecture_role_architecture_9e362127&quot;,&quot;repeat_count&quot;:3,&quot;source_digest&quot;:&quot;9534b376773f762d4150fbd9de96d24c6746682821f22363afa92d64062cc664&quot;}"/>
          <p:cNvSpPr/>
          <p:nvPr/>
        </p:nvSpPr>
        <p:spPr>
          <a:xfrm>
            <a:off x="3518725" y="2637835"/>
            <a:ext cx="131606" cy="323947"/>
          </a:xfrm>
          <a:custGeom>
            <a:avLst/>
            <a:gdLst/>
            <a:ahLst/>
            <a:cxnLst/>
            <a:rect l="l" t="t" r="r" b="b"/>
            <a:pathLst>
              <a:path w="131606" h="323947">
                <a:moveTo>
                  <a:pt x="0" y="272792"/>
                </a:moveTo>
                <a:lnTo>
                  <a:pt x="131606" y="323947"/>
                </a:lnTo>
                <a:lnTo>
                  <a:pt x="131606" y="51155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3c5f29a5 0013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160282425,&quot;endpoint_object_ids&quot;:[],&quot;endpoint_role_ids&quot;:[],&quot;kind&quot;:&quot;face&quot;,&quot;object_id&quot;:&quot;scene_object_model_scene_architecture_role_architecture_3c5f29a5&quot;,&quot;repeat_count&quot;:1,&quot;source_digest&quot;:&quot;9534b376773f762d4150fbd9de96d24c6746682821f22363afa92d64062cc664&quot;}"/>
          <p:cNvSpPr/>
          <p:nvPr/>
        </p:nvSpPr>
        <p:spPr>
          <a:xfrm>
            <a:off x="4940543" y="2895558"/>
            <a:ext cx="424897" cy="206322"/>
          </a:xfrm>
          <a:custGeom>
            <a:avLst/>
            <a:gdLst/>
            <a:ahLst/>
            <a:cxnLst/>
            <a:rect l="l" t="t" r="r" b="b"/>
            <a:pathLst>
              <a:path w="424897" h="206322">
                <a:moveTo>
                  <a:pt x="293291" y="0"/>
                </a:moveTo>
                <a:lnTo>
                  <a:pt x="0" y="155167"/>
                </a:lnTo>
                <a:lnTo>
                  <a:pt x="131606" y="206322"/>
                </a:lnTo>
                <a:lnTo>
                  <a:pt x="424897" y="5115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3c5f29a5 0014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0.6909946,&quot;endpoint_object_ids&quot;:[],&quot;endpoint_role_ids&quot;:[],&quot;kind&quot;:&quot;face&quot;,&quot;object_id&quot;:&quot;scene_object_model_scene_architecture_role_architecture_3c5f29a5&quot;,&quot;repeat_count&quot;:1,&quot;source_digest&quot;:&quot;9534b376773f762d4150fbd9de96d24c6746682821f22363afa92d64062cc664&quot;}"/>
          <p:cNvSpPr/>
          <p:nvPr/>
        </p:nvSpPr>
        <p:spPr>
          <a:xfrm>
            <a:off x="4940543" y="3050725"/>
            <a:ext cx="131606" cy="323947"/>
          </a:xfrm>
          <a:custGeom>
            <a:avLst/>
            <a:gdLst/>
            <a:ahLst/>
            <a:cxnLst/>
            <a:rect l="l" t="t" r="r" b="b"/>
            <a:pathLst>
              <a:path w="131606" h="323947">
                <a:moveTo>
                  <a:pt x="0" y="272793"/>
                </a:moveTo>
                <a:lnTo>
                  <a:pt x="131606" y="323947"/>
                </a:lnTo>
                <a:lnTo>
                  <a:pt x="131606" y="51155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9409958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V="1">
            <a:off x="1539457" y="1459576"/>
            <a:ext cx="0" cy="2727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758887350000002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1407851" y="1408422"/>
            <a:ext cx="131606" cy="511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4717080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H="1">
            <a:off x="1246166" y="1732369"/>
            <a:ext cx="293291" cy="155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1074910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H="1">
            <a:off x="1114560" y="1408422"/>
            <a:ext cx="293291" cy="155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820311750000002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>
            <a:off x="1114560" y="1836381"/>
            <a:ext cx="131606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6382032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V="1">
            <a:off x="1114560" y="1563589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9.4667641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H="1">
            <a:off x="1246166" y="1459576"/>
            <a:ext cx="293291" cy="1551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8.9974763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V="1">
            <a:off x="1246166" y="1614744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28.81536785,&quot;endpoint_object_ids&quot;:[],&quot;endpoint_role_ids&quot;:[],&quot;kind&quot;:&quot;edge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1114560" y="1563589"/>
            <a:ext cx="131606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c9778742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embedding_0_module_token_a0aa6af7&quot;,&quot;architecture_role_id&quot;:null,&quot;architecture_route_id&quot;:null,&quot;architecture_route_role&quot;:&quot;arrow&quot;,&quot;depth&quot;:27.5764919359375,&quot;endpoint_object_ids&quot;:[&quot;scene_object_model_scene_architecture_role_architecture_6fb2a50f&quot;,&quot;scene_object_model_scene_architecture_role_architecture_2357c18e&quot;],&quot;endpoint_role_ids&quot;:[&quot;architecture_role_embedding_0_module_token_embedding_6c4877e_43303c9f&quot;,&quot;architecture_role_attention_1_module_encoder_0_self_attentio_1eb4f949&quot;],&quot;kind&quot;:&quot;arrow&quot;,&quot;object_id&quot;:&quot;scene_object_model_scene_architecture_route_architectur_c9778742&quot;,&quot;repeat_count&quot;:1,&quot;source_digest&quot;:&quot;9534b376773f762d4150fbd9de96d24c6746682821f22363afa92d64062cc664&quot;}"/>
          <p:cNvCxnSpPr/>
          <p:nvPr/>
        </p:nvCxnSpPr>
        <p:spPr>
          <a:xfrm>
            <a:off x="1395718" y="1658013"/>
            <a:ext cx="389352" cy="5685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3.7585621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V="1">
            <a:off x="2327752" y="1537298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3.576453649999998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2196145" y="1486143"/>
            <a:ext cx="131607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922191249999997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>
            <a:off x="1923670" y="1810090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5579742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>
            <a:off x="1792063" y="1486143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1.9172473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>
            <a:off x="1923670" y="1537298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1.9037118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>
            <a:off x="1792063" y="1972717"/>
            <a:ext cx="131607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1.7216033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V="1">
            <a:off x="1792063" y="1699925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polyline scene_object_model_scene_architecture_route_architectur_58778757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embedding_0_module_token_fba81cec&quot;,&quot;architecture_role_id&quot;:null,&quot;architecture_route_id&quot;:null,&quot;architecture_route_role&quot;:&quot;arrow&quot;,&quot;depth&quot;:28.348751915625,&quot;endpoint_object_ids&quot;:[&quot;scene_object_model_scene_architecture_role_architecture_6fb2a50f&quot;,&quot;scene_object_model_scene_architecture_role_architecture_9e362127&quot;],&quot;endpoint_role_ids&quot;:[&quot;architecture_role_embedding_0_module_token_embedding_6c4877e_43303c9f&quot;,&quot;architecture_role_residual_norm_3_module_encoder_0_output_no_3abb8d02&quot;],&quot;kind&quot;:&quot;polyline&quot;,&quot;object_id&quot;:&quot;scene_object_model_scene_architecture_route_architectur_58778757&quot;,&quot;repeat_count&quot;:1,&quot;source_digest&quot;:&quot;9534b376773f762d4150fbd9de96d24c6746682821f22363afa92d64062cc664&quot;}"/>
          <p:cNvCxnSpPr/>
          <p:nvPr/>
        </p:nvCxnSpPr>
        <p:spPr>
          <a:xfrm>
            <a:off x="1403869" y="1680633"/>
            <a:ext cx="384307" cy="1632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58778757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embedding_0_module_token_fba81cec&quot;,&quot;architecture_role_id&quot;:null,&quot;architecture_route_id&quot;:null,&quot;architecture_route_role&quot;:&quot;arrow&quot;,&quot;depth&quot;:19.476305815625,&quot;endpoint_object_ids&quot;:[&quot;scene_object_model_scene_architecture_role_architecture_6fb2a50f&quot;,&quot;scene_object_model_scene_architecture_role_architecture_9e362127&quot;],&quot;endpoint_role_ids&quot;:[&quot;architecture_role_embedding_0_module_token_embedding_6c4877e_43303c9f&quot;,&quot;architecture_role_residual_norm_3_module_encoder_0_output_no_3abb8d02&quot;],&quot;kind&quot;:&quot;arrow&quot;,&quot;object_id&quot;:&quot;scene_object_model_scene_architecture_route_architectur_58778757&quot;,&quot;repeat_count&quot;:1,&quot;source_digest&quot;:&quot;9534b376773f762d4150fbd9de96d24c6746682821f22363afa92d64062cc664&quot;}"/>
          <p:cNvCxnSpPr/>
          <p:nvPr/>
        </p:nvCxnSpPr>
        <p:spPr>
          <a:xfrm>
            <a:off x="2095621" y="1974522"/>
            <a:ext cx="1460364" cy="62043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1.1951808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3045040" y="2585623"/>
            <a:ext cx="235011" cy="913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1.1255752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V="1">
            <a:off x="3280051" y="2676971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1.080876449999998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V="1">
            <a:off x="1923670" y="1751080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0.89876795,&quot;endpoint_object_ids&quot;:[],&quot;endpoint_role_ids&quot;:[],&quot;kind&quot;:&quot;edge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1792063" y="1699925"/>
            <a:ext cx="131607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0.4284155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H="1">
            <a:off x="2640957" y="2585623"/>
            <a:ext cx="404083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0.2892043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H="1">
            <a:off x="2875969" y="2949763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5920446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V="1">
            <a:off x="2640957" y="2799405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5224390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>
            <a:off x="2640957" y="3072197"/>
            <a:ext cx="235012" cy="913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9.284260449999998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H="1">
            <a:off x="2875969" y="2676971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8.517495150000002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2640957" y="2799405"/>
            <a:ext cx="235012" cy="913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18.44788955,&quot;endpoint_object_ids&quot;:[],&quot;endpoint_role_ids&quot;:[],&quot;kind&quot;:&quot;edge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 flipV="1">
            <a:off x="2875969" y="2890753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polyline scene_object_model_scene_architecture_route_architectur_2927f098 000" descr="{&quot;architecture_direction&quot;:&quot;source-to-target&quot;,&quot;architecture_evidence_digest&quot;:&quot;19753d5bc4f9a152b9ce0be5db362eb735e282486f0f6659bd61ea2192353d05&quot;,&quot;architecture_role&quot;:&quot;residual-skip&quot;,&quot;architecture_role_graph_digest&quot;:&quot;20cbef1b77c8baad84d73b6b76005f683c0e2e1c255d8ab026825356d94cb1ed&quot;,&quot;architecture_role_graph_edge_id&quot;:&quot;architecture_route_residual_skip_architecture_role_attention__4f7382cc&quot;,&quot;architecture_role_id&quot;:null,&quot;architecture_route_id&quot;:&quot;architecture_route_residual_skip_architecture_role_attention__4f7382cc&quot;,&quot;architecture_route_role&quot;:&quot;residual-skip&quot;,&quot;depth&quot;:22.7400828,&quot;endpoint_object_ids&quot;:[&quot;scene_object_model_scene_architecture_role_architecture_2357c18e&quot;,&quot;scene_object_model_scene_architecture_role_architecture_9e362127&quot;],&quot;endpoint_role_ids&quot;:[&quot;architecture_role_attention_1_module_encoder_0_self_attentio_1eb4f949&quot;,&quot;architecture_role_residual_norm_3_module_encoder_0_output_no_3abb8d02&quot;],&quot;kind&quot;:&quot;polyline&quot;,&quot;object_id&quot;:&quot;scene_object_model_scene_architecture_route_architectur_2927f098&quot;,&quot;repeat_count&quot;:1,&quot;source_digest&quot;:&quot;9534b376773f762d4150fbd9de96d24c6746682821f22363afa92d64062cc664&quot;}"/>
          <p:cNvCxnSpPr/>
          <p:nvPr/>
        </p:nvCxnSpPr>
        <p:spPr>
          <a:xfrm flipV="1">
            <a:off x="2059907" y="945327"/>
            <a:ext cx="0" cy="6325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polyline scene_object_model_scene_architecture_route_architectur_2927f098 000" descr="{&quot;architecture_direction&quot;:&quot;source-to-target&quot;,&quot;architecture_evidence_digest&quot;:&quot;19753d5bc4f9a152b9ce0be5db362eb735e282486f0f6659bd61ea2192353d05&quot;,&quot;architecture_role&quot;:&quot;residual-skip&quot;,&quot;architecture_role_graph_digest&quot;:&quot;20cbef1b77c8baad84d73b6b76005f683c0e2e1c255d8ab026825356d94cb1ed&quot;,&quot;architecture_role_graph_edge_id&quot;:&quot;architecture_route_residual_skip_architecture_role_attention__4f7382cc&quot;,&quot;architecture_role_id&quot;:null,&quot;architecture_route_id&quot;:&quot;architecture_route_residual_skip_architecture_role_attention__4f7382cc&quot;,&quot;architecture_route_role&quot;:&quot;residual-skip&quot;,&quot;depth&quot;:17.64239505,&quot;endpoint_object_ids&quot;:[&quot;scene_object_model_scene_architecture_role_architecture_2357c18e&quot;,&quot;scene_object_model_scene_architecture_role_architecture_9e362127&quot;],&quot;endpoint_role_ids&quot;:[&quot;architecture_role_attention_1_module_encoder_0_self_attentio_1eb4f949&quot;,&quot;architecture_role_residual_norm_3_module_encoder_0_output_no_3abb8d02&quot;],&quot;kind&quot;:&quot;polyline&quot;,&quot;object_id&quot;:&quot;scene_object_model_scene_architecture_route_architectur_2927f098&quot;,&quot;repeat_count&quot;:1,&quot;source_digest&quot;:&quot;9534b376773f762d4150fbd9de96d24c6746682821f22363afa92d64062cc664&quot;}"/>
          <p:cNvCxnSpPr/>
          <p:nvPr/>
        </p:nvCxnSpPr>
        <p:spPr>
          <a:xfrm>
            <a:off x="2059907" y="945327"/>
            <a:ext cx="1726661" cy="9379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arrow scene_object_model_scene_architecture_route_architectur_2927f098 000" descr="{&quot;architecture_direction&quot;:&quot;source-to-target&quot;,&quot;architecture_evidence_digest&quot;:&quot;19753d5bc4f9a152b9ce0be5db362eb735e282486f0f6659bd61ea2192353d05&quot;,&quot;architecture_role&quot;:&quot;residual-skip&quot;,&quot;architecture_role_graph_digest&quot;:&quot;20cbef1b77c8baad84d73b6b76005f683c0e2e1c255d8ab026825356d94cb1ed&quot;,&quot;architecture_role_graph_edge_id&quot;:&quot;architecture_route_residual_skip_architecture_role_attention__4f7382cc&quot;,&quot;architecture_role_id&quot;:null,&quot;architecture_route_id&quot;:&quot;architecture_route_residual_skip_architecture_role_attention__4f7382cc&quot;,&quot;architecture_route_role&quot;:&quot;residual-skip&quot;,&quot;depth&quot;:12.5447073,&quot;endpoint_object_ids&quot;:[&quot;scene_object_model_scene_architecture_role_architecture_2357c18e&quot;,&quot;scene_object_model_scene_architecture_role_architecture_9e362127&quot;],&quot;endpoint_role_ids&quot;:[&quot;architecture_role_attention_1_module_encoder_0_self_attentio_1eb4f949&quot;,&quot;architecture_role_residual_norm_3_module_encoder_0_output_no_3abb8d02&quot;],&quot;kind&quot;:&quot;arrow&quot;,&quot;object_id&quot;:&quot;scene_object_model_scene_architecture_route_architectur_2927f098&quot;,&quot;repeat_count&quot;:1,&quot;source_digest&quot;:&quot;9534b376773f762d4150fbd9de96d24c6746682821f22363afa92d64062cc664&quot;}"/>
          <p:cNvCxnSpPr/>
          <p:nvPr/>
        </p:nvCxnSpPr>
        <p:spPr>
          <a:xfrm>
            <a:off x="3786568" y="1883237"/>
            <a:ext cx="0" cy="63256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arrow scene_object_model_scene_architecture_route_architectur_52d1b127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residual_norm_3_module_e_f8a50986&quot;,&quot;architecture_role_id&quot;:null,&quot;architecture_route_id&quot;:null,&quot;architecture_route_role&quot;:&quot;arrow&quot;,&quot;depth&quot;:17.961000534375,&quot;endpoint_object_ids&quot;:[&quot;scene_object_model_scene_architecture_role_architecture_9e362127&quot;,&quot;scene_object_model_scene_architecture_role_architecture_2357c18e&quot;],&quot;endpoint_role_ids&quot;:[&quot;architecture_role_residual_norm_3_module_encoder_0_output_no_3abb8d02&quot;,&quot;architecture_role_attention_1_module_encoder_0_self_attentio_1eb4f949&quot;],&quot;kind&quot;:&quot;arrow&quot;,&quot;object_id&quot;:&quot;scene_object_model_scene_architecture_route_architectur_52d1b127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2167824" y="1813627"/>
            <a:ext cx="1402912" cy="76205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arrow scene_object_model_scene_architecture_route_architectur_999caff6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attention_1_module_encod_380c0671&quot;,&quot;architecture_role_id&quot;:null,&quot;architecture_route_id&quot;:null,&quot;architecture_route_role&quot;:&quot;arrow&quot;,&quot;depth&quot;:17.961000534375,&quot;endpoint_object_ids&quot;:[&quot;scene_object_model_scene_architecture_role_architecture_2357c18e&quot;,&quot;scene_object_model_scene_architecture_role_architecture_9e362127&quot;],&quot;endpoint_role_ids&quot;:[&quot;architecture_role_attention_1_module_encoder_0_self_attentio_1eb4f949&quot;,&quot;architecture_role_residual_norm_3_module_encoder_0_output_no_3abb8d02&quot;],&quot;kind&quot;:&quot;arrow&quot;,&quot;object_id&quot;:&quot;scene_object_model_scene_architecture_route_architectur_999caff6&quot;,&quot;repeat_count&quot;:1,&quot;source_digest&quot;:&quot;9534b376773f762d4150fbd9de96d24c6746682821f22363afa92d64062cc664&quot;}"/>
          <p:cNvCxnSpPr/>
          <p:nvPr/>
        </p:nvCxnSpPr>
        <p:spPr>
          <a:xfrm>
            <a:off x="2167824" y="1813627"/>
            <a:ext cx="1402912" cy="76205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polyline scene_object_model_scene_architecture_route_architectur_e847428f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attention_1_module_encod_aed13b7a&quot;,&quot;architecture_role_id&quot;:null,&quot;architecture_route_id&quot;:null,&quot;architecture_route_role&quot;:&quot;arrow&quot;,&quot;depth&quot;:19.624584187499998,&quot;endpoint_object_ids&quot;:[&quot;scene_object_model_scene_architecture_role_architecture_2357c18e&quot;,&quot;scene_object_model_scene_architecture_role_architecture_3c5f29a5&quot;],&quot;endpoint_role_ids&quot;:[&quot;architecture_role_attention_1_module_encoder_0_self_attentio_1eb4f949&quot;,&quot;architecture_role_output_head_4_node_fx_getitem_5_27_1355851_9dc4c414&quot;],&quot;kind&quot;:&quot;polyline&quot;,&quot;object_id&quot;:&quot;scene_object_model_scene_architecture_route_architectur_e847428f&quot;,&quot;repeat_count&quot;:1,&quot;source_digest&quot;:&quot;9534b376773f762d4150fbd9de96d24c6746682821f22363afa92d64062cc664&quot;}"/>
          <p:cNvCxnSpPr/>
          <p:nvPr/>
        </p:nvCxnSpPr>
        <p:spPr>
          <a:xfrm>
            <a:off x="2156566" y="1798136"/>
            <a:ext cx="1546542" cy="6900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e847428f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attention_1_module_encod_aed13b7a&quot;,&quot;architecture_role_id&quot;:null,&quot;architecture_route_id&quot;:null,&quot;architecture_route_role&quot;:&quot;arrow&quot;,&quot;depth&quot;:14.0859199875,&quot;endpoint_object_ids&quot;:[&quot;scene_object_model_scene_architecture_role_architecture_2357c18e&quot;,&quot;scene_object_model_scene_architecture_role_architecture_3c5f29a5&quot;],&quot;endpoint_role_ids&quot;:[&quot;architecture_role_attention_1_module_encoder_0_self_attentio_1eb4f949&quot;,&quot;architecture_role_output_head_4_node_fx_getitem_5_27_1355851_9dc4c414&quot;],&quot;kind&quot;:&quot;arrow&quot;,&quot;object_id&quot;:&quot;scene_object_model_scene_architecture_route_architectur_e847428f&quot;,&quot;repeat_count&quot;:1,&quot;source_digest&quot;:&quot;9534b376773f762d4150fbd9de96d24c6746682821f22363afa92d64062cc664&quot;}"/>
          <p:cNvCxnSpPr/>
          <p:nvPr/>
        </p:nvCxnSpPr>
        <p:spPr>
          <a:xfrm>
            <a:off x="4089743" y="2660703"/>
            <a:ext cx="773271" cy="34502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arrow scene_object_model_scene_architecture_route_architectur_8f08195c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residual_norm_3_module_e_52d9a10b&quot;,&quot;architecture_role_id&quot;:null,&quot;architecture_route_id&quot;:null,&quot;architecture_route_role&quot;:&quot;arrow&quot;,&quot;depth&quot;:17.306426071875002,&quot;endpoint_object_ids&quot;:[&quot;scene_object_model_scene_architecture_role_architecture_9e362127&quot;,&quot;scene_object_model_scene_architecture_role_architecture_68c6021e&quot;],&quot;endpoint_role_ids&quot;:[&quot;architecture_role_residual_norm_3_module_encoder_0_output_no_3abb8d02&quot;,&quot;architecture_role_feed_forward_2_module_encoder_1_feed_forwa_f553b24e&quot;],&quot;kind&quot;:&quot;arrow&quot;,&quot;object_id&quot;:&quot;scene_object_model_scene_architecture_route_architectur_8f08195c&quot;,&quot;repeat_count&quot;:1,&quot;source_digest&quot;:&quot;9534b376773f762d4150fbd9de96d24c6746682821f22363afa92d64062cc664&quot;}"/>
          <p:cNvCxnSpPr/>
          <p:nvPr/>
        </p:nvCxnSpPr>
        <p:spPr>
          <a:xfrm flipH="1">
            <a:off x="3063762" y="2755365"/>
            <a:ext cx="438847" cy="9651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efc3eca6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feed_forward_2_module_en_e11a005b&quot;,&quot;architecture_role_id&quot;:null,&quot;architecture_route_id&quot;:null,&quot;architecture_route_role&quot;:&quot;arrow&quot;,&quot;depth&quot;:17.306426071875002,&quot;endpoint_object_ids&quot;:[&quot;scene_object_model_scene_architecture_role_architecture_68c6021e&quot;,&quot;scene_object_model_scene_architecture_role_architecture_9e362127&quot;],&quot;endpoint_role_ids&quot;:[&quot;architecture_role_feed_forward_2_module_encoder_1_feed_forwa_f553b24e&quot;,&quot;architecture_role_residual_norm_3_module_encoder_0_output_no_3abb8d02&quot;],&quot;kind&quot;:&quot;arrow&quot;,&quot;object_id&quot;:&quot;scene_object_model_scene_architecture_route_architectur_efc3eca6&quot;,&quot;repeat_count&quot;:1,&quot;source_digest&quot;:&quot;9534b376773f762d4150fbd9de96d24c6746682821f22363afa92d64062cc664&quot;}"/>
          <p:cNvCxnSpPr/>
          <p:nvPr/>
        </p:nvCxnSpPr>
        <p:spPr>
          <a:xfrm flipV="1">
            <a:off x="3063762" y="2755365"/>
            <a:ext cx="438847" cy="9651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polyline scene_object_model_scene_architecture_route_architectur_79d10d4d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feed_forward_2_module_en_9a6e01ea&quot;,&quot;architecture_role_id&quot;:null,&quot;architecture_route_id&quot;:null,&quot;architecture_route_role&quot;:&quot;arrow&quot;,&quot;depth&quot;:18.8641753609375,&quot;endpoint_object_ids&quot;:[&quot;scene_object_model_scene_architecture_role_architecture_68c6021e&quot;,&quot;scene_object_model_scene_architecture_role_architecture_3c5f29a5&quot;],&quot;endpoint_role_ids&quot;:[&quot;architecture_role_feed_forward_2_module_encoder_1_feed_forwa_f553b24e&quot;,&quot;architecture_role_output_head_4_node_fx_getitem_5_27_1355851_9dc4c414&quot;],&quot;kind&quot;:&quot;polyline&quot;,&quot;object_id&quot;:&quot;scene_object_model_scene_architecture_route_architectur_79d10d4d&quot;,&quot;repeat_count&quot;:1,&quot;source_digest&quot;:&quot;9534b376773f762d4150fbd9de96d24c6746682821f22363afa92d64062cc664&quot;}"/>
          <p:cNvCxnSpPr/>
          <p:nvPr/>
        </p:nvCxnSpPr>
        <p:spPr>
          <a:xfrm>
            <a:off x="3097534" y="2890867"/>
            <a:ext cx="479607" cy="5699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79d10d4d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feed_forward_2_module_en_9a6e01ea&quot;,&quot;architecture_role_id&quot;:null,&quot;architecture_route_id&quot;:null,&quot;architecture_route_role&quot;:&quot;arrow&quot;,&quot;depth&quot;:15.0596510796875,&quot;endpoint_object_ids&quot;:[&quot;scene_object_model_scene_architecture_role_architecture_68c6021e&quot;,&quot;scene_object_model_scene_architecture_role_architecture_3c5f29a5&quot;],&quot;endpoint_role_ids&quot;:[&quot;architecture_role_feed_forward_2_module_encoder_1_feed_forwa_f553b24e&quot;,&quot;architecture_role_output_head_4_node_fx_getitem_5_27_1355851_9dc4c414&quot;],&quot;kind&quot;:&quot;arrow&quot;,&quot;object_id&quot;:&quot;scene_object_model_scene_architecture_route_architectur_79d10d4d&quot;,&quot;repeat_count&quot;:1,&quot;source_digest&quot;:&quot;9534b376773f762d4150fbd9de96d24c6746682821f22363afa92d64062cc664&quot;}"/>
          <p:cNvCxnSpPr/>
          <p:nvPr/>
        </p:nvCxnSpPr>
        <p:spPr>
          <a:xfrm>
            <a:off x="3714171" y="2964141"/>
            <a:ext cx="1164759" cy="13840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cae67724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output_head_4_node_fx_ge_4a29324c&quot;,&quot;architecture_role_id&quot;:null,&quot;architecture_route_id&quot;:null,&quot;architecture_route_role&quot;:&quot;arrow&quot;,&quot;depth&quot;:15.0596510796875,&quot;endpoint_object_ids&quot;:[&quot;scene_object_model_scene_architecture_role_architecture_3c5f29a5&quot;,&quot;scene_object_model_scene_architecture_role_architecture_68c6021e&quot;],&quot;endpoint_role_ids&quot;:[&quot;architecture_role_output_head_4_node_fx_getitem_5_27_1355851_9dc4c414&quot;,&quot;architecture_role_feed_forward_2_module_encoder_1_feed_forwa_f553b24e&quot;],&quot;kind&quot;:&quot;polyline&quot;,&quot;object_id&quot;:&quot;scene_object_model_scene_architecture_route_architectur_cae67724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3714171" y="2964141"/>
            <a:ext cx="1164759" cy="138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cae67724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output_head_4_node_fx_ge_4a29324c&quot;,&quot;architecture_role_id&quot;:null,&quot;architecture_route_id&quot;:null,&quot;architecture_route_role&quot;:&quot;arrow&quot;,&quot;depth&quot;:18.8641753609375,&quot;endpoint_object_ids&quot;:[&quot;scene_object_model_scene_architecture_role_architecture_3c5f29a5&quot;,&quot;scene_object_model_scene_architecture_role_architecture_68c6021e&quot;],&quot;endpoint_role_ids&quot;:[&quot;architecture_role_output_head_4_node_fx_getitem_5_27_1355851_9dc4c414&quot;,&quot;architecture_role_feed_forward_2_module_encoder_1_feed_forwa_f553b24e&quot;],&quot;kind&quot;:&quot;arrow&quot;,&quot;object_id&quot;:&quot;scene_object_model_scene_architecture_route_architectur_cae67724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3097534" y="2890867"/>
            <a:ext cx="479607" cy="5699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3.56318675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V="1">
            <a:off x="4054413" y="2475207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3.381078200000001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3922806" y="2424053"/>
            <a:ext cx="131607" cy="511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7268158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>
            <a:off x="3650330" y="2747999"/>
            <a:ext cx="404083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36259875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>
            <a:off x="3518724" y="2424053"/>
            <a:ext cx="404082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2.3141507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V="1">
            <a:off x="5365440" y="2946712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2.1320422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5233833" y="2895557"/>
            <a:ext cx="131607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54717b51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output_head_4_node_fx_ge_058211b9&quot;,&quot;architecture_role_id&quot;:null,&quot;architecture_route_id&quot;:null,&quot;architecture_route_role&quot;:&quot;arrow&quot;,&quot;depth&quot;:12.131291878125001,&quot;endpoint_object_ids&quot;:[&quot;scene_object_model_scene_architecture_role_architecture_3c5f29a5&quot;,&quot;scene_object_model_scene_architecture_role_architecture_9e362127&quot;],&quot;endpoint_role_ids&quot;:[&quot;architecture_role_output_head_4_node_fx_getitem_5_27_1355851_9dc4c414&quot;,&quot;architecture_role_residual_norm_3_module_encoder_0_output_no_3abb8d02&quot;],&quot;kind&quot;:&quot;arrow&quot;,&quot;object_id&quot;:&quot;scene_object_model_scene_architecture_route_architectur_54717b51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3914671" y="2734373"/>
            <a:ext cx="1024816" cy="33164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836e93cc 000" descr="{&quot;architecture_direction&quot;:&quot;source-to-target&quot;,&quot;architecture_evidence_digest&quot;:&quot;19753d5bc4f9a152b9ce0be5db362eb735e282486f0f6659bd61ea2192353d05&quot;,&quot;architecture_role&quot;:&quot;arrow&quot;,&quot;architecture_role_graph_digest&quot;:&quot;20cbef1b77c8baad84d73b6b76005f683c0e2e1c255d8ab026825356d94cb1ed&quot;,&quot;architecture_role_graph_edge_id&quot;:&quot;architecture_role_flow_architecture_role_residual_norm_3_module_e_309f7cdd&quot;,&quot;architecture_role_id&quot;:null,&quot;architecture_route_id&quot;:null,&quot;architecture_route_role&quot;:&quot;arrow&quot;,&quot;depth&quot;:12.131291878125001,&quot;endpoint_object_ids&quot;:[&quot;scene_object_model_scene_architecture_role_architecture_9e362127&quot;,&quot;scene_object_model_scene_architecture_role_architecture_3c5f29a5&quot;],&quot;endpoint_role_ids&quot;:[&quot;architecture_role_residual_norm_3_module_encoder_0_output_no_3abb8d02&quot;,&quot;architecture_role_output_head_4_node_fx_getitem_5_27_1355851_9dc4c414&quot;],&quot;kind&quot;:&quot;arrow&quot;,&quot;object_id&quot;:&quot;scene_object_model_scene_architecture_route_architectur_836e93cc&quot;,&quot;repeat_count&quot;:1,&quot;source_digest&quot;:&quot;9534b376773f762d4150fbd9de96d24c6746682821f22363afa92d64062cc664&quot;}"/>
          <p:cNvCxnSpPr/>
          <p:nvPr/>
        </p:nvCxnSpPr>
        <p:spPr>
          <a:xfrm>
            <a:off x="3914671" y="2734373"/>
            <a:ext cx="1024816" cy="33164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844862899999999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H="1">
            <a:off x="5072148" y="3219504"/>
            <a:ext cx="293292" cy="1551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1.7218719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>
            <a:off x="3650330" y="2475207"/>
            <a:ext cx="404083" cy="21378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1.70833635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>
            <a:off x="3518724" y="2910627"/>
            <a:ext cx="131606" cy="511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1.52622785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V="1">
            <a:off x="3518724" y="2637835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4806458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H="1">
            <a:off x="4940542" y="2895557"/>
            <a:ext cx="293291" cy="1551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1934665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>
            <a:off x="4940542" y="3323517"/>
            <a:ext cx="131606" cy="5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0113580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V="1">
            <a:off x="4940542" y="3050725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0.88550095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V="1">
            <a:off x="3650330" y="2688989"/>
            <a:ext cx="0" cy="2727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0.839918999999998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H="1">
            <a:off x="5072148" y="2946712"/>
            <a:ext cx="293292" cy="155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0.703392449999999,&quot;endpoint_object_ids&quot;:[],&quot;endpoint_role_ids&quot;:[],&quot;kind&quot;:&quot;edge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 flipV="1">
            <a:off x="3518724" y="2637835"/>
            <a:ext cx="131606" cy="511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0.3706311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V="1">
            <a:off x="5072148" y="3101879"/>
            <a:ext cx="0" cy="2727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0.18852265,&quot;endpoint_object_ids&quot;:[],&quot;endpoint_role_ids&quot;:[],&quot;kind&quot;:&quot;edge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 flipH="1" flipV="1">
            <a:off x="4940542" y="3050725"/>
            <a:ext cx="131606" cy="511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leader scene_object_model_scene_architecture_role_architecture_3c5f29a5 000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6627544,&quot;endpoint_object_ids&quot;:[],&quot;endpoint_role_ids&quot;:[],&quot;kind&quot;:&quot;leader&quot;,&quot;object_id&quot;:&quot;scene_object_model_scene_architecture_role_architecture_3c5f29a5&quot;,&quot;repeat_count&quot;:1,&quot;source_digest&quot;:&quot;9534b376773f762d4150fbd9de96d24c6746682821f22363afa92d64062cc664&quot;}"/>
          <p:cNvCxnSpPr/>
          <p:nvPr/>
        </p:nvCxnSpPr>
        <p:spPr>
          <a:xfrm>
            <a:off x="5152991" y="283975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NDV editable label scene_object_model_scene_architecture_role_architecture_3c5f29a5 0079" descr="{&quot;architecture_direction&quot;:null,&quot;architecture_evidence_digest&quot;:&quot;19753d5bc4f9a152b9ce0be5db362eb735e282486f0f6659bd61ea2192353d05&quot;,&quot;architecture_role&quot;:&quot;output-head&quot;,&quot;architecture_role_graph_digest&quot;:&quot;20cbef1b77c8baad84d73b6b76005f683c0e2e1c255d8ab026825356d94cb1ed&quot;,&quot;architecture_role_graph_edge_id&quot;:null,&quot;architecture_role_id&quot;:&quot;architecture_role_output_head_4_node_fx_getitem_5_27_1355851_9dc4c414&quot;,&quot;architecture_route_id&quot;:null,&quot;architecture_route_role&quot;:null,&quot;depth&quot;:11.6627544,&quot;endpoint_object_ids&quot;:[],&quot;endpoint_role_ids&quot;:[],&quot;kind&quot;:&quot;label&quot;,&quot;object_id&quot;:&quot;scene_object_model_scene_architecture_role_architecture_3c5f29a5&quot;,&quot;repeat_count&quot;:1,&quot;source_digest&quot;:&quot;9534b376773f762d4150fbd9de96d24c6746682821f22363afa92d64062cc664&quot;}"/>
          <p:cNvSpPr txBox="1"/>
          <p:nvPr/>
        </p:nvSpPr>
        <p:spPr>
          <a:xfrm>
            <a:off x="4629370" y="2728632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Classifier / output</a:t>
            </a:r>
          </a:p>
        </p:txBody>
      </p:sp>
      <p:cxnSp>
        <p:nvCxnSpPr>
          <p:cNvPr id="83" name="NNDV editable leader scene_object_model_scene_architecture_role_architecture_6fb2a50f 000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2895995,&quot;endpoint_object_ids&quot;:[],&quot;endpoint_role_ids&quot;:[],&quot;kind&quot;:&quot;leader&quot;,&quot;object_id&quot;:&quot;scene_object_model_scene_architecture_role_architecture_6fb2a50f&quot;,&quot;repeat_count&quot;:1,&quot;source_digest&quot;:&quot;9534b376773f762d4150fbd9de96d24c6746682821f22363afa92d64062cc664&quot;}"/>
          <p:cNvCxnSpPr/>
          <p:nvPr/>
        </p:nvCxnSpPr>
        <p:spPr>
          <a:xfrm>
            <a:off x="1327008" y="135262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NNDV editable label scene_object_model_scene_architecture_role_architecture_6fb2a50f 0081" descr="{&quot;architecture_direction&quot;:null,&quot;architecture_evidence_digest&quot;:&quot;19753d5bc4f9a152b9ce0be5db362eb735e282486f0f6659bd61ea2192353d05&quot;,&quot;architecture_role&quot;:&quot;embedding&quot;,&quot;architecture_role_graph_digest&quot;:&quot;20cbef1b77c8baad84d73b6b76005f683c0e2e1c255d8ab026825356d94cb1ed&quot;,&quot;architecture_role_graph_edge_id&quot;:null,&quot;architecture_role_id&quot;:&quot;architecture_role_embedding_0_module_token_embedding_6c4877e_43303c9f&quot;,&quot;architecture_route_id&quot;:null,&quot;architecture_route_role&quot;:null,&quot;depth&quot;:30.2895995,&quot;endpoint_object_ids&quot;:[],&quot;endpoint_role_ids&quot;:[],&quot;kind&quot;:&quot;label&quot;,&quot;object_id&quot;:&quot;scene_object_model_scene_architecture_role_architecture_6fb2a50f&quot;,&quot;repeat_count&quot;:1,&quot;source_digest&quot;:&quot;9534b376773f762d4150fbd9de96d24c6746682821f22363afa92d64062cc664&quot;}"/>
          <p:cNvSpPr txBox="1"/>
          <p:nvPr/>
        </p:nvSpPr>
        <p:spPr>
          <a:xfrm>
            <a:off x="693151" y="1241497"/>
            <a:ext cx="126771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Token + position embed.</a:t>
            </a:r>
          </a:p>
        </p:txBody>
      </p:sp>
      <p:cxnSp>
        <p:nvCxnSpPr>
          <p:cNvPr id="85" name="NNDV editable leader scene_object_model_scene_architecture_role_architecture_2357c18e 000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eader&quot;,&quot;object_id&quot;:&quot;scene_object_model_scene_architecture_role_architecture_2357c18e&quot;,&quot;repeat_count&quot;:3,&quot;source_digest&quot;:&quot;9534b376773f762d4150fbd9de96d24c6746682821f22363afa92d64062cc664&quot;}"/>
          <p:cNvCxnSpPr/>
          <p:nvPr/>
        </p:nvCxnSpPr>
        <p:spPr>
          <a:xfrm flipH="1">
            <a:off x="2340352" y="1755008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NNDV editable label scene_object_model_scene_architecture_role_architecture_2357c18e 0083" descr="{&quot;architecture_direction&quot;:null,&quot;architecture_evidence_digest&quot;:&quot;19753d5bc4f9a152b9ce0be5db362eb735e282486f0f6659bd61ea2192353d05&quot;,&quot;architecture_role&quot;:&quot;attention&quot;,&quot;architecture_role_graph_digest&quot;:&quot;20cbef1b77c8baad84d73b6b76005f683c0e2e1c255d8ab026825356d94cb1ed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abel&quot;,&quot;object_id&quot;:&quot;scene_object_model_scene_architecture_role_architecture_2357c18e&quot;,&quot;repeat_count&quot;:3,&quot;source_digest&quot;:&quot;9534b376773f762d4150fbd9de96d24c6746682821f22363afa92d64062cc664&quot;}"/>
          <p:cNvSpPr txBox="1"/>
          <p:nvPr/>
        </p:nvSpPr>
        <p:spPr>
          <a:xfrm>
            <a:off x="2383552" y="1699445"/>
            <a:ext cx="93700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Self-attention ×3</a:t>
            </a:r>
          </a:p>
        </p:txBody>
      </p:sp>
      <p:cxnSp>
        <p:nvCxnSpPr>
          <p:cNvPr id="87" name="NNDV editable leader scene_object_model_scene_architecture_role_architecture_68c6021e 000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0.3588099,&quot;endpoint_object_ids&quot;:[],&quot;endpoint_role_ids&quot;:[],&quot;kind&quot;:&quot;leader&quot;,&quot;object_id&quot;:&quot;scene_object_model_scene_architecture_role_architecture_68c6021e&quot;,&quot;repeat_count&quot;:3,&quot;source_digest&quot;:&quot;9534b376773f762d4150fbd9de96d24c6746682821f22363afa92d64062cc664&quot;}"/>
          <p:cNvCxnSpPr/>
          <p:nvPr/>
        </p:nvCxnSpPr>
        <p:spPr>
          <a:xfrm>
            <a:off x="2960504" y="252982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NNDV editable label scene_object_model_scene_architecture_role_architecture_68c6021e 0085" descr="{&quot;architecture_direction&quot;:null,&quot;architecture_evidence_digest&quot;:&quot;19753d5bc4f9a152b9ce0be5db362eb735e282486f0f6659bd61ea2192353d05&quot;,&quot;architecture_role&quot;:&quot;feed-forward&quot;,&quot;architecture_role_graph_digest&quot;:&quot;20cbef1b77c8baad84d73b6b76005f683c0e2e1c255d8ab026825356d94cb1ed&quot;,&quot;architecture_role_graph_edge_id&quot;:null,&quot;architecture_role_id&quot;:&quot;architecture_role_feed_forward_2_module_encoder_1_feed_forwa_f553b24e&quot;,&quot;architecture_route_id&quot;:null,&quot;architecture_route_role&quot;:null,&quot;depth&quot;:20.3588099,&quot;endpoint_object_ids&quot;:[],&quot;endpoint_role_ids&quot;:[],&quot;kind&quot;:&quot;label&quot;,&quot;object_id&quot;:&quot;scene_object_model_scene_architecture_role_architecture_68c6021e&quot;,&quot;repeat_count&quot;:3,&quot;source_digest&quot;:&quot;9534b376773f762d4150fbd9de96d24c6746682821f22363afa92d64062cc664&quot;}"/>
          <p:cNvSpPr txBox="1"/>
          <p:nvPr/>
        </p:nvSpPr>
        <p:spPr>
          <a:xfrm>
            <a:off x="2795150" y="2418698"/>
            <a:ext cx="33070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FFN ×3</a:t>
            </a:r>
          </a:p>
        </p:txBody>
      </p:sp>
      <p:cxnSp>
        <p:nvCxnSpPr>
          <p:cNvPr id="89" name="NNDV editable leader scene_object_model_scene_architecture_role_architecture_9e362127 000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5447073,&quot;endpoint_object_ids&quot;:[],&quot;endpoint_role_ids&quot;:[],&quot;kind&quot;:&quot;leader&quot;,&quot;object_id&quot;:&quot;scene_object_model_scene_architecture_role_architecture_9e362127&quot;,&quot;repeat_count&quot;:3,&quot;source_digest&quot;:&quot;9534b376773f762d4150fbd9de96d24c6746682821f22363afa92d64062cc664&quot;}"/>
          <p:cNvCxnSpPr/>
          <p:nvPr/>
        </p:nvCxnSpPr>
        <p:spPr>
          <a:xfrm flipH="1">
            <a:off x="4067013" y="2368253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9e362127 0087" descr="{&quot;architecture_direction&quot;:null,&quot;architecture_evidence_digest&quot;:&quot;19753d5bc4f9a152b9ce0be5db362eb735e282486f0f6659bd61ea2192353d05&quot;,&quot;architecture_role&quot;:&quot;residual-norm&quot;,&quot;architecture_role_graph_digest&quot;:&quot;20cbef1b77c8baad84d73b6b76005f683c0e2e1c255d8ab026825356d94cb1ed&quot;,&quot;architecture_role_graph_edge_id&quot;:null,&quot;architecture_role_id&quot;:&quot;architecture_role_residual_norm_3_module_encoder_0_output_no_3abb8d02&quot;,&quot;architecture_route_id&quot;:null,&quot;architecture_route_role&quot;:null,&quot;depth&quot;:12.5447073,&quot;endpoint_object_ids&quot;:[],&quot;endpoint_role_ids&quot;:[],&quot;kind&quot;:&quot;label&quot;,&quot;object_id&quot;:&quot;scene_object_model_scene_architecture_role_architecture_9e362127&quot;,&quot;repeat_count&quot;:3,&quot;source_digest&quot;:&quot;9534b376773f762d4150fbd9de96d24c6746682821f22363afa92d64062cc664&quot;}"/>
          <p:cNvSpPr txBox="1"/>
          <p:nvPr/>
        </p:nvSpPr>
        <p:spPr>
          <a:xfrm>
            <a:off x="4110213" y="2257128"/>
            <a:ext cx="992123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+ norm ×3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scene_bertencoder___module___architecture_eviden_02d952b7</dc:title>
  <dc:subject>Editable deterministic CPU projection of Scene IR 1.0</dc:subject>
  <dc:creator/>
  <cp:keywords/>
  <dc:description>NN_DaVinci 0.7.3;nndv-scene-export-1;camera=scene_camera_bertencoder___module___architecture_eviden_3cb52a3f;digest=9534b376773f762d4150fbd9de96d24c6746682821f22363afa92d64062cc664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