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19cea5bf 0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0.1809048,&quot;endpoint_object_ids&quot;:[],&quot;endpoint_role_ids&quot;:[],&quot;kind&quot;:&quot;face&quot;,&quot;object_id&quot;:&quot;scene_object_model_scene_architecture_role_architecture_19cea5bf&quot;,&quot;repeat_count&quot;:1,&quot;source_digest&quot;:&quot;98b3c1da4972e25d5431c50c3401da71b069e4ba14dc07e9dd24164efd5d82fa&quot;}"/>
          <p:cNvSpPr/>
          <p:nvPr/>
        </p:nvSpPr>
        <p:spPr>
          <a:xfrm>
            <a:off x="1244084" y="1361951"/>
            <a:ext cx="270331" cy="395722"/>
          </a:xfrm>
          <a:custGeom>
            <a:avLst/>
            <a:gdLst/>
            <a:ahLst/>
            <a:cxnLst/>
            <a:rect l="l" t="t" r="r" b="b"/>
            <a:pathLst>
              <a:path w="270331" h="395722">
                <a:moveTo>
                  <a:pt x="270331" y="252702"/>
                </a:moveTo>
                <a:lnTo>
                  <a:pt x="270331" y="0"/>
                </a:lnTo>
                <a:lnTo>
                  <a:pt x="0" y="143020"/>
                </a:lnTo>
                <a:lnTo>
                  <a:pt x="0" y="395722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19cea5bf 0001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0.02831725,&quot;endpoint_object_ids&quot;:[],&quot;endpoint_role_ids&quot;:[],&quot;kind&quot;:&quot;face&quot;,&quot;object_id&quot;:&quot;scene_object_model_scene_architecture_role_architecture_19cea5bf&quot;,&quot;repeat_count&quot;:1,&quot;source_digest&quot;:&quot;98b3c1da4972e25d5431c50c3401da71b069e4ba14dc07e9dd24164efd5d82fa&quot;}"/>
          <p:cNvSpPr/>
          <p:nvPr/>
        </p:nvSpPr>
        <p:spPr>
          <a:xfrm>
            <a:off x="1114560" y="1311605"/>
            <a:ext cx="399855" cy="193366"/>
          </a:xfrm>
          <a:custGeom>
            <a:avLst/>
            <a:gdLst/>
            <a:ahLst/>
            <a:cxnLst/>
            <a:rect l="l" t="t" r="r" b="b"/>
            <a:pathLst>
              <a:path w="399855" h="193366">
                <a:moveTo>
                  <a:pt x="270331" y="0"/>
                </a:moveTo>
                <a:lnTo>
                  <a:pt x="0" y="143020"/>
                </a:lnTo>
                <a:lnTo>
                  <a:pt x="129524" y="193366"/>
                </a:lnTo>
                <a:lnTo>
                  <a:pt x="399855" y="50346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19cea5bf 0002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29.591183225,&quot;endpoint_object_ids&quot;:[],&quot;endpoint_role_ids&quot;:[],&quot;kind&quot;:&quot;face&quot;,&quot;object_id&quot;:&quot;scene_object_model_scene_architecture_role_architecture_19cea5bf&quot;,&quot;repeat_count&quot;:1,&quot;source_digest&quot;:&quot;98b3c1da4972e25d5431c50c3401da71b069e4ba14dc07e9dd24164efd5d82fa&quot;}"/>
          <p:cNvSpPr/>
          <p:nvPr/>
        </p:nvSpPr>
        <p:spPr>
          <a:xfrm>
            <a:off x="1114560" y="1454625"/>
            <a:ext cx="129524" cy="303048"/>
          </a:xfrm>
          <a:custGeom>
            <a:avLst/>
            <a:gdLst/>
            <a:ahLst/>
            <a:cxnLst/>
            <a:rect l="l" t="t" r="r" b="b"/>
            <a:pathLst>
              <a:path w="129524" h="303048">
                <a:moveTo>
                  <a:pt x="0" y="252703"/>
                </a:moveTo>
                <a:lnTo>
                  <a:pt x="129524" y="303048"/>
                </a:lnTo>
                <a:lnTo>
                  <a:pt x="129524" y="50346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66f6de26 0003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06693815,&quot;endpoint_object_ids&quot;:[],&quot;endpoint_role_ids&quot;:[],&quot;kind&quot;:&quot;face&quot;,&quot;object_id&quot;:&quot;scene_object_model_scene_architecture_role_architecture_66f6de26&quot;,&quot;repeat_count&quot;:1,&quot;source_digest&quot;:&quot;98b3c1da4972e25d5431c50c3401da71b069e4ba14dc07e9dd24164efd5d82fa&quot;}"/>
          <p:cNvSpPr/>
          <p:nvPr/>
        </p:nvSpPr>
        <p:spPr>
          <a:xfrm>
            <a:off x="1975174" y="1115802"/>
            <a:ext cx="152953" cy="333623"/>
          </a:xfrm>
          <a:custGeom>
            <a:avLst/>
            <a:gdLst/>
            <a:ahLst/>
            <a:cxnLst/>
            <a:rect l="l" t="t" r="r" b="b"/>
            <a:pathLst>
              <a:path w="152953" h="333623">
                <a:moveTo>
                  <a:pt x="152953" y="252703"/>
                </a:moveTo>
                <a:lnTo>
                  <a:pt x="152953" y="0"/>
                </a:lnTo>
                <a:lnTo>
                  <a:pt x="0" y="80921"/>
                </a:lnTo>
                <a:lnTo>
                  <a:pt x="0" y="333623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66f6de26 0004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1.9143506,&quot;endpoint_object_ids&quot;:[],&quot;endpoint_role_ids&quot;:[],&quot;kind&quot;:&quot;face&quot;,&quot;object_id&quot;:&quot;scene_object_model_scene_architecture_role_architecture_66f6de26&quot;,&quot;repeat_count&quot;:1,&quot;source_digest&quot;:&quot;98b3c1da4972e25d5431c50c3401da71b069e4ba14dc07e9dd24164efd5d82fa&quot;}"/>
          <p:cNvSpPr/>
          <p:nvPr/>
        </p:nvSpPr>
        <p:spPr>
          <a:xfrm>
            <a:off x="1845650" y="1065457"/>
            <a:ext cx="282477" cy="131266"/>
          </a:xfrm>
          <a:custGeom>
            <a:avLst/>
            <a:gdLst/>
            <a:ahLst/>
            <a:cxnLst/>
            <a:rect l="l" t="t" r="r" b="b"/>
            <a:pathLst>
              <a:path w="282477" h="131266">
                <a:moveTo>
                  <a:pt x="152953" y="0"/>
                </a:moveTo>
                <a:lnTo>
                  <a:pt x="0" y="80920"/>
                </a:lnTo>
                <a:lnTo>
                  <a:pt x="129524" y="131266"/>
                </a:lnTo>
                <a:lnTo>
                  <a:pt x="282477" y="5034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66f6de26 0005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1.87237845,&quot;endpoint_object_ids&quot;:[],&quot;endpoint_role_ids&quot;:[],&quot;kind&quot;:&quot;face&quot;,&quot;object_id&quot;:&quot;scene_object_model_scene_architecture_role_architecture_66f6de26&quot;,&quot;repeat_count&quot;:1,&quot;source_digest&quot;:&quot;98b3c1da4972e25d5431c50c3401da71b069e4ba14dc07e9dd24164efd5d82fa&quot;}"/>
          <p:cNvSpPr/>
          <p:nvPr/>
        </p:nvSpPr>
        <p:spPr>
          <a:xfrm>
            <a:off x="1845650" y="1146377"/>
            <a:ext cx="129524" cy="303048"/>
          </a:xfrm>
          <a:custGeom>
            <a:avLst/>
            <a:gdLst/>
            <a:ahLst/>
            <a:cxnLst/>
            <a:rect l="l" t="t" r="r" b="b"/>
            <a:pathLst>
              <a:path w="129524" h="303048">
                <a:moveTo>
                  <a:pt x="0" y="252703"/>
                </a:moveTo>
                <a:lnTo>
                  <a:pt x="129524" y="303048"/>
                </a:lnTo>
                <a:lnTo>
                  <a:pt x="129524" y="50346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20b80f52 0006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8.915710750000002,&quot;endpoint_object_ids&quot;:[],&quot;endpoint_role_ids&quot;:[],&quot;kind&quot;:&quot;face&quot;,&quot;object_id&quot;:&quot;scene_object_model_scene_architecture_role_architecture_20b80f52&quot;,&quot;repeat_count&quot;:4,&quot;source_digest&quot;:&quot;98b3c1da4972e25d5431c50c3401da71b069e4ba14dc07e9dd24164efd5d82fa&quot;}"/>
          <p:cNvSpPr/>
          <p:nvPr/>
        </p:nvSpPr>
        <p:spPr>
          <a:xfrm>
            <a:off x="2559129" y="2436432"/>
            <a:ext cx="628213" cy="299895"/>
          </a:xfrm>
          <a:custGeom>
            <a:avLst/>
            <a:gdLst/>
            <a:ahLst/>
            <a:cxnLst/>
            <a:rect l="l" t="t" r="r" b="b"/>
            <a:pathLst>
              <a:path w="628213" h="299895">
                <a:moveTo>
                  <a:pt x="396920" y="0"/>
                </a:moveTo>
                <a:lnTo>
                  <a:pt x="0" y="209993"/>
                </a:lnTo>
                <a:lnTo>
                  <a:pt x="231293" y="299895"/>
                </a:lnTo>
                <a:lnTo>
                  <a:pt x="628213" y="89902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20b80f52 0007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8.8165842,&quot;endpoint_object_ids&quot;:[],&quot;endpoint_role_ids&quot;:[],&quot;kind&quot;:&quot;face&quot;,&quot;object_id&quot;:&quot;scene_object_model_scene_architecture_role_architecture_20b80f52&quot;,&quot;repeat_count&quot;:4,&quot;source_digest&quot;:&quot;98b3c1da4972e25d5431c50c3401da71b069e4ba14dc07e9dd24164efd5d82fa&quot;}"/>
          <p:cNvSpPr/>
          <p:nvPr/>
        </p:nvSpPr>
        <p:spPr>
          <a:xfrm>
            <a:off x="2790422" y="2526334"/>
            <a:ext cx="396920" cy="462696"/>
          </a:xfrm>
          <a:custGeom>
            <a:avLst/>
            <a:gdLst/>
            <a:ahLst/>
            <a:cxnLst/>
            <a:rect l="l" t="t" r="r" b="b"/>
            <a:pathLst>
              <a:path w="396920" h="462696">
                <a:moveTo>
                  <a:pt x="396920" y="252703"/>
                </a:moveTo>
                <a:lnTo>
                  <a:pt x="396920" y="0"/>
                </a:lnTo>
                <a:lnTo>
                  <a:pt x="0" y="209993"/>
                </a:lnTo>
                <a:lnTo>
                  <a:pt x="0" y="462696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20b80f52 0008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8.05240645,&quot;endpoint_object_ids&quot;:[],&quot;endpoint_role_ids&quot;:[],&quot;kind&quot;:&quot;face&quot;,&quot;object_id&quot;:&quot;scene_object_model_scene_architecture_role_architecture_20b80f52&quot;,&quot;repeat_count&quot;:4,&quot;source_digest&quot;:&quot;98b3c1da4972e25d5431c50c3401da71b069e4ba14dc07e9dd24164efd5d82fa&quot;}"/>
          <p:cNvSpPr/>
          <p:nvPr/>
        </p:nvSpPr>
        <p:spPr>
          <a:xfrm>
            <a:off x="2559129" y="2646425"/>
            <a:ext cx="231293" cy="342605"/>
          </a:xfrm>
          <a:custGeom>
            <a:avLst/>
            <a:gdLst/>
            <a:ahLst/>
            <a:cxnLst/>
            <a:rect l="l" t="t" r="r" b="b"/>
            <a:pathLst>
              <a:path w="231293" h="342605">
                <a:moveTo>
                  <a:pt x="0" y="252703"/>
                </a:moveTo>
                <a:lnTo>
                  <a:pt x="231293" y="342605"/>
                </a:lnTo>
                <a:lnTo>
                  <a:pt x="231293" y="89902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65c0cf54 0009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4.0819233,&quot;endpoint_object_ids&quot;:[],&quot;endpoint_role_ids&quot;:[],&quot;kind&quot;:&quot;face&quot;,&quot;object_id&quot;:&quot;scene_object_model_scene_architecture_role_architecture_65c0cf54&quot;,&quot;repeat_count&quot;:1,&quot;source_digest&quot;:&quot;98b3c1da4972e25d5431c50c3401da71b069e4ba14dc07e9dd24164efd5d82fa&quot;}"/>
          <p:cNvSpPr/>
          <p:nvPr/>
        </p:nvSpPr>
        <p:spPr>
          <a:xfrm>
            <a:off x="3876452" y="2581526"/>
            <a:ext cx="499790" cy="232209"/>
          </a:xfrm>
          <a:custGeom>
            <a:avLst/>
            <a:gdLst/>
            <a:ahLst/>
            <a:cxnLst/>
            <a:rect l="l" t="t" r="r" b="b"/>
            <a:pathLst>
              <a:path w="499790" h="232209">
                <a:moveTo>
                  <a:pt x="270331" y="0"/>
                </a:moveTo>
                <a:lnTo>
                  <a:pt x="0" y="143020"/>
                </a:lnTo>
                <a:lnTo>
                  <a:pt x="229459" y="232209"/>
                </a:lnTo>
                <a:lnTo>
                  <a:pt x="499790" y="89189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65c0cf54 001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3.88218435,&quot;endpoint_object_ids&quot;:[],&quot;endpoint_role_ids&quot;:[],&quot;kind&quot;:&quot;face&quot;,&quot;object_id&quot;:&quot;scene_object_model_scene_architecture_role_architecture_65c0cf54&quot;,&quot;repeat_count&quot;:1,&quot;source_digest&quot;:&quot;98b3c1da4972e25d5431c50c3401da71b069e4ba14dc07e9dd24164efd5d82fa&quot;}"/>
          <p:cNvSpPr/>
          <p:nvPr/>
        </p:nvSpPr>
        <p:spPr>
          <a:xfrm>
            <a:off x="4105911" y="2670715"/>
            <a:ext cx="270331" cy="339540"/>
          </a:xfrm>
          <a:custGeom>
            <a:avLst/>
            <a:gdLst/>
            <a:ahLst/>
            <a:cxnLst/>
            <a:rect l="l" t="t" r="r" b="b"/>
            <a:pathLst>
              <a:path w="270331" h="339540">
                <a:moveTo>
                  <a:pt x="270331" y="196520"/>
                </a:moveTo>
                <a:lnTo>
                  <a:pt x="270331" y="0"/>
                </a:lnTo>
                <a:lnTo>
                  <a:pt x="0" y="143020"/>
                </a:lnTo>
                <a:lnTo>
                  <a:pt x="0" y="33954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65c0cf54 0011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3.53964055,&quot;endpoint_object_ids&quot;:[],&quot;endpoint_role_ids&quot;:[],&quot;kind&quot;:&quot;face&quot;,&quot;object_id&quot;:&quot;scene_object_model_scene_architecture_role_architecture_65c0cf54&quot;,&quot;repeat_count&quot;:1,&quot;source_digest&quot;:&quot;98b3c1da4972e25d5431c50c3401da71b069e4ba14dc07e9dd24164efd5d82fa&quot;}"/>
          <p:cNvSpPr/>
          <p:nvPr/>
        </p:nvSpPr>
        <p:spPr>
          <a:xfrm>
            <a:off x="3876452" y="2724546"/>
            <a:ext cx="229459" cy="285709"/>
          </a:xfrm>
          <a:custGeom>
            <a:avLst/>
            <a:gdLst/>
            <a:ahLst/>
            <a:cxnLst/>
            <a:rect l="l" t="t" r="r" b="b"/>
            <a:pathLst>
              <a:path w="229459" h="285709">
                <a:moveTo>
                  <a:pt x="0" y="196520"/>
                </a:moveTo>
                <a:lnTo>
                  <a:pt x="229459" y="285709"/>
                </a:lnTo>
                <a:lnTo>
                  <a:pt x="229459" y="89189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bfaed95c 0012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1.130722275,&quot;endpoint_object_ids&quot;:[],&quot;endpoint_role_ids&quot;:[],&quot;kind&quot;:&quot;face&quot;,&quot;object_id&quot;:&quot;scene_object_model_scene_architecture_role_architecture_bfaed95c&quot;,&quot;repeat_count&quot;:1,&quot;source_digest&quot;:&quot;98b3c1da4972e25d5431c50c3401da71b069e4ba14dc07e9dd24164efd5d82fa&quot;}"/>
          <p:cNvSpPr/>
          <p:nvPr/>
        </p:nvSpPr>
        <p:spPr>
          <a:xfrm>
            <a:off x="5095109" y="2858820"/>
            <a:ext cx="270331" cy="395723"/>
          </a:xfrm>
          <a:custGeom>
            <a:avLst/>
            <a:gdLst/>
            <a:ahLst/>
            <a:cxnLst/>
            <a:rect l="l" t="t" r="r" b="b"/>
            <a:pathLst>
              <a:path w="270331" h="395723">
                <a:moveTo>
                  <a:pt x="270331" y="252703"/>
                </a:moveTo>
                <a:lnTo>
                  <a:pt x="270331" y="0"/>
                </a:lnTo>
                <a:lnTo>
                  <a:pt x="0" y="143020"/>
                </a:lnTo>
                <a:lnTo>
                  <a:pt x="0" y="395723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bfaed95c 0013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0.9781347,&quot;endpoint_object_ids&quot;:[],&quot;endpoint_role_ids&quot;:[],&quot;kind&quot;:&quot;face&quot;,&quot;object_id&quot;:&quot;scene_object_model_scene_architecture_role_architecture_bfaed95c&quot;,&quot;repeat_count&quot;:1,&quot;source_digest&quot;:&quot;98b3c1da4972e25d5431c50c3401da71b069e4ba14dc07e9dd24164efd5d82fa&quot;}"/>
          <p:cNvSpPr/>
          <p:nvPr/>
        </p:nvSpPr>
        <p:spPr>
          <a:xfrm>
            <a:off x="4965585" y="2808475"/>
            <a:ext cx="399855" cy="193365"/>
          </a:xfrm>
          <a:custGeom>
            <a:avLst/>
            <a:gdLst/>
            <a:ahLst/>
            <a:cxnLst/>
            <a:rect l="l" t="t" r="r" b="b"/>
            <a:pathLst>
              <a:path w="399855" h="193365">
                <a:moveTo>
                  <a:pt x="270331" y="0"/>
                </a:moveTo>
                <a:lnTo>
                  <a:pt x="0" y="143020"/>
                </a:lnTo>
                <a:lnTo>
                  <a:pt x="129524" y="193365"/>
                </a:lnTo>
                <a:lnTo>
                  <a:pt x="399855" y="5034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bfaed95c 0014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0.5410007,&quot;endpoint_object_ids&quot;:[],&quot;endpoint_role_ids&quot;:[],&quot;kind&quot;:&quot;face&quot;,&quot;object_id&quot;:&quot;scene_object_model_scene_architecture_role_architecture_bfaed95c&quot;,&quot;repeat_count&quot;:1,&quot;source_digest&quot;:&quot;98b3c1da4972e25d5431c50c3401da71b069e4ba14dc07e9dd24164efd5d82fa&quot;}"/>
          <p:cNvSpPr/>
          <p:nvPr/>
        </p:nvSpPr>
        <p:spPr>
          <a:xfrm>
            <a:off x="4965585" y="2951495"/>
            <a:ext cx="129524" cy="303048"/>
          </a:xfrm>
          <a:custGeom>
            <a:avLst/>
            <a:gdLst/>
            <a:ahLst/>
            <a:cxnLst/>
            <a:rect l="l" t="t" r="r" b="b"/>
            <a:pathLst>
              <a:path w="129524" h="303048">
                <a:moveTo>
                  <a:pt x="0" y="252703"/>
                </a:moveTo>
                <a:lnTo>
                  <a:pt x="129524" y="303048"/>
                </a:lnTo>
                <a:lnTo>
                  <a:pt x="129524" y="50345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1.090989800000003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 flipV="1">
            <a:off x="1514414" y="1361950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0.938402250000003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 flipH="1" flipV="1">
            <a:off x="1384890" y="1311605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0.653855800000002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 flipH="1">
            <a:off x="1244083" y="1614653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0.348680700000003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 flipH="1">
            <a:off x="1114560" y="1311605"/>
            <a:ext cx="270330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0.064134199999998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>
            <a:off x="1114560" y="1707328"/>
            <a:ext cx="129523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29.91154665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 flipV="1">
            <a:off x="1114560" y="1454625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29.7079538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 flipH="1">
            <a:off x="1244083" y="1361950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29.270819799999998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 flipV="1">
            <a:off x="1244083" y="1504970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29.11823225,&quot;endpoint_object_ids&quot;:[],&quot;endpoint_role_ids&quot;:[],&quot;kind&quot;:&quot;edge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 flipH="1" flipV="1">
            <a:off x="1114560" y="1454625"/>
            <a:ext cx="129523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model_scene_architecture_route_architectur_e0b18bdc 000" descr="{&quot;architecture_direction&quot;:&quot;source-to-target&quot;,&quot;architecture_evidence_digest&quot;:&quot;b30487748ccffa2b977379e6c24c62a0b72695aca92bd29200e830fffd54ef7d&quot;,&quot;architecture_role&quot;:&quot;arrow&quot;,&quot;architecture_role_graph_digest&quot;:&quot;906ed1c843abba6cc4a51d703b37b28d0c55f5c23b6ff7d824182c2accc231f4&quot;,&quot;architecture_role_graph_edge_id&quot;:&quot;architecture_role_flow_architecture_role_input_0_module_token_emb_7c02d113&quot;,&quot;architecture_role_id&quot;:null,&quot;architecture_route_id&quot;:null,&quot;architecture_route_role&quot;:&quot;arrow&quot;,&quot;depth&quot;:26.9514078125,&quot;endpoint_object_ids&quot;:[&quot;scene_object_model_scene_architecture_role_architecture_19cea5bf&quot;,&quot;scene_object_model_scene_architecture_role_architecture_66f6de26&quot;],&quot;endpoint_role_ids&quot;:[&quot;architecture_role_input_0_module_token_embedding_6c4877e2_no_f9cf0520&quot;,&quot;architecture_role_router_1_module_router_router_logits_f60d1_aa199a8c&quot;],&quot;kind&quot;:&quot;arrow&quot;,&quot;object_id&quot;:&quot;scene_object_model_scene_architecture_route_architectur_e0b18bdc&quot;,&quot;repeat_count&quot;:1,&quot;source_digest&quot;:&quot;98b3c1da4972e25d5431c50c3401da71b069e4ba14dc07e9dd24164efd5d82fa&quot;}"/>
          <p:cNvCxnSpPr/>
          <p:nvPr/>
        </p:nvCxnSpPr>
        <p:spPr>
          <a:xfrm flipV="1">
            <a:off x="1377525" y="1318078"/>
            <a:ext cx="462275" cy="19057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arrow scene_object_model_scene_architecture_route_architectur_18b8b59a 000" descr="{&quot;architecture_direction&quot;:&quot;source-to-target&quot;,&quot;architecture_evidence_digest&quot;:&quot;b30487748ccffa2b977379e6c24c62a0b72695aca92bd29200e830fffd54ef7d&quot;,&quot;architecture_role&quot;:&quot;arrow&quot;,&quot;architecture_role_graph_digest&quot;:&quot;906ed1c843abba6cc4a51d703b37b28d0c55f5c23b6ff7d824182c2accc231f4&quot;,&quot;architecture_role_graph_edge_id&quot;:&quot;architecture_role_flow_architecture_role_input_0_module_token_emb_809c36fc&quot;,&quot;architecture_role_id&quot;:null,&quot;architecture_route_id&quot;:null,&quot;architecture_route_role&quot;:&quot;arrow&quot;,&quot;depth&quot;:25.29223395,&quot;endpoint_object_ids&quot;:[&quot;scene_object_model_scene_architecture_role_architecture_19cea5bf&quot;,&quot;scene_object_model_scene_architecture_role_architecture_20b80f52&quot;],&quot;endpoint_role_ids&quot;:[&quot;architecture_role_input_0_module_token_embedding_6c4877e2_no_f9cf0520&quot;,&quot;architecture_role_experts_2_module_experts_1_feed_forward_2__34831498&quot;],&quot;kind&quot;:&quot;arrow&quot;,&quot;object_id&quot;:&quot;scene_object_model_scene_architecture_route_architectur_18b8b59a&quot;,&quot;repeat_count&quot;:1,&quot;source_digest&quot;:&quot;98b3c1da4972e25d5431c50c3401da71b069e4ba14dc07e9dd24164efd5d82fa&quot;}"/>
          <p:cNvCxnSpPr/>
          <p:nvPr/>
        </p:nvCxnSpPr>
        <p:spPr>
          <a:xfrm>
            <a:off x="1411909" y="1608270"/>
            <a:ext cx="1266483" cy="95719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5818613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 flipV="1">
            <a:off x="2128126" y="1115802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53988915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 flipH="1">
            <a:off x="1975174" y="1368505"/>
            <a:ext cx="152952" cy="80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arrow scene_object_model_scene_architecture_route_architectur_3b27fa76 000" descr="{&quot;architecture_direction&quot;:&quot;source-to-target&quot;,&quot;architecture_evidence_digest&quot;:&quot;b30487748ccffa2b977379e6c24c62a0b72695aca92bd29200e830fffd54ef7d&quot;,&quot;architecture_role&quot;:&quot;arrow&quot;,&quot;architecture_role_graph_digest&quot;:&quot;906ed1c843abba6cc4a51d703b37b28d0c55f5c23b6ff7d824182c2accc231f4&quot;,&quot;architecture_role_graph_edge_id&quot;:&quot;architecture_role_flow_architecture_role_input_0_module_token_emb_9db7fdd6&quot;,&quot;architecture_role_id&quot;:null,&quot;architecture_route_id&quot;:null,&quot;architecture_route_role&quot;:&quot;arrow&quot;,&quot;depth&quot;:22.977107559375,&quot;endpoint_object_ids&quot;:[&quot;scene_object_model_scene_architecture_role_architecture_19cea5bf&quot;,&quot;scene_object_model_scene_architecture_role_architecture_65c0cf54&quot;],&quot;endpoint_role_ids&quot;:[&quot;architecture_role_input_0_module_token_embedding_6c4877e2_no_f9cf0520&quot;,&quot;architecture_role_weighted_combine_3_node_fx_stack_25_5817cd_17e77f83&quot;],&quot;kind&quot;:&quot;arrow&quot;,&quot;object_id&quot;:&quot;scene_object_model_scene_architecture_route_architectur_3b27fa76&quot;,&quot;repeat_count&quot;:1,&quot;source_digest&quot;:&quot;98b3c1da4972e25d5431c50c3401da71b069e4ba14dc07e9dd24164efd5d82fa&quot;}"/>
          <p:cNvCxnSpPr/>
          <p:nvPr/>
        </p:nvCxnSpPr>
        <p:spPr>
          <a:xfrm>
            <a:off x="1402358" y="1574053"/>
            <a:ext cx="2460377" cy="1103595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42927375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 flipH="1" flipV="1">
            <a:off x="1998602" y="1065457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34532945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>
            <a:off x="1845650" y="1399080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23471405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 flipH="1">
            <a:off x="1845650" y="1065457"/>
            <a:ext cx="152952" cy="80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1927419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 flipV="1">
            <a:off x="1845650" y="1146377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1.59398715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 flipH="1">
            <a:off x="1975174" y="1115802"/>
            <a:ext cx="152952" cy="80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1.552014999999997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 flipV="1">
            <a:off x="1975174" y="1196722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1.399427449999997,&quot;endpoint_object_ids&quot;:[],&quot;endpoint_role_ids&quot;:[],&quot;kind&quot;:&quot;edge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 flipH="1" flipV="1">
            <a:off x="1845650" y="1146377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polyline scene_object_model_scene_architecture_route_architectur_34babf72 000" descr="{&quot;architecture_direction&quot;:&quot;source-to-target&quot;,&quot;architecture_evidence_digest&quot;:&quot;b30487748ccffa2b977379e6c24c62a0b72695aca92bd29200e830fffd54ef7d&quot;,&quot;architecture_role&quot;:&quot;expert-branch&quot;,&quot;architecture_role_graph_digest&quot;:&quot;906ed1c843abba6cc4a51d703b37b28d0c55f5c23b6ff7d824182c2accc231f4&quot;,&quot;architecture_role_graph_edge_id&quot;:&quot;architecture_route_expert_branch_architecture_role_router_1_m_72a53348&quot;,&quot;architecture_role_id&quot;:null,&quot;architecture_route_id&quot;:&quot;architecture_route_expert_branch_architecture_role_router_1_m_72a53348&quot;,&quot;architecture_route_role&quot;:&quot;expert-branch&quot;,&quot;depth&quot;:21.820140331250002,&quot;endpoint_object_ids&quot;:[&quot;scene_object_model_scene_architecture_role_architecture_66f6de26&quot;,&quot;scene_object_model_scene_architecture_role_architecture_20b80f52&quot;],&quot;endpoint_role_ids&quot;:[&quot;architecture_role_router_1_module_router_router_logits_f60d1_aa199a8c&quot;,&quot;architecture_role_experts_2_module_experts_1_feed_forward_2__34831498&quot;],&quot;kind&quot;:&quot;polyline&quot;,&quot;object_id&quot;:&quot;scene_object_model_scene_architecture_route_architectur_34babf72&quot;,&quot;repeat_count&quot;:1,&quot;source_digest&quot;:&quot;98b3c1da4972e25d5431c50c3401da71b069e4ba14dc07e9dd24164efd5d82fa&quot;}"/>
          <p:cNvCxnSpPr/>
          <p:nvPr/>
        </p:nvCxnSpPr>
        <p:spPr>
          <a:xfrm>
            <a:off x="2018433" y="1420318"/>
            <a:ext cx="220812" cy="114014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arrow scene_object_model_scene_architecture_route_architectur_34babf72 000" descr="{&quot;architecture_direction&quot;:&quot;source-to-target&quot;,&quot;architecture_evidence_digest&quot;:&quot;b30487748ccffa2b977379e6c24c62a0b72695aca92bd29200e830fffd54ef7d&quot;,&quot;architecture_role&quot;:&quot;expert-branch&quot;,&quot;architecture_role_graph_digest&quot;:&quot;906ed1c843abba6cc4a51d703b37b28d0c55f5c23b6ff7d824182c2accc231f4&quot;,&quot;architecture_role_graph_edge_id&quot;:&quot;architecture_route_expert_branch_architecture_role_router_1_m_72a53348&quot;,&quot;architecture_role_id&quot;:null,&quot;architecture_route_id&quot;:&quot;architecture_route_expert_branch_architecture_role_router_1_m_72a53348&quot;,&quot;architecture_route_role&quot;:&quot;expert-branch&quot;,&quot;depth&quot;:20.881426625000003,&quot;endpoint_object_ids&quot;:[&quot;scene_object_model_scene_architecture_role_architecture_66f6de26&quot;,&quot;scene_object_model_scene_architecture_role_architecture_20b80f52&quot;],&quot;endpoint_role_ids&quot;:[&quot;architecture_role_router_1_module_router_router_logits_f60d1_aa199a8c&quot;,&quot;architecture_role_experts_2_module_experts_1_feed_forward_2__34831498&quot;],&quot;kind&quot;:&quot;arrow&quot;,&quot;object_id&quot;:&quot;scene_object_model_scene_architecture_route_architectur_34babf72&quot;,&quot;repeat_count&quot;:1,&quot;source_digest&quot;:&quot;98b3c1da4972e25d5431c50c3401da71b069e4ba14dc07e9dd24164efd5d82fa&quot;}"/>
          <p:cNvCxnSpPr/>
          <p:nvPr/>
        </p:nvCxnSpPr>
        <p:spPr>
          <a:xfrm>
            <a:off x="2239245" y="2560459"/>
            <a:ext cx="316995" cy="7613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polyline scene_object_model_scene_architecture_route_architectur_9e98245d 000" descr="{&quot;architecture_direction&quot;:&quot;source-to-target&quot;,&quot;architecture_evidence_digest&quot;:&quot;b30487748ccffa2b977379e6c24c62a0b72695aca92bd29200e830fffd54ef7d&quot;,&quot;architecture_role&quot;:&quot;expert-branch&quot;,&quot;architecture_role_graph_digest&quot;:&quot;906ed1c843abba6cc4a51d703b37b28d0c55f5c23b6ff7d824182c2accc231f4&quot;,&quot;architecture_role_graph_edge_id&quot;:&quot;architecture_route_expert_branch_architecture_role_router_1_m_cca11f79&quot;,&quot;architecture_role_id&quot;:null,&quot;architecture_route_id&quot;:&quot;architecture_route_expert_branch_architecture_role_router_1_m_cca11f79&quot;,&quot;architecture_route_role&quot;:&quot;expert-branch&quot;,&quot;depth&quot;:21.48493865,&quot;endpoint_object_ids&quot;:[&quot;scene_object_model_scene_architecture_role_architecture_66f6de26&quot;,&quot;scene_object_model_scene_architecture_role_architecture_20b80f52&quot;],&quot;endpoint_role_ids&quot;:[&quot;architecture_role_router_1_module_router_router_logits_f60d1_aa199a8c&quot;,&quot;architecture_role_experts_2_module_experts_1_feed_forward_2__34831498&quot;],&quot;kind&quot;:&quot;polyline&quot;,&quot;object_id&quot;:&quot;scene_object_model_scene_architecture_route_architectur_9e98245d&quot;,&quot;repeat_count&quot;:1,&quot;source_digest&quot;:&quot;98b3c1da4972e25d5431c50c3401da71b069e4ba14dc07e9dd24164efd5d82fa&quot;}"/>
          <p:cNvCxnSpPr/>
          <p:nvPr/>
        </p:nvCxnSpPr>
        <p:spPr>
          <a:xfrm>
            <a:off x="2018433" y="1400418"/>
            <a:ext cx="220812" cy="10008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arrow scene_object_model_scene_architecture_route_architectur_9e98245d 000" descr="{&quot;architecture_direction&quot;:&quot;source-to-target&quot;,&quot;architecture_evidence_digest&quot;:&quot;b30487748ccffa2b977379e6c24c62a0b72695aca92bd29200e830fffd54ef7d&quot;,&quot;architecture_role&quot;:&quot;expert-branch&quot;,&quot;architecture_role_graph_digest&quot;:&quot;906ed1c843abba6cc4a51d703b37b28d0c55f5c23b6ff7d824182c2accc231f4&quot;,&quot;architecture_role_graph_edge_id&quot;:&quot;architecture_route_expert_branch_architecture_role_router_1_m_cca11f79&quot;,&quot;architecture_role_id&quot;:null,&quot;architecture_route_id&quot;:&quot;architecture_route_expert_branch_architecture_role_router_1_m_cca11f79&quot;,&quot;architecture_route_role&quot;:&quot;expert-branch&quot;,&quot;depth&quot;:20.3473386125,&quot;endpoint_object_ids&quot;:[&quot;scene_object_model_scene_architecture_role_architecture_66f6de26&quot;,&quot;scene_object_model_scene_architecture_role_architecture_20b80f52&quot;],&quot;endpoint_role_ids&quot;:[&quot;architecture_role_router_1_module_router_router_logits_f60d1_aa199a8c&quot;,&quot;architecture_role_experts_2_module_experts_1_feed_forward_2__34831498&quot;],&quot;kind&quot;:&quot;arrow&quot;,&quot;object_id&quot;:&quot;scene_object_model_scene_architecture_route_architectur_9e98245d&quot;,&quot;repeat_count&quot;:1,&quot;source_digest&quot;:&quot;98b3c1da4972e25d5431c50c3401da71b069e4ba14dc07e9dd24164efd5d82fa&quot;}"/>
          <p:cNvCxnSpPr/>
          <p:nvPr/>
        </p:nvCxnSpPr>
        <p:spPr>
          <a:xfrm>
            <a:off x="2239245" y="2401257"/>
            <a:ext cx="396244" cy="19467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polyline scene_object_model_scene_architecture_route_architectur_b164771f 000" descr="{&quot;architecture_direction&quot;:&quot;source-to-target&quot;,&quot;architecture_evidence_digest&quot;:&quot;b30487748ccffa2b977379e6c24c62a0b72695aca92bd29200e830fffd54ef7d&quot;,&quot;architecture_role&quot;:&quot;expert-branch&quot;,&quot;architecture_role_graph_digest&quot;:&quot;906ed1c843abba6cc4a51d703b37b28d0c55f5c23b6ff7d824182c2accc231f4&quot;,&quot;architecture_role_graph_edge_id&quot;:&quot;architecture_route_expert_branch_architecture_role_router_1_m_4759a9a1&quot;,&quot;architecture_role_id&quot;:null,&quot;architecture_route_id&quot;:&quot;architecture_route_expert_branch_architecture_role_router_1_m_4759a9a1&quot;,&quot;architecture_route_role&quot;:&quot;expert-branch&quot;,&quot;depth&quot;:21.149736968750002,&quot;endpoint_object_ids&quot;:[&quot;scene_object_model_scene_architecture_role_architecture_66f6de26&quot;,&quot;scene_object_model_scene_architecture_role_architecture_20b80f52&quot;],&quot;endpoint_role_ids&quot;:[&quot;architecture_role_router_1_module_router_router_logits_f60d1_aa199a8c&quot;,&quot;architecture_role_experts_2_module_experts_1_feed_forward_2__34831498&quot;],&quot;kind&quot;:&quot;polyline&quot;,&quot;object_id&quot;:&quot;scene_object_model_scene_architecture_route_architectur_b164771f&quot;,&quot;repeat_count&quot;:1,&quot;source_digest&quot;:&quot;98b3c1da4972e25d5431c50c3401da71b069e4ba14dc07e9dd24164efd5d82fa&quot;}"/>
          <p:cNvCxnSpPr/>
          <p:nvPr/>
        </p:nvCxnSpPr>
        <p:spPr>
          <a:xfrm>
            <a:off x="2018433" y="1380518"/>
            <a:ext cx="220812" cy="8615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arrow scene_object_model_scene_architecture_route_architectur_b164771f 000" descr="{&quot;architecture_direction&quot;:&quot;source-to-target&quot;,&quot;architecture_evidence_digest&quot;:&quot;b30487748ccffa2b977379e6c24c62a0b72695aca92bd29200e830fffd54ef7d&quot;,&quot;architecture_role&quot;:&quot;expert-branch&quot;,&quot;architecture_role_graph_digest&quot;:&quot;906ed1c843abba6cc4a51d703b37b28d0c55f5c23b6ff7d824182c2accc231f4&quot;,&quot;architecture_role_graph_edge_id&quot;:&quot;architecture_route_expert_branch_architecture_role_router_1_m_4759a9a1&quot;,&quot;architecture_role_id&quot;:null,&quot;architecture_route_id&quot;:&quot;architecture_route_expert_branch_architecture_role_router_1_m_4759a9a1&quot;,&quot;architecture_route_role&quot;:&quot;expert-branch&quot;,&quot;depth&quot;:19.912693765625,&quot;endpoint_object_ids&quot;:[&quot;scene_object_model_scene_architecture_role_architecture_66f6de26&quot;,&quot;scene_object_model_scene_architecture_role_architecture_20b80f52&quot;],&quot;endpoint_role_ids&quot;:[&quot;architecture_role_router_1_module_router_router_logits_f60d1_aa199a8c&quot;,&quot;architecture_role_experts_2_module_experts_1_feed_forward_2__34831498&quot;],&quot;kind&quot;:&quot;arrow&quot;,&quot;object_id&quot;:&quot;scene_object_model_scene_architecture_route_architectur_b164771f&quot;,&quot;repeat_count&quot;:1,&quot;source_digest&quot;:&quot;98b3c1da4972e25d5431c50c3401da71b069e4ba14dc07e9dd24164efd5d82fa&quot;}"/>
          <p:cNvCxnSpPr/>
          <p:nvPr/>
        </p:nvCxnSpPr>
        <p:spPr>
          <a:xfrm>
            <a:off x="2239245" y="2242056"/>
            <a:ext cx="435868" cy="32358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polyline scene_object_model_scene_architecture_route_architectur_0e0c4af7 000" descr="{&quot;architecture_direction&quot;:&quot;source-to-target&quot;,&quot;architecture_evidence_digest&quot;:&quot;b30487748ccffa2b977379e6c24c62a0b72695aca92bd29200e830fffd54ef7d&quot;,&quot;architecture_role&quot;:&quot;expert-branch&quot;,&quot;architecture_role_graph_digest&quot;:&quot;906ed1c843abba6cc4a51d703b37b28d0c55f5c23b6ff7d824182c2accc231f4&quot;,&quot;architecture_role_graph_edge_id&quot;:&quot;architecture_route_expert_branch_architecture_role_router_1_m_07ca7f1a&quot;,&quot;architecture_role_id&quot;:null,&quot;architecture_route_id&quot;:&quot;architecture_route_expert_branch_architecture_role_router_1_m_07ca7f1a&quot;,&quot;architecture_route_role&quot;:&quot;expert-branch&quot;,&quot;depth&quot;:20.8145352875,&quot;endpoint_object_ids&quot;:[&quot;scene_object_model_scene_architecture_role_architecture_66f6de26&quot;,&quot;scene_object_model_scene_architecture_role_architecture_20b80f52&quot;],&quot;endpoint_role_ids&quot;:[&quot;architecture_role_router_1_module_router_router_logits_f60d1_aa199a8c&quot;,&quot;architecture_role_experts_2_module_experts_1_feed_forward_2__34831498&quot;],&quot;kind&quot;:&quot;polyline&quot;,&quot;object_id&quot;:&quot;scene_object_model_scene_architecture_route_architectur_0e0c4af7&quot;,&quot;repeat_count&quot;:1,&quot;source_digest&quot;:&quot;98b3c1da4972e25d5431c50c3401da71b069e4ba14dc07e9dd24164efd5d82fa&quot;}"/>
          <p:cNvCxnSpPr/>
          <p:nvPr/>
        </p:nvCxnSpPr>
        <p:spPr>
          <a:xfrm>
            <a:off x="2018433" y="1360617"/>
            <a:ext cx="220812" cy="7222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arrow scene_object_model_scene_architecture_route_architectur_0e0c4af7 000" descr="{&quot;architecture_direction&quot;:&quot;source-to-target&quot;,&quot;architecture_evidence_digest&quot;:&quot;b30487748ccffa2b977379e6c24c62a0b72695aca92bd29200e830fffd54ef7d&quot;,&quot;architecture_role&quot;:&quot;expert-branch&quot;,&quot;architecture_role_graph_digest&quot;:&quot;906ed1c843abba6cc4a51d703b37b28d0c55f5c23b6ff7d824182c2accc231f4&quot;,&quot;architecture_role_graph_edge_id&quot;:&quot;architecture_route_expert_branch_architecture_role_router_1_m_07ca7f1a&quot;,&quot;architecture_role_id&quot;:null,&quot;architecture_route_id&quot;:&quot;architecture_route_expert_branch_architecture_role_router_1_m_07ca7f1a&quot;,&quot;architecture_route_role&quot;:&quot;expert-branch&quot;,&quot;depth&quot;:19.515293550000003,&quot;endpoint_object_ids&quot;:[&quot;scene_object_model_scene_architecture_role_architecture_66f6de26&quot;,&quot;scene_object_model_scene_architecture_role_architecture_20b80f52&quot;],&quot;endpoint_role_ids&quot;:[&quot;architecture_role_router_1_module_router_router_logits_f60d1_aa199a8c&quot;,&quot;architecture_role_experts_2_module_experts_1_feed_forward_2__34831498&quot;],&quot;kind&quot;:&quot;arrow&quot;,&quot;object_id&quot;:&quot;scene_object_model_scene_architecture_route_architectur_0e0c4af7&quot;,&quot;repeat_count&quot;:1,&quot;source_digest&quot;:&quot;98b3c1da4972e25d5431c50c3401da71b069e4ba14dc07e9dd24164efd5d82fa&quot;}"/>
          <p:cNvCxnSpPr/>
          <p:nvPr/>
        </p:nvCxnSpPr>
        <p:spPr>
          <a:xfrm>
            <a:off x="2239245" y="2082854"/>
            <a:ext cx="475493" cy="47240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20.25196605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H="1" flipV="1">
            <a:off x="2956049" y="2436432"/>
            <a:ext cx="231293" cy="899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20.1528395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V="1">
            <a:off x="3187342" y="2526334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9.4877883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H="1">
            <a:off x="2559129" y="2436432"/>
            <a:ext cx="396920" cy="2099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9.2895352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H="1">
            <a:off x="2790422" y="2779037"/>
            <a:ext cx="396920" cy="2099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8.624484000000002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V="1">
            <a:off x="2559129" y="2646425"/>
            <a:ext cx="0" cy="2527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8.52535745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>
            <a:off x="2559129" y="2899127"/>
            <a:ext cx="231293" cy="899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arrow scene_object_model_scene_architecture_route_architectur_3369107e 000" descr="{&quot;architecture_direction&quot;:&quot;source-to-target&quot;,&quot;architecture_evidence_digest&quot;:&quot;b30487748ccffa2b977379e6c24c62a0b72695aca92bd29200e830fffd54ef7d&quot;,&quot;architecture_role&quot;:&quot;arrow&quot;,&quot;architecture_role_graph_digest&quot;:&quot;906ed1c843abba6cc4a51d703b37b28d0c55f5c23b6ff7d824182c2accc231f4&quot;,&quot;architecture_role_graph_edge_id&quot;:&quot;architecture_role_flow_architecture_role_router_1_module_router_r_acae69a4&quot;,&quot;architecture_role_id&quot;:null,&quot;architecture_route_id&quot;:null,&quot;architecture_route_role&quot;:&quot;arrow&quot;,&quot;depth&quot;:18.666562803125,&quot;endpoint_object_ids&quot;:[&quot;scene_object_model_scene_architecture_role_architecture_66f6de26&quot;,&quot;scene_object_model_scene_architecture_role_architecture_65c0cf54&quot;],&quot;endpoint_role_ids&quot;:[&quot;architecture_role_router_1_module_router_router_logits_f60d1_aa199a8c&quot;,&quot;architecture_role_weighted_combine_3_node_fx_stack_25_5817cd_17e77f83&quot;],&quot;kind&quot;:&quot;arrow&quot;,&quot;object_id&quot;:&quot;scene_object_model_scene_architecture_route_architectur_3369107e&quot;,&quot;repeat_count&quot;:1,&quot;source_digest&quot;:&quot;98b3c1da4972e25d5431c50c3401da71b069e4ba14dc07e9dd24164efd5d82fa&quot;}"/>
          <p:cNvCxnSpPr/>
          <p:nvPr/>
        </p:nvCxnSpPr>
        <p:spPr>
          <a:xfrm>
            <a:off x="2053746" y="1305517"/>
            <a:ext cx="1872026" cy="134614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8.3436332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H="1">
            <a:off x="2790422" y="2526334"/>
            <a:ext cx="396920" cy="2099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7.57945545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H="1" flipV="1">
            <a:off x="2559129" y="2646425"/>
            <a:ext cx="231293" cy="899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7.4803289,&quot;endpoint_object_ids&quot;:[],&quot;endpoint_role_ids&quot;:[],&quot;kind&quot;:&quot;edge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V="1">
            <a:off x="2790422" y="2736327"/>
            <a:ext cx="0" cy="2527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model_scene_architecture_route_architectur_1495ee0f 000" descr="{&quot;architecture_direction&quot;:&quot;source-to-target&quot;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&quot;architecture_route_weighted_combine_architecture_role_experts_98422812&quot;,&quot;architecture_role_id&quot;:null,&quot;architecture_route_id&quot;:&quot;architecture_route_weighted_combine_architecture_role_experts_98422812&quot;,&quot;architecture_route_role&quot;:&quot;weighted-combine&quot;,&quot;depth&quot;:17.1507062890625,&quot;endpoint_object_ids&quot;:[&quot;scene_object_model_scene_architecture_role_architecture_20b80f52&quot;,&quot;scene_object_model_scene_architecture_role_architecture_65c0cf54&quot;],&quot;endpoint_role_ids&quot;:[&quot;architecture_role_experts_2_module_experts_1_feed_forward_2__34831498&quot;,&quot;architecture_role_weighted_combine_3_node_fx_stack_25_5817cd_17e77f83&quot;],&quot;kind&quot;:&quot;arrow&quot;,&quot;object_id&quot;:&quot;scene_object_model_scene_architecture_route_architectur_1495ee0f&quot;,&quot;repeat_count&quot;:1,&quot;source_digest&quot;:&quot;98b3c1da4972e25d5431c50c3401da71b069e4ba14dc07e9dd24164efd5d82fa&quot;}"/>
          <p:cNvCxnSpPr/>
          <p:nvPr/>
        </p:nvCxnSpPr>
        <p:spPr>
          <a:xfrm>
            <a:off x="3029874" y="2723126"/>
            <a:ext cx="822354" cy="5457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arrow scene_object_model_scene_architecture_route_architectur_d691a822 000" descr="{&quot;architecture_direction&quot;:&quot;source-to-target&quot;,&quot;architecture_evidence_digest&quot;:&quot;b30487748ccffa2b977379e6c24c62a0b72695aca92bd29200e830fffd54ef7d&quot;,&quot;architecture_role&quot;:&quot;arrow&quot;,&quot;architecture_role_graph_digest&quot;:&quot;906ed1c843abba6cc4a51d703b37b28d0c55f5c23b6ff7d824182c2accc231f4&quot;,&quot;architecture_role_graph_edge_id&quot;:&quot;architecture_role_flow_architecture_role_experts_2_module_experts_77561c82&quot;,&quot;architecture_role_id&quot;:null,&quot;architecture_route_id&quot;:null,&quot;architecture_route_role&quot;:&quot;arrow&quot;,&quot;depth&quot;:17.1507062890625,&quot;endpoint_object_ids&quot;:[&quot;scene_object_model_scene_architecture_role_architecture_20b80f52&quot;,&quot;scene_object_model_scene_architecture_role_architecture_65c0cf54&quot;],&quot;endpoint_role_ids&quot;:[&quot;architecture_role_experts_2_module_experts_1_feed_forward_2__34831498&quot;,&quot;architecture_role_weighted_combine_3_node_fx_stack_25_5817cd_17e77f83&quot;],&quot;kind&quot;:&quot;arrow&quot;,&quot;object_id&quot;:&quot;scene_object_model_scene_architecture_route_architectur_d691a822&quot;,&quot;repeat_count&quot;:1,&quot;source_digest&quot;:&quot;98b3c1da4972e25d5431c50c3401da71b069e4ba14dc07e9dd24164efd5d82fa&quot;}"/>
          <p:cNvCxnSpPr/>
          <p:nvPr/>
        </p:nvCxnSpPr>
        <p:spPr>
          <a:xfrm>
            <a:off x="3029874" y="2723126"/>
            <a:ext cx="822354" cy="5457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4.992008299999998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H="1" flipV="1">
            <a:off x="4146783" y="2581525"/>
            <a:ext cx="229458" cy="891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4.79226935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V="1">
            <a:off x="4376241" y="2670714"/>
            <a:ext cx="0" cy="196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4.6494645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H="1">
            <a:off x="3876452" y="2581525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4.2499866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H="1">
            <a:off x="4105911" y="2867235"/>
            <a:ext cx="270330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4.107181749999999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V="1">
            <a:off x="3876452" y="2724545"/>
            <a:ext cx="0" cy="196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3.907442799999998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>
            <a:off x="3876452" y="2921066"/>
            <a:ext cx="229459" cy="891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3.514382099999999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H="1">
            <a:off x="4105911" y="2670714"/>
            <a:ext cx="270330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3.171838300000001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H="1" flipV="1">
            <a:off x="3876452" y="2724545"/>
            <a:ext cx="229459" cy="8918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2.97209935,&quot;endpoint_object_ids&quot;:[],&quot;endpoint_role_ids&quot;:[],&quot;kind&quot;:&quot;edge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V="1">
            <a:off x="4105911" y="2813734"/>
            <a:ext cx="0" cy="1965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arrow scene_object_model_scene_architecture_route_architectur_74667537 000" descr="{&quot;architecture_direction&quot;:&quot;source-to-target&quot;,&quot;architecture_evidence_digest&quot;:&quot;b30487748ccffa2b977379e6c24c62a0b72695aca92bd29200e830fffd54ef7d&quot;,&quot;architecture_role&quot;:&quot;arrow&quot;,&quot;architecture_role_graph_digest&quot;:&quot;906ed1c843abba6cc4a51d703b37b28d0c55f5c23b6ff7d824182c2accc231f4&quot;,&quot;architecture_role_graph_edge_id&quot;:&quot;architecture_role_flow_architecture_role_weighted_combine_3_node__8920cc66&quot;,&quot;architecture_role_id&quot;:null,&quot;architecture_route_id&quot;:null,&quot;architecture_route_role&quot;:&quot;arrow&quot;,&quot;depth&quot;:13.04411309375,&quot;endpoint_object_ids&quot;:[&quot;scene_object_model_scene_architecture_role_architecture_65c0cf54&quot;,&quot;scene_object_model_scene_architecture_role_architecture_bfaed95c&quot;],&quot;endpoint_role_ids&quot;:[&quot;architecture_role_weighted_combine_3_node_fx_stack_25_5817cd_17e77f83&quot;,&quot;architecture_role_output_head_4_node_fx_output_31_1e7f4585_m_0ea8dfca&quot;],&quot;kind&quot;:&quot;arrow&quot;,&quot;object_id&quot;:&quot;scene_object_model_scene_architecture_route_architectur_74667537&quot;,&quot;repeat_count&quot;:1,&quot;source_digest&quot;:&quot;98b3c1da4972e25d5431c50c3401da71b069e4ba14dc07e9dd24164efd5d82fa&quot;}"/>
          <p:cNvCxnSpPr/>
          <p:nvPr/>
        </p:nvCxnSpPr>
        <p:spPr>
          <a:xfrm>
            <a:off x="4288716" y="2832705"/>
            <a:ext cx="649479" cy="14726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2.04080725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 flipV="1">
            <a:off x="5365440" y="2858820"/>
            <a:ext cx="0" cy="2527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1.8882197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 flipH="1" flipV="1">
            <a:off x="5235916" y="2808474"/>
            <a:ext cx="129524" cy="503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1.60367325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 flipH="1">
            <a:off x="5095109" y="3111522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1.2984981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 flipH="1">
            <a:off x="4965585" y="2808474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1.0139517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>
            <a:off x="4965585" y="3204197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0.8613641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 flipV="1">
            <a:off x="4965585" y="2951494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0.6577713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 flipH="1">
            <a:off x="5095109" y="2858820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0.2206373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 flipV="1">
            <a:off x="5095109" y="3001840"/>
            <a:ext cx="0" cy="2527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0.0680497,&quot;endpoint_object_ids&quot;:[],&quot;endpoint_role_ids&quot;:[],&quot;kind&quot;:&quot;edge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 flipH="1" flipV="1">
            <a:off x="4965585" y="2951494"/>
            <a:ext cx="129524" cy="503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leader scene_object_model_scene_architecture_role_architecture_bfaed95c 000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1.4510857,&quot;endpoint_object_ids&quot;:[],&quot;endpoint_role_ids&quot;:[],&quot;kind&quot;:&quot;leader&quot;,&quot;object_id&quot;:&quot;scene_object_model_scene_architecture_role_architecture_bfaed95c&quot;,&quot;repeat_count&quot;:1,&quot;source_digest&quot;:&quot;98b3c1da4972e25d5431c50c3401da71b069e4ba14dc07e9dd24164efd5d82fa&quot;}"/>
          <p:cNvCxnSpPr/>
          <p:nvPr/>
        </p:nvCxnSpPr>
        <p:spPr>
          <a:xfrm>
            <a:off x="5165512" y="2752674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NNDV editable label scene_object_model_scene_architecture_role_architecture_bfaed95c 0076" descr="{&quot;architecture_direction&quot;:null,&quot;architecture_evidence_digest&quot;:&quot;b30487748ccffa2b977379e6c24c62a0b72695aca92bd29200e830fffd54ef7d&quot;,&quot;architecture_role&quot;:&quot;output-head&quot;,&quot;architecture_role_graph_digest&quot;:&quot;906ed1c843abba6cc4a51d703b37b28d0c55f5c23b6ff7d824182c2accc231f4&quot;,&quot;architecture_role_graph_edge_id&quot;:null,&quot;architecture_role_id&quot;:&quot;architecture_role_output_head_4_node_fx_output_31_1e7f4585_m_0ea8dfca&quot;,&quot;architecture_route_id&quot;:null,&quot;architecture_route_role&quot;:null,&quot;depth&quot;:11.4510857,&quot;endpoint_object_ids&quot;:[],&quot;endpoint_role_ids&quot;:[],&quot;kind&quot;:&quot;label&quot;,&quot;object_id&quot;:&quot;scene_object_model_scene_architecture_role_architecture_bfaed95c&quot;,&quot;repeat_count&quot;:1,&quot;source_digest&quot;:&quot;98b3c1da4972e25d5431c50c3401da71b069e4ba14dc07e9dd24164efd5d82fa&quot;}"/>
          <p:cNvSpPr txBox="1"/>
          <p:nvPr/>
        </p:nvSpPr>
        <p:spPr>
          <a:xfrm>
            <a:off x="4559214" y="2641549"/>
            <a:ext cx="121259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Normalization / output</a:t>
            </a:r>
          </a:p>
        </p:txBody>
      </p:sp>
      <p:cxnSp>
        <p:nvCxnSpPr>
          <p:cNvPr id="80" name="NNDV editable leader scene_object_model_scene_architecture_role_architecture_19cea5bf 000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0.5012682,&quot;endpoint_object_ids&quot;:[],&quot;endpoint_role_ids&quot;:[],&quot;kind&quot;:&quot;leader&quot;,&quot;object_id&quot;:&quot;scene_object_model_scene_architecture_role_architecture_19cea5bf&quot;,&quot;repeat_count&quot;:1,&quot;source_digest&quot;:&quot;98b3c1da4972e25d5431c50c3401da71b069e4ba14dc07e9dd24164efd5d82fa&quot;}"/>
          <p:cNvCxnSpPr/>
          <p:nvPr/>
        </p:nvCxnSpPr>
        <p:spPr>
          <a:xfrm>
            <a:off x="1314487" y="125580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NNDV editable label scene_object_model_scene_architecture_role_architecture_19cea5bf 0078" descr="{&quot;architecture_direction&quot;:null,&quot;architecture_evidence_digest&quot;:&quot;b30487748ccffa2b977379e6c24c62a0b72695aca92bd29200e830fffd54ef7d&quot;,&quot;architecture_role&quot;:&quot;input&quot;,&quot;architecture_role_graph_digest&quot;:&quot;906ed1c843abba6cc4a51d703b37b28d0c55f5c23b6ff7d824182c2accc231f4&quot;,&quot;architecture_role_graph_edge_id&quot;:null,&quot;architecture_role_id&quot;:&quot;architecture_role_input_0_module_token_embedding_6c4877e2_no_f9cf0520&quot;,&quot;architecture_route_id&quot;:null,&quot;architecture_route_role&quot;:null,&quot;depth&quot;:30.5012682,&quot;endpoint_object_ids&quot;:[],&quot;endpoint_role_ids&quot;:[],&quot;kind&quot;:&quot;label&quot;,&quot;object_id&quot;:&quot;scene_object_model_scene_architecture_role_architecture_19cea5bf&quot;,&quot;repeat_count&quot;:1,&quot;source_digest&quot;:&quot;98b3c1da4972e25d5431c50c3401da71b069e4ba14dc07e9dd24164efd5d82fa&quot;}"/>
          <p:cNvSpPr txBox="1"/>
          <p:nvPr/>
        </p:nvSpPr>
        <p:spPr>
          <a:xfrm>
            <a:off x="818425" y="1144680"/>
            <a:ext cx="992123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Tokens / embedding</a:t>
            </a:r>
          </a:p>
        </p:txBody>
      </p:sp>
      <p:cxnSp>
        <p:nvCxnSpPr>
          <p:cNvPr id="82" name="NNDV editable leader scene_object_model_scene_architecture_role_architecture_66f6de26 00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3873016,&quot;endpoint_object_ids&quot;:[],&quot;endpoint_role_ids&quot;:[],&quot;kind&quot;:&quot;leader&quot;,&quot;object_id&quot;:&quot;scene_object_model_scene_architecture_role_architecture_66f6de26&quot;,&quot;repeat_count&quot;:1,&quot;source_digest&quot;:&quot;98b3c1da4972e25d5431c50c3401da71b069e4ba14dc07e9dd24164efd5d82fa&quot;}"/>
          <p:cNvCxnSpPr/>
          <p:nvPr/>
        </p:nvCxnSpPr>
        <p:spPr>
          <a:xfrm>
            <a:off x="1986888" y="100965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NNDV editable label scene_object_model_scene_architecture_role_architecture_66f6de26 0080" descr="{&quot;architecture_direction&quot;:null,&quot;architecture_evidence_digest&quot;:&quot;b30487748ccffa2b977379e6c24c62a0b72695aca92bd29200e830fffd54ef7d&quot;,&quot;architecture_role&quot;:&quot;router&quot;,&quot;architecture_role_graph_digest&quot;:&quot;906ed1c843abba6cc4a51d703b37b28d0c55f5c23b6ff7d824182c2accc231f4&quot;,&quot;architecture_role_graph_edge_id&quot;:null,&quot;architecture_role_id&quot;:&quot;architecture_role_router_1_module_router_router_logits_f60d1_aa199a8c&quot;,&quot;architecture_route_id&quot;:null,&quot;architecture_route_role&quot;:null,&quot;depth&quot;:22.3873016,&quot;endpoint_object_ids&quot;:[],&quot;endpoint_role_ids&quot;:[],&quot;kind&quot;:&quot;label&quot;,&quot;object_id&quot;:&quot;scene_object_model_scene_architecture_role_architecture_66f6de26&quot;,&quot;repeat_count&quot;:1,&quot;source_digest&quot;:&quot;98b3c1da4972e25d5431c50c3401da71b069e4ba14dc07e9dd24164efd5d82fa&quot;}"/>
          <p:cNvSpPr txBox="1"/>
          <p:nvPr/>
        </p:nvSpPr>
        <p:spPr>
          <a:xfrm>
            <a:off x="1601062" y="898532"/>
            <a:ext cx="771652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Router + top-2</a:t>
            </a:r>
          </a:p>
        </p:txBody>
      </p:sp>
      <p:cxnSp>
        <p:nvCxnSpPr>
          <p:cNvPr id="84" name="NNDV editable leader scene_object_model_scene_architecture_role_architecture_20b80f52 000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9.3886618,&quot;endpoint_object_ids&quot;:[],&quot;endpoint_role_ids&quot;:[],&quot;kind&quot;:&quot;leader&quot;,&quot;object_id&quot;:&quot;scene_object_model_scene_architecture_role_architecture_20b80f52&quot;,&quot;repeat_count&quot;:4,&quot;source_digest&quot;:&quot;98b3c1da4972e25d5431c50c3401da71b069e4ba14dc07e9dd24164efd5d82fa&quot;}"/>
          <p:cNvCxnSpPr/>
          <p:nvPr/>
        </p:nvCxnSpPr>
        <p:spPr>
          <a:xfrm flipV="1">
            <a:off x="2873235" y="300162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NNDV editable label scene_object_model_scene_architecture_role_architecture_20b80f52 0082" descr="{&quot;architecture_direction&quot;:null,&quot;architecture_evidence_digest&quot;:&quot;b30487748ccffa2b977379e6c24c62a0b72695aca92bd29200e830fffd54ef7d&quot;,&quot;architecture_role&quot;:&quot;experts&quot;,&quot;architecture_role_graph_digest&quot;:&quot;906ed1c843abba6cc4a51d703b37b28d0c55f5c23b6ff7d824182c2accc231f4&quot;,&quot;architecture_role_graph_edge_id&quot;:null,&quot;architecture_role_id&quot;:&quot;architecture_role_experts_2_module_experts_1_feed_forward_2__34831498&quot;,&quot;architecture_route_id&quot;:null,&quot;architecture_route_role&quot;:null,&quot;depth&quot;:19.3886618,&quot;endpoint_object_ids&quot;:[],&quot;endpoint_role_ids&quot;:[],&quot;kind&quot;:&quot;label&quot;,&quot;object_id&quot;:&quot;scene_object_model_scene_architecture_role_architecture_20b80f52&quot;,&quot;repeat_count&quot;:4,&quot;source_digest&quot;:&quot;98b3c1da4972e25d5431c50c3401da71b069e4ba14dc07e9dd24164efd5d82fa&quot;}"/>
          <p:cNvSpPr txBox="1"/>
          <p:nvPr/>
        </p:nvSpPr>
        <p:spPr>
          <a:xfrm>
            <a:off x="2597645" y="3044829"/>
            <a:ext cx="55117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Experts ×4</a:t>
            </a:r>
          </a:p>
        </p:txBody>
      </p:sp>
      <p:cxnSp>
        <p:nvCxnSpPr>
          <p:cNvPr id="86" name="NNDV editable leader scene_object_model_scene_architecture_role_architecture_65c0cf54 000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4.4497255,&quot;endpoint_object_ids&quot;:[],&quot;endpoint_role_ids&quot;:[],&quot;kind&quot;:&quot;leader&quot;,&quot;object_id&quot;:&quot;scene_object_model_scene_architecture_role_architecture_65c0cf54&quot;,&quot;repeat_count&quot;:1,&quot;source_digest&quot;:&quot;98b3c1da4972e25d5431c50c3401da71b069e4ba14dc07e9dd24164efd5d82fa&quot;}"/>
          <p:cNvCxnSpPr/>
          <p:nvPr/>
        </p:nvCxnSpPr>
        <p:spPr>
          <a:xfrm flipV="1">
            <a:off x="4126347" y="302285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NNDV editable label scene_object_model_scene_architecture_role_architecture_65c0cf54 0084" descr="{&quot;architecture_direction&quot;:null,&quot;architecture_evidence_digest&quot;:&quot;b30487748ccffa2b977379e6c24c62a0b72695aca92bd29200e830fffd54ef7d&quot;,&quot;architecture_role&quot;:&quot;weighted-combine&quot;,&quot;architecture_role_graph_digest&quot;:&quot;906ed1c843abba6cc4a51d703b37b28d0c55f5c23b6ff7d824182c2accc231f4&quot;,&quot;architecture_role_graph_edge_id&quot;:null,&quot;architecture_role_id&quot;:&quot;architecture_role_weighted_combine_3_node_fx_stack_25_5817cd_17e77f83&quot;,&quot;architecture_route_id&quot;:null,&quot;architecture_route_role&quot;:null,&quot;depth&quot;:14.4497255,&quot;endpoint_object_ids&quot;:[],&quot;endpoint_role_ids&quot;:[],&quot;kind&quot;:&quot;label&quot;,&quot;object_id&quot;:&quot;scene_object_model_scene_architecture_role_architecture_65c0cf54&quot;,&quot;repeat_count&quot;:1,&quot;source_digest&quot;:&quot;98b3c1da4972e25d5431c50c3401da71b069e4ba14dc07e9dd24164efd5d82fa&quot;}"/>
          <p:cNvSpPr txBox="1"/>
          <p:nvPr/>
        </p:nvSpPr>
        <p:spPr>
          <a:xfrm>
            <a:off x="3685403" y="3066055"/>
            <a:ext cx="88188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Weighted combine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scene_topkmixtureofexperts___module___architectu_b4357667</dc:title>
  <dc:subject>Editable deterministic CPU projection of Scene IR 1.0</dc:subject>
  <dc:creator/>
  <cp:keywords/>
  <dc:description>NN_DaVinci 0.7.3;nndv-scene-export-1;camera=scene_camera_topkmixtureofexperts___module___architectu_0acd8161;digest=98b3c1da4972e25d5431c50c3401da71b069e4ba14dc07e9dd24164efd5d82fa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