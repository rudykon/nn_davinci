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80000" cy="43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NDV Scene background"/>
          <p:cNvSpPr/>
          <p:nvPr/>
        </p:nvSpPr>
        <p:spPr>
          <a:xfrm>
            <a:off x="0" y="0"/>
            <a:ext cx="6480000" cy="4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NDV editable face scene_object_model_scene_architecture_role_architecture_19066ff9 0000" descr="{&quot;architecture_direction&quot;:null,&quot;architecture_evidence_digest&quot;:&quot;e37ae36979653331c6608c6d22ee880139314da85adebebf6d02bc1f3ade83c1&quot;,&quot;architecture_role&quot;:&quot;input&quot;,&quot;architecture_role_graph_digest&quot;:&quot;39dcf2051fbb1f7f1a47aad044ed9bfe59805e8861ee92c26fd04387695e8abd&quot;,&quot;architecture_role_graph_edge_id&quot;:null,&quot;architecture_role_id&quot;:&quot;architecture_role_input_0_node_fx_noisy_latent_0_6bca5c91_e18d48aa&quot;,&quot;architecture_route_id&quot;:null,&quot;architecture_route_role&quot;:null,&quot;depth&quot;:30.05990555,&quot;endpoint_object_ids&quot;:[],&quot;endpoint_role_ids&quot;:[],&quot;kind&quot;:&quot;face&quot;,&quot;object_id&quot;:&quot;scene_object_model_scene_architecture_role_architecture_19066ff9&quot;,&quot;repeat_count&quot;:1,&quot;source_digest&quot;:&quot;5216f877d110e7dd565fd715c4e296ea67c48de45c7a3772013aed5bd8e892de&quot;}"/>
          <p:cNvSpPr/>
          <p:nvPr/>
        </p:nvSpPr>
        <p:spPr>
          <a:xfrm>
            <a:off x="1292256" y="1106442"/>
            <a:ext cx="238306" cy="432264"/>
          </a:xfrm>
          <a:custGeom>
            <a:avLst/>
            <a:gdLst/>
            <a:ahLst/>
            <a:cxnLst/>
            <a:rect l="l" t="t" r="r" b="b"/>
            <a:pathLst>
              <a:path w="238306" h="432264">
                <a:moveTo>
                  <a:pt x="238306" y="306187"/>
                </a:moveTo>
                <a:lnTo>
                  <a:pt x="238306" y="0"/>
                </a:lnTo>
                <a:lnTo>
                  <a:pt x="0" y="126077"/>
                </a:lnTo>
                <a:lnTo>
                  <a:pt x="0" y="432264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NDV editable face scene_object_model_scene_architecture_role_architecture_19066ff9 0001" descr="{&quot;architecture_direction&quot;:null,&quot;architecture_evidence_digest&quot;:&quot;e37ae36979653331c6608c6d22ee880139314da85adebebf6d02bc1f3ade83c1&quot;,&quot;architecture_role&quot;:&quot;input&quot;,&quot;architecture_role_graph_digest&quot;:&quot;39dcf2051fbb1f7f1a47aad044ed9bfe59805e8861ee92c26fd04387695e8abd&quot;,&quot;architecture_role_graph_edge_id&quot;:null,&quot;architecture_role_id&quot;:&quot;architecture_role_input_0_node_fx_noisy_latent_0_6bca5c91_e18d48aa&quot;,&quot;architecture_route_id&quot;:null,&quot;architecture_route_role&quot;:null,&quot;depth&quot;:29.925804425,&quot;endpoint_object_ids&quot;:[],&quot;endpoint_role_ids&quot;:[],&quot;kind&quot;:&quot;face&quot;,&quot;object_id&quot;:&quot;scene_object_model_scene_architecture_role_architecture_19066ff9&quot;,&quot;repeat_count&quot;:1,&quot;source_digest&quot;:&quot;5216f877d110e7dd565fd715c4e296ea67c48de45c7a3772013aed5bd8e892de&quot;}"/>
          <p:cNvSpPr/>
          <p:nvPr/>
        </p:nvSpPr>
        <p:spPr>
          <a:xfrm>
            <a:off x="1114560" y="1037372"/>
            <a:ext cx="416002" cy="195147"/>
          </a:xfrm>
          <a:custGeom>
            <a:avLst/>
            <a:gdLst/>
            <a:ahLst/>
            <a:cxnLst/>
            <a:rect l="l" t="t" r="r" b="b"/>
            <a:pathLst>
              <a:path w="416002" h="195147">
                <a:moveTo>
                  <a:pt x="238306" y="0"/>
                </a:moveTo>
                <a:lnTo>
                  <a:pt x="0" y="126077"/>
                </a:lnTo>
                <a:lnTo>
                  <a:pt x="177696" y="195147"/>
                </a:lnTo>
                <a:lnTo>
                  <a:pt x="416002" y="6907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NDV editable face scene_object_model_scene_architecture_role_architecture_19066ff9 0002" descr="{&quot;architecture_direction&quot;:null,&quot;architecture_evidence_digest&quot;:&quot;e37ae36979653331c6608c6d22ee880139314da85adebebf6d02bc1f3ade83c1&quot;,&quot;architecture_role&quot;:&quot;input&quot;,&quot;architecture_role_graph_digest&quot;:&quot;39dcf2051fbb1f7f1a47aad044ed9bfe59805e8861ee92c26fd04387695e8abd&quot;,&quot;architecture_role_graph_edge_id&quot;:null,&quot;architecture_role_id&quot;:&quot;architecture_role_input_0_node_fx_noisy_latent_0_6bca5c91_e18d48aa&quot;,&quot;architecture_route_id&quot;:null,&quot;architecture_route_role&quot;:null,&quot;depth&quot;:29.6956189,&quot;endpoint_object_ids&quot;:[],&quot;endpoint_role_ids&quot;:[],&quot;kind&quot;:&quot;face&quot;,&quot;object_id&quot;:&quot;scene_object_model_scene_architecture_role_architecture_19066ff9&quot;,&quot;repeat_count&quot;:1,&quot;source_digest&quot;:&quot;5216f877d110e7dd565fd715c4e296ea67c48de45c7a3772013aed5bd8e892de&quot;}"/>
          <p:cNvSpPr/>
          <p:nvPr/>
        </p:nvSpPr>
        <p:spPr>
          <a:xfrm>
            <a:off x="1114560" y="1163449"/>
            <a:ext cx="177696" cy="375257"/>
          </a:xfrm>
          <a:custGeom>
            <a:avLst/>
            <a:gdLst/>
            <a:ahLst/>
            <a:cxnLst/>
            <a:rect l="l" t="t" r="r" b="b"/>
            <a:pathLst>
              <a:path w="177696" h="375257">
                <a:moveTo>
                  <a:pt x="0" y="306187"/>
                </a:moveTo>
                <a:lnTo>
                  <a:pt x="177696" y="375257"/>
                </a:lnTo>
                <a:lnTo>
                  <a:pt x="177696" y="69070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NDV editable face scene_object_model_scene_architecture_role_architecture_bea53299 0003" descr="{&quot;architecture_direction&quot;:null,&quot;architecture_evidence_digest&quot;:&quot;e37ae36979653331c6608c6d22ee880139314da85adebebf6d02bc1f3ade83c1&quot;,&quot;architecture_role&quot;:&quot;down-path&quot;,&quot;architecture_role_graph_digest&quot;:&quot;39dcf2051fbb1f7f1a47aad044ed9bfe59805e8861ee92c26fd04387695e8abd&quot;,&quot;architecture_role_graph_edge_id&quot;:null,&quot;architecture_role_id&quot;:&quot;architecture_role_down_path_2_module_downsample_fce0c560_mod_bff5f9ce&quot;,&quot;architecture_route_id&quot;:null,&quot;architecture_route_role&quot;:null,&quot;depth&quot;:25.5890318,&quot;endpoint_object_ids&quot;:[],&quot;endpoint_role_ids&quot;:[],&quot;kind&quot;:&quot;face&quot;,&quot;object_id&quot;:&quot;scene_object_model_scene_architecture_role_architecture_bea53299&quot;,&quot;repeat_count&quot;:1,&quot;source_digest&quot;:&quot;5216f877d110e7dd565fd715c4e296ea67c48de45c7a3772013aed5bd8e892de&quot;}"/>
          <p:cNvSpPr/>
          <p:nvPr/>
        </p:nvSpPr>
        <p:spPr>
          <a:xfrm>
            <a:off x="1731072" y="1747696"/>
            <a:ext cx="522142" cy="232160"/>
          </a:xfrm>
          <a:custGeom>
            <a:avLst/>
            <a:gdLst/>
            <a:ahLst/>
            <a:cxnLst/>
            <a:rect l="l" t="t" r="r" b="b"/>
            <a:pathLst>
              <a:path w="522142" h="232160">
                <a:moveTo>
                  <a:pt x="208079" y="0"/>
                </a:moveTo>
                <a:lnTo>
                  <a:pt x="0" y="110085"/>
                </a:lnTo>
                <a:lnTo>
                  <a:pt x="314063" y="232160"/>
                </a:lnTo>
                <a:lnTo>
                  <a:pt x="522142" y="122074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NDV editable face scene_object_model_scene_architecture_role_architecture_bea53299 0004" descr="{&quot;architecture_direction&quot;:null,&quot;architecture_evidence_digest&quot;:&quot;e37ae36979653331c6608c6d22ee880139314da85adebebf6d02bc1f3ade83c1&quot;,&quot;architecture_role&quot;:&quot;down-path&quot;,&quot;architecture_role_graph_digest&quot;:&quot;39dcf2051fbb1f7f1a47aad044ed9bfe59805e8861ee92c26fd04387695e8abd&quot;,&quot;architecture_role_graph_edge_id&quot;:null,&quot;architecture_role_id&quot;:&quot;architecture_role_down_path_2_module_downsample_fce0c560_mod_bff5f9ce&quot;,&quot;architecture_route_id&quot;:null,&quot;architecture_route_role&quot;:null,&quot;depth&quot;:25.388043,&quot;endpoint_object_ids&quot;:[],&quot;endpoint_role_ids&quot;:[],&quot;kind&quot;:&quot;face&quot;,&quot;object_id&quot;:&quot;scene_object_model_scene_architecture_role_architecture_bea53299&quot;,&quot;repeat_count&quot;:1,&quot;source_digest&quot;:&quot;5216f877d110e7dd565fd715c4e296ea67c48de45c7a3772013aed5bd8e892de&quot;}"/>
          <p:cNvSpPr/>
          <p:nvPr/>
        </p:nvSpPr>
        <p:spPr>
          <a:xfrm>
            <a:off x="1731072" y="1857781"/>
            <a:ext cx="314063" cy="389425"/>
          </a:xfrm>
          <a:custGeom>
            <a:avLst/>
            <a:gdLst/>
            <a:ahLst/>
            <a:cxnLst/>
            <a:rect l="l" t="t" r="r" b="b"/>
            <a:pathLst>
              <a:path w="314063" h="389425">
                <a:moveTo>
                  <a:pt x="0" y="267351"/>
                </a:moveTo>
                <a:lnTo>
                  <a:pt x="314063" y="389425"/>
                </a:lnTo>
                <a:lnTo>
                  <a:pt x="314063" y="122075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NDV editable face scene_object_model_scene_architecture_role_architecture_bea53299 0005" descr="{&quot;architecture_direction&quot;:null,&quot;architecture_evidence_digest&quot;:&quot;e37ae36979653331c6608c6d22ee880139314da85adebebf6d02bc1f3ade83c1&quot;,&quot;architecture_role&quot;:&quot;down-path&quot;,&quot;architecture_role_graph_digest&quot;:&quot;39dcf2051fbb1f7f1a47aad044ed9bfe59805e8861ee92c26fd04387695e8abd&quot;,&quot;architecture_role_graph_edge_id&quot;:null,&quot;architecture_role_id&quot;:&quot;architecture_role_down_path_2_module_downsample_fce0c560_mod_bff5f9ce&quot;,&quot;architecture_route_id&quot;:null,&quot;architecture_route_role&quot;:null,&quot;depth&quot;:25.311430899999998,&quot;endpoint_object_ids&quot;:[],&quot;endpoint_role_ids&quot;:[],&quot;kind&quot;:&quot;face&quot;,&quot;object_id&quot;:&quot;scene_object_model_scene_architecture_role_architecture_bea53299&quot;,&quot;repeat_count&quot;:1,&quot;source_digest&quot;:&quot;5216f877d110e7dd565fd715c4e296ea67c48de45c7a3772013aed5bd8e892de&quot;}"/>
          <p:cNvSpPr/>
          <p:nvPr/>
        </p:nvSpPr>
        <p:spPr>
          <a:xfrm>
            <a:off x="2045135" y="1869770"/>
            <a:ext cx="208079" cy="377436"/>
          </a:xfrm>
          <a:custGeom>
            <a:avLst/>
            <a:gdLst/>
            <a:ahLst/>
            <a:cxnLst/>
            <a:rect l="l" t="t" r="r" b="b"/>
            <a:pathLst>
              <a:path w="208079" h="377436">
                <a:moveTo>
                  <a:pt x="208079" y="267351"/>
                </a:moveTo>
                <a:lnTo>
                  <a:pt x="208079" y="0"/>
                </a:lnTo>
                <a:lnTo>
                  <a:pt x="0" y="110086"/>
                </a:lnTo>
                <a:lnTo>
                  <a:pt x="0" y="377436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NDV editable face scene_object_model_scene_architecture_role_architecture_ee66cefc 0006" descr="{&quot;architecture_direction&quot;:null,&quot;architecture_evidence_digest&quot;:&quot;e37ae36979653331c6608c6d22ee880139314da85adebebf6d02bc1f3ade83c1&quot;,&quot;architecture_role&quot;:&quot;bottleneck&quot;,&quot;architecture_role_graph_digest&quot;:&quot;39dcf2051fbb1f7f1a47aad044ed9bfe59805e8861ee92c26fd04387695e8abd&quot;,&quot;architecture_role_graph_edge_id&quot;:null,&quot;architecture_role_id&quot;:&quot;architecture_role_bottleneck_3_node_fx_silu_1_20_0560e3e3_mo_9e2af987&quot;,&quot;architecture_route_id&quot;:null,&quot;architecture_route_role&quot;:null,&quot;depth&quot;:20.297314450000002,&quot;endpoint_object_ids&quot;:[],&quot;endpoint_role_ids&quot;:[],&quot;kind&quot;:&quot;face&quot;,&quot;object_id&quot;:&quot;scene_object_model_scene_architecture_role_architecture_ee66cefc&quot;,&quot;repeat_count&quot;:1,&quot;source_digest&quot;:&quot;5216f877d110e7dd565fd715c4e296ea67c48de45c7a3772013aed5bd8e892de&quot;}"/>
          <p:cNvSpPr/>
          <p:nvPr/>
        </p:nvSpPr>
        <p:spPr>
          <a:xfrm>
            <a:off x="2564266" y="2815667"/>
            <a:ext cx="438402" cy="199610"/>
          </a:xfrm>
          <a:custGeom>
            <a:avLst/>
            <a:gdLst/>
            <a:ahLst/>
            <a:cxnLst/>
            <a:rect l="l" t="t" r="r" b="b"/>
            <a:pathLst>
              <a:path w="438402" h="199610">
                <a:moveTo>
                  <a:pt x="208079" y="0"/>
                </a:moveTo>
                <a:lnTo>
                  <a:pt x="0" y="110085"/>
                </a:lnTo>
                <a:lnTo>
                  <a:pt x="230323" y="199610"/>
                </a:lnTo>
                <a:lnTo>
                  <a:pt x="438402" y="89525"/>
                </a:lnTo>
                <a:close/>
              </a:path>
            </a:pathLst>
          </a:custGeom>
          <a:solidFill>
            <a:srgbClr val="8B5CF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NDV editable face scene_object_model_scene_architecture_role_architecture_ee66cefc 0007" descr="{&quot;architecture_direction&quot;:null,&quot;architecture_evidence_digest&quot;:&quot;e37ae36979653331c6608c6d22ee880139314da85adebebf6d02bc1f3ade83c1&quot;,&quot;architecture_role&quot;:&quot;bottleneck&quot;,&quot;architecture_role_graph_digest&quot;:&quot;39dcf2051fbb1f7f1a47aad044ed9bfe59805e8861ee92c26fd04387695e8abd&quot;,&quot;architecture_role_graph_edge_id&quot;:null,&quot;architecture_role_id&quot;:&quot;architecture_role_bottleneck_3_node_fx_silu_1_20_0560e3e3_mo_9e2af987&quot;,&quot;architecture_route_id&quot;:null,&quot;architecture_route_role&quot;:null,&quot;depth&quot;:20.22770885,&quot;endpoint_object_ids&quot;:[],&quot;endpoint_role_ids&quot;:[],&quot;kind&quot;:&quot;face&quot;,&quot;object_id&quot;:&quot;scene_object_model_scene_architecture_role_architecture_ee66cefc&quot;,&quot;repeat_count&quot;:1,&quot;source_digest&quot;:&quot;5216f877d110e7dd565fd715c4e296ea67c48de45c7a3772013aed5bd8e892de&quot;}"/>
          <p:cNvSpPr/>
          <p:nvPr/>
        </p:nvSpPr>
        <p:spPr>
          <a:xfrm>
            <a:off x="2794589" y="2905192"/>
            <a:ext cx="208079" cy="377436"/>
          </a:xfrm>
          <a:custGeom>
            <a:avLst/>
            <a:gdLst/>
            <a:ahLst/>
            <a:cxnLst/>
            <a:rect l="l" t="t" r="r" b="b"/>
            <a:pathLst>
              <a:path w="208079" h="377436">
                <a:moveTo>
                  <a:pt x="208079" y="267350"/>
                </a:moveTo>
                <a:lnTo>
                  <a:pt x="208079" y="0"/>
                </a:lnTo>
                <a:lnTo>
                  <a:pt x="0" y="110085"/>
                </a:lnTo>
                <a:lnTo>
                  <a:pt x="0" y="377436"/>
                </a:lnTo>
                <a:close/>
              </a:path>
            </a:pathLst>
          </a:custGeom>
          <a:solidFill>
            <a:srgbClr val="8B5CF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NDV editable face scene_object_model_scene_architecture_role_architecture_ee66cefc 0008" descr="{&quot;architecture_direction&quot;:null,&quot;architecture_evidence_digest&quot;:&quot;e37ae36979653331c6608c6d22ee880139314da85adebebf6d02bc1f3ade83c1&quot;,&quot;architecture_role&quot;:&quot;bottleneck&quot;,&quot;architecture_role_graph_digest&quot;:&quot;39dcf2051fbb1f7f1a47aad044ed9bfe59805e8861ee92c26fd04387695e8abd&quot;,&quot;architecture_role_graph_edge_id&quot;:null,&quot;architecture_role_id&quot;:&quot;architecture_role_bottleneck_3_node_fx_silu_1_20_0560e3e3_mo_9e2af987&quot;,&quot;architecture_route_id&quot;:null,&quot;architecture_route_role&quot;:null,&quot;depth&quot;:20.0963257,&quot;endpoint_object_ids&quot;:[],&quot;endpoint_role_ids&quot;:[],&quot;kind&quot;:&quot;face&quot;,&quot;object_id&quot;:&quot;scene_object_model_scene_architecture_role_architecture_ee66cefc&quot;,&quot;repeat_count&quot;:1,&quot;source_digest&quot;:&quot;5216f877d110e7dd565fd715c4e296ea67c48de45c7a3772013aed5bd8e892de&quot;}"/>
          <p:cNvSpPr/>
          <p:nvPr/>
        </p:nvSpPr>
        <p:spPr>
          <a:xfrm>
            <a:off x="2564266" y="2925752"/>
            <a:ext cx="230323" cy="356876"/>
          </a:xfrm>
          <a:custGeom>
            <a:avLst/>
            <a:gdLst/>
            <a:ahLst/>
            <a:cxnLst/>
            <a:rect l="l" t="t" r="r" b="b"/>
            <a:pathLst>
              <a:path w="230323" h="356876">
                <a:moveTo>
                  <a:pt x="0" y="267351"/>
                </a:moveTo>
                <a:lnTo>
                  <a:pt x="230323" y="356876"/>
                </a:lnTo>
                <a:lnTo>
                  <a:pt x="230323" y="89525"/>
                </a:lnTo>
                <a:lnTo>
                  <a:pt x="0" y="0"/>
                </a:lnTo>
                <a:close/>
              </a:path>
            </a:pathLst>
          </a:custGeom>
          <a:solidFill>
            <a:srgbClr val="8B5CF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NDV editable face scene_object_model_scene_architecture_role_architecture_fecfc9f8 0009" descr="{&quot;architecture_direction&quot;:null,&quot;architecture_evidence_digest&quot;:&quot;e37ae36979653331c6608c6d22ee880139314da85adebebf6d02bc1f3ade83c1&quot;,&quot;architecture_role&quot;:&quot;up-path&quot;,&quot;architecture_role_graph_digest&quot;:&quot;39dcf2051fbb1f7f1a47aad044ed9bfe59805e8861ee92c26fd04387695e8abd&quot;,&quot;architecture_role_graph_edge_id&quot;:null,&quot;architecture_role_id&quot;:&quot;architecture_role_up_path_4_module_decoder_conditioned_conv2_6167e54f&quot;,&quot;architecture_route_id&quot;:null,&quot;architecture_route_role&quot;:null,&quot;depth&quot;:14.932605200000001,&quot;endpoint_object_ids&quot;:[],&quot;endpoint_role_ids&quot;:[],&quot;kind&quot;:&quot;face&quot;,&quot;object_id&quot;:&quot;scene_object_model_scene_architecture_role_architecture_fecfc9f8&quot;,&quot;repeat_count&quot;:1,&quot;source_digest&quot;:&quot;5216f877d110e7dd565fd715c4e296ea67c48de45c7a3772013aed5bd8e892de&quot;}"/>
          <p:cNvSpPr/>
          <p:nvPr/>
        </p:nvSpPr>
        <p:spPr>
          <a:xfrm>
            <a:off x="3864466" y="2555393"/>
            <a:ext cx="516329" cy="234143"/>
          </a:xfrm>
          <a:custGeom>
            <a:avLst/>
            <a:gdLst/>
            <a:ahLst/>
            <a:cxnLst/>
            <a:rect l="l" t="t" r="r" b="b"/>
            <a:pathLst>
              <a:path w="516329" h="234143">
                <a:moveTo>
                  <a:pt x="238306" y="0"/>
                </a:moveTo>
                <a:lnTo>
                  <a:pt x="0" y="126077"/>
                </a:lnTo>
                <a:lnTo>
                  <a:pt x="278023" y="234143"/>
                </a:lnTo>
                <a:lnTo>
                  <a:pt x="516329" y="108066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NDV editable face scene_object_model_scene_architecture_role_architecture_fecfc9f8 0010" descr="{&quot;architecture_direction&quot;:null,&quot;architecture_evidence_digest&quot;:&quot;e37ae36979653331c6608c6d22ee880139314da85adebebf6d02bc1f3ade83c1&quot;,&quot;architecture_role&quot;:&quot;up-path&quot;,&quot;architecture_role_graph_digest&quot;:&quot;39dcf2051fbb1f7f1a47aad044ed9bfe59805e8861ee92c26fd04387695e8abd&quot;,&quot;architecture_role_graph_edge_id&quot;:null,&quot;architecture_role_id&quot;:&quot;architecture_role_up_path_4_module_decoder_conditioned_conv2_6167e54f&quot;,&quot;architecture_route_id&quot;:null,&quot;architecture_route_role&quot;:null,&quot;depth&quot;:14.81751245,&quot;endpoint_object_ids&quot;:[],&quot;endpoint_role_ids&quot;:[],&quot;kind&quot;:&quot;face&quot;,&quot;object_id&quot;:&quot;scene_object_model_scene_architecture_role_architecture_fecfc9f8&quot;,&quot;repeat_count&quot;:1,&quot;source_digest&quot;:&quot;5216f877d110e7dd565fd715c4e296ea67c48de45c7a3772013aed5bd8e892de&quot;}"/>
          <p:cNvSpPr/>
          <p:nvPr/>
        </p:nvSpPr>
        <p:spPr>
          <a:xfrm>
            <a:off x="4142489" y="2663459"/>
            <a:ext cx="238306" cy="432264"/>
          </a:xfrm>
          <a:custGeom>
            <a:avLst/>
            <a:gdLst/>
            <a:ahLst/>
            <a:cxnLst/>
            <a:rect l="l" t="t" r="r" b="b"/>
            <a:pathLst>
              <a:path w="238306" h="432264">
                <a:moveTo>
                  <a:pt x="238306" y="306187"/>
                </a:moveTo>
                <a:lnTo>
                  <a:pt x="238306" y="0"/>
                </a:lnTo>
                <a:lnTo>
                  <a:pt x="0" y="126077"/>
                </a:lnTo>
                <a:lnTo>
                  <a:pt x="0" y="432264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NDV editable face scene_object_model_scene_architecture_role_architecture_fecfc9f8 0011" descr="{&quot;architecture_direction&quot;:null,&quot;architecture_evidence_digest&quot;:&quot;e37ae36979653331c6608c6d22ee880139314da85adebebf6d02bc1f3ade83c1&quot;,&quot;architecture_role&quot;:&quot;up-path&quot;,&quot;architecture_role_graph_digest&quot;:&quot;39dcf2051fbb1f7f1a47aad044ed9bfe59805e8861ee92c26fd04387695e8abd&quot;,&quot;architecture_role_graph_edge_id&quot;:null,&quot;architecture_role_id&quot;:&quot;architecture_role_up_path_4_module_decoder_conditioned_conv2_6167e54f&quot;,&quot;architecture_route_id&quot;:null,&quot;architecture_route_role&quot;:null,&quot;depth&quot;:14.702419675,&quot;endpoint_object_ids&quot;:[],&quot;endpoint_role_ids&quot;:[],&quot;kind&quot;:&quot;face&quot;,&quot;object_id&quot;:&quot;scene_object_model_scene_architecture_role_architecture_fecfc9f8&quot;,&quot;repeat_count&quot;:1,&quot;source_digest&quot;:&quot;5216f877d110e7dd565fd715c4e296ea67c48de45c7a3772013aed5bd8e892de&quot;}"/>
          <p:cNvSpPr/>
          <p:nvPr/>
        </p:nvSpPr>
        <p:spPr>
          <a:xfrm>
            <a:off x="3864466" y="2681470"/>
            <a:ext cx="278023" cy="414253"/>
          </a:xfrm>
          <a:custGeom>
            <a:avLst/>
            <a:gdLst/>
            <a:ahLst/>
            <a:cxnLst/>
            <a:rect l="l" t="t" r="r" b="b"/>
            <a:pathLst>
              <a:path w="278023" h="414253">
                <a:moveTo>
                  <a:pt x="0" y="306187"/>
                </a:moveTo>
                <a:lnTo>
                  <a:pt x="278023" y="414253"/>
                </a:lnTo>
                <a:lnTo>
                  <a:pt x="278023" y="108066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NDV editable face scene_object_model_scene_architecture_role_architecture_3d39c074 0012" descr="{&quot;architecture_direction&quot;:null,&quot;architecture_evidence_digest&quot;:&quot;e37ae36979653331c6608c6d22ee880139314da85adebebf6d02bc1f3ade83c1&quot;,&quot;architecture_role&quot;:&quot;conditioning&quot;,&quot;architecture_role_graph_digest&quot;:&quot;39dcf2051fbb1f7f1a47aad044ed9bfe59805e8861ee92c26fd04387695e8abd&quot;,&quot;architecture_role_graph_edge_id&quot;:null,&quot;architecture_role_id&quot;:&quot;architecture_role_conditioning_1_node_fx_timestep_1_f1517b44_4058216a&quot;,&quot;architecture_route_id&quot;:null,&quot;architecture_route_role&quot;:null,&quot;depth&quot;:11.0944907,&quot;endpoint_object_ids&quot;:[],&quot;endpoint_role_ids&quot;:[],&quot;kind&quot;:&quot;face&quot;,&quot;object_id&quot;:&quot;scene_object_model_scene_architecture_role_architecture_3d39c074&quot;,&quot;repeat_count&quot;:1,&quot;source_digest&quot;:&quot;5216f877d110e7dd565fd715c4e296ea67c48de45c7a3772013aed5bd8e892de&quot;}"/>
          <p:cNvSpPr/>
          <p:nvPr/>
        </p:nvSpPr>
        <p:spPr>
          <a:xfrm>
            <a:off x="2348650" y="1133757"/>
            <a:ext cx="248749" cy="112205"/>
          </a:xfrm>
          <a:custGeom>
            <a:avLst/>
            <a:gdLst/>
            <a:ahLst/>
            <a:cxnLst/>
            <a:rect l="l" t="t" r="r" b="b"/>
            <a:pathLst>
              <a:path w="248749" h="112205">
                <a:moveTo>
                  <a:pt x="110555" y="0"/>
                </a:moveTo>
                <a:lnTo>
                  <a:pt x="0" y="58490"/>
                </a:lnTo>
                <a:lnTo>
                  <a:pt x="138194" y="112205"/>
                </a:lnTo>
                <a:lnTo>
                  <a:pt x="248749" y="53715"/>
                </a:lnTo>
                <a:close/>
              </a:path>
            </a:pathLst>
          </a:custGeom>
          <a:solidFill>
            <a:srgbClr val="FBBF24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NDV editable face scene_object_model_scene_architecture_role_architecture_3d39c074 0013" descr="{&quot;architecture_direction&quot;:null,&quot;architecture_evidence_digest&quot;:&quot;e37ae36979653331c6608c6d22ee880139314da85adebebf6d02bc1f3ade83c1&quot;,&quot;architecture_role&quot;:&quot;conditioning&quot;,&quot;architecture_role_graph_digest&quot;:&quot;39dcf2051fbb1f7f1a47aad044ed9bfe59805e8861ee92c26fd04387695e8abd&quot;,&quot;architecture_role_graph_edge_id&quot;:null,&quot;architecture_role_id&quot;:&quot;architecture_role_conditioning_1_node_fx_timestep_1_f1517b44_4058216a&quot;,&quot;architecture_route_id&quot;:null,&quot;architecture_route_role&quot;:null,&quot;depth&quot;:11.037282925,&quot;endpoint_object_ids&quot;:[],&quot;endpoint_role_ids&quot;:[],&quot;kind&quot;:&quot;face&quot;,&quot;object_id&quot;:&quot;scene_object_model_scene_architecture_role_architecture_3d39c074&quot;,&quot;repeat_count&quot;:1,&quot;source_digest&quot;:&quot;5216f877d110e7dd565fd715c4e296ea67c48de45c7a3772013aed5bd8e892de&quot;}"/>
          <p:cNvSpPr/>
          <p:nvPr/>
        </p:nvSpPr>
        <p:spPr>
          <a:xfrm>
            <a:off x="2486844" y="1187472"/>
            <a:ext cx="110555" cy="210683"/>
          </a:xfrm>
          <a:custGeom>
            <a:avLst/>
            <a:gdLst/>
            <a:ahLst/>
            <a:cxnLst/>
            <a:rect l="l" t="t" r="r" b="b"/>
            <a:pathLst>
              <a:path w="110555" h="210683">
                <a:moveTo>
                  <a:pt x="110555" y="152193"/>
                </a:moveTo>
                <a:lnTo>
                  <a:pt x="110555" y="0"/>
                </a:lnTo>
                <a:lnTo>
                  <a:pt x="0" y="58490"/>
                </a:lnTo>
                <a:lnTo>
                  <a:pt x="0" y="210683"/>
                </a:lnTo>
                <a:close/>
              </a:path>
            </a:pathLst>
          </a:custGeom>
          <a:solidFill>
            <a:srgbClr val="FBBF24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NDV editable face scene_object_model_scene_architecture_role_architecture_768400b5 0014" descr="{&quot;architecture_direction&quot;:null,&quot;architecture_evidence_digest&quot;:&quot;e37ae36979653331c6608c6d22ee880139314da85adebebf6d02bc1f3ade83c1&quot;,&quot;architecture_role&quot;:&quot;output-head&quot;,&quot;architecture_role_graph_digest&quot;:&quot;39dcf2051fbb1f7f1a47aad044ed9bfe59805e8861ee92c26fd04387695e8abd&quot;,&quot;architecture_role_graph_edge_id&quot;:null,&quot;architecture_role_id&quot;:&quot;architecture_role_output_head_5_module_denoised_output_91b07_3425aee8&quot;,&quot;architecture_route_id&quot;:null,&quot;architecture_route_role&quot;:null,&quot;depth&quot;:11.009723000000001,&quot;endpoint_object_ids&quot;:[],&quot;endpoint_role_ids&quot;:[],&quot;kind&quot;:&quot;face&quot;,&quot;object_id&quot;:&quot;scene_object_model_scene_architecture_role_architecture_768400b5&quot;,&quot;repeat_count&quot;:1,&quot;source_digest&quot;:&quot;5216f877d110e7dd565fd715c4e296ea67c48de45c7a3772013aed5bd8e892de&quot;}"/>
          <p:cNvSpPr/>
          <p:nvPr/>
        </p:nvSpPr>
        <p:spPr>
          <a:xfrm>
            <a:off x="5127134" y="2597035"/>
            <a:ext cx="238306" cy="432264"/>
          </a:xfrm>
          <a:custGeom>
            <a:avLst/>
            <a:gdLst/>
            <a:ahLst/>
            <a:cxnLst/>
            <a:rect l="l" t="t" r="r" b="b"/>
            <a:pathLst>
              <a:path w="238306" h="432264">
                <a:moveTo>
                  <a:pt x="238306" y="306187"/>
                </a:moveTo>
                <a:lnTo>
                  <a:pt x="238306" y="0"/>
                </a:lnTo>
                <a:lnTo>
                  <a:pt x="0" y="126077"/>
                </a:lnTo>
                <a:lnTo>
                  <a:pt x="0" y="432264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NDV editable face scene_object_model_scene_architecture_role_architecture_3d39c074 0015" descr="{&quot;architecture_direction&quot;:null,&quot;architecture_evidence_digest&quot;:&quot;e37ae36979653331c6608c6d22ee880139314da85adebebf6d02bc1f3ade83c1&quot;,&quot;architecture_role&quot;:&quot;conditioning&quot;,&quot;architecture_role_graph_digest&quot;:&quot;39dcf2051fbb1f7f1a47aad044ed9bfe59805e8861ee92c26fd04387695e8abd&quot;,&quot;architecture_role_graph_edge_id&quot;:null,&quot;architecture_role_id&quot;:&quot;architecture_role_conditioning_1_node_fx_timestep_1_f1517b44_4058216a&quot;,&quot;architecture_route_id&quot;:null,&quot;architecture_route_role&quot;:null,&quot;depth&quot;:11.006772125,&quot;endpoint_object_ids&quot;:[],&quot;endpoint_role_ids&quot;:[],&quot;kind&quot;:&quot;face&quot;,&quot;object_id&quot;:&quot;scene_object_model_scene_architecture_role_architecture_3d39c074&quot;,&quot;repeat_count&quot;:1,&quot;source_digest&quot;:&quot;5216f877d110e7dd565fd715c4e296ea67c48de45c7a3772013aed5bd8e892de&quot;}"/>
          <p:cNvSpPr/>
          <p:nvPr/>
        </p:nvSpPr>
        <p:spPr>
          <a:xfrm>
            <a:off x="2348650" y="1192247"/>
            <a:ext cx="138194" cy="205908"/>
          </a:xfrm>
          <a:custGeom>
            <a:avLst/>
            <a:gdLst/>
            <a:ahLst/>
            <a:cxnLst/>
            <a:rect l="l" t="t" r="r" b="b"/>
            <a:pathLst>
              <a:path w="138194" h="205908">
                <a:moveTo>
                  <a:pt x="0" y="152193"/>
                </a:moveTo>
                <a:lnTo>
                  <a:pt x="138194" y="205908"/>
                </a:lnTo>
                <a:lnTo>
                  <a:pt x="138194" y="53715"/>
                </a:lnTo>
                <a:lnTo>
                  <a:pt x="0" y="0"/>
                </a:lnTo>
                <a:close/>
              </a:path>
            </a:pathLst>
          </a:custGeom>
          <a:solidFill>
            <a:srgbClr val="FBBF24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NDV editable face scene_object_model_scene_architecture_role_architecture_768400b5 0016" descr="{&quot;architecture_direction&quot;:null,&quot;architecture_evidence_digest&quot;:&quot;e37ae36979653331c6608c6d22ee880139314da85adebebf6d02bc1f3ade83c1&quot;,&quot;architecture_role&quot;:&quot;output-head&quot;,&quot;architecture_role_graph_digest&quot;:&quot;39dcf2051fbb1f7f1a47aad044ed9bfe59805e8861ee92c26fd04387695e8abd&quot;,&quot;architecture_role_graph_edge_id&quot;:null,&quot;architecture_role_id&quot;:&quot;architecture_role_output_head_5_module_denoised_output_91b07_3425aee8&quot;,&quot;architecture_route_id&quot;:null,&quot;architecture_route_role&quot;:null,&quot;depth&quot;:10.8756219,&quot;endpoint_object_ids&quot;:[],&quot;endpoint_role_ids&quot;:[],&quot;kind&quot;:&quot;face&quot;,&quot;object_id&quot;:&quot;scene_object_model_scene_architecture_role_architecture_768400b5&quot;,&quot;repeat_count&quot;:1,&quot;source_digest&quot;:&quot;5216f877d110e7dd565fd715c4e296ea67c48de45c7a3772013aed5bd8e892de&quot;}"/>
          <p:cNvSpPr/>
          <p:nvPr/>
        </p:nvSpPr>
        <p:spPr>
          <a:xfrm>
            <a:off x="4949438" y="2527965"/>
            <a:ext cx="416002" cy="195147"/>
          </a:xfrm>
          <a:custGeom>
            <a:avLst/>
            <a:gdLst/>
            <a:ahLst/>
            <a:cxnLst/>
            <a:rect l="l" t="t" r="r" b="b"/>
            <a:pathLst>
              <a:path w="416002" h="195147">
                <a:moveTo>
                  <a:pt x="238306" y="0"/>
                </a:moveTo>
                <a:lnTo>
                  <a:pt x="0" y="126078"/>
                </a:lnTo>
                <a:lnTo>
                  <a:pt x="177696" y="195147"/>
                </a:lnTo>
                <a:lnTo>
                  <a:pt x="416002" y="6907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NDV editable face scene_object_model_scene_architecture_role_architecture_768400b5 0017" descr="{&quot;architecture_direction&quot;:null,&quot;architecture_evidence_digest&quot;:&quot;e37ae36979653331c6608c6d22ee880139314da85adebebf6d02bc1f3ade83c1&quot;,&quot;architecture_role&quot;:&quot;output-head&quot;,&quot;architecture_role_graph_digest&quot;:&quot;39dcf2051fbb1f7f1a47aad044ed9bfe59805e8861ee92c26fd04387695e8abd&quot;,&quot;architecture_role_graph_edge_id&quot;:null,&quot;architecture_role_id&quot;:&quot;architecture_role_output_head_5_module_denoised_output_91b07_3425aee8&quot;,&quot;architecture_route_id&quot;:null,&quot;architecture_route_role&quot;:null,&quot;depth&quot;:10.645436400000001,&quot;endpoint_object_ids&quot;:[],&quot;endpoint_role_ids&quot;:[],&quot;kind&quot;:&quot;face&quot;,&quot;object_id&quot;:&quot;scene_object_model_scene_architecture_role_architecture_768400b5&quot;,&quot;repeat_count&quot;:1,&quot;source_digest&quot;:&quot;5216f877d110e7dd565fd715c4e296ea67c48de45c7a3772013aed5bd8e892de&quot;}"/>
          <p:cNvSpPr/>
          <p:nvPr/>
        </p:nvSpPr>
        <p:spPr>
          <a:xfrm>
            <a:off x="4949438" y="2654043"/>
            <a:ext cx="177696" cy="375256"/>
          </a:xfrm>
          <a:custGeom>
            <a:avLst/>
            <a:gdLst/>
            <a:ahLst/>
            <a:cxnLst/>
            <a:rect l="l" t="t" r="r" b="b"/>
            <a:pathLst>
              <a:path w="177696" h="375256">
                <a:moveTo>
                  <a:pt x="0" y="306187"/>
                </a:moveTo>
                <a:lnTo>
                  <a:pt x="177696" y="375256"/>
                </a:lnTo>
                <a:lnTo>
                  <a:pt x="177696" y="69069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NNDV editable edge scene_object_model_scene_architecture_role_architecture_19066ff9 000" descr="{&quot;architecture_direction&quot;:null,&quot;architecture_evidence_digest&quot;:&quot;e37ae36979653331c6608c6d22ee880139314da85adebebf6d02bc1f3ade83c1&quot;,&quot;architecture_role&quot;:&quot;input&quot;,&quot;architecture_role_graph_digest&quot;:&quot;39dcf2051fbb1f7f1a47aad044ed9bfe59805e8861ee92c26fd04387695e8abd&quot;,&quot;architecture_role_graph_edge_id&quot;:null,&quot;architecture_role_id&quot;:&quot;architecture_role_input_0_node_fx_noisy_latent_0_6bca5c91_e18d48aa&quot;,&quot;architecture_route_id&quot;:null,&quot;architecture_route_role&quot;:null,&quot;depth&quot;:30.8655549,&quot;endpoint_object_ids&quot;:[],&quot;endpoint_role_ids&quot;:[],&quot;kind&quot;:&quot;edge&quot;,&quot;object_id&quot;:&quot;scene_object_model_scene_architecture_role_architecture_19066ff9&quot;,&quot;repeat_count&quot;:1,&quot;source_digest&quot;:&quot;5216f877d110e7dd565fd715c4e296ea67c48de45c7a3772013aed5bd8e892de&quot;}"/>
          <p:cNvCxnSpPr/>
          <p:nvPr/>
        </p:nvCxnSpPr>
        <p:spPr>
          <a:xfrm flipV="1">
            <a:off x="1530562" y="1106441"/>
            <a:ext cx="0" cy="30618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NNDV editable edge scene_object_model_scene_architecture_role_architecture_19066ff9 000" descr="{&quot;architecture_direction&quot;:null,&quot;architecture_evidence_digest&quot;:&quot;e37ae36979653331c6608c6d22ee880139314da85adebebf6d02bc1f3ade83c1&quot;,&quot;architecture_role&quot;:&quot;input&quot;,&quot;architecture_role_graph_digest&quot;:&quot;39dcf2051fbb1f7f1a47aad044ed9bfe59805e8861ee92c26fd04387695e8abd&quot;,&quot;architecture_role_graph_edge_id&quot;:null,&quot;architecture_role_id&quot;:&quot;architecture_role_input_0_node_fx_noisy_latent_0_6bca5c91_e18d48aa&quot;,&quot;architecture_route_id&quot;:null,&quot;architecture_route_role&quot;:null,&quot;depth&quot;:30.73145375,&quot;endpoint_object_ids&quot;:[],&quot;endpoint_role_ids&quot;:[],&quot;kind&quot;:&quot;edge&quot;,&quot;object_id&quot;:&quot;scene_object_model_scene_architecture_role_architecture_19066ff9&quot;,&quot;repeat_count&quot;:1,&quot;source_digest&quot;:&quot;5216f877d110e7dd565fd715c4e296ea67c48de45c7a3772013aed5bd8e892de&quot;}"/>
          <p:cNvCxnSpPr/>
          <p:nvPr/>
        </p:nvCxnSpPr>
        <p:spPr>
          <a:xfrm flipH="1" flipV="1">
            <a:off x="1352865" y="1037372"/>
            <a:ext cx="177697" cy="6906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NNDV editable edge scene_object_model_scene_architecture_role_architecture_19066ff9 000" descr="{&quot;architecture_direction&quot;:null,&quot;architecture_evidence_digest&quot;:&quot;e37ae36979653331c6608c6d22ee880139314da85adebebf6d02bc1f3ade83c1&quot;,&quot;architecture_role&quot;:&quot;input&quot;,&quot;architecture_role_graph_digest&quot;:&quot;39dcf2051fbb1f7f1a47aad044ed9bfe59805e8861ee92c26fd04387695e8abd&quot;,&quot;architecture_role_graph_edge_id&quot;:null,&quot;architecture_role_id&quot;:&quot;architecture_role_input_0_node_fx_noisy_latent_0_6bca5c91_e18d48aa&quot;,&quot;architecture_route_id&quot;:null,&quot;architecture_route_role&quot;:null,&quot;depth&quot;:30.635369349999998,&quot;endpoint_object_ids&quot;:[],&quot;endpoint_role_ids&quot;:[],&quot;kind&quot;:&quot;edge&quot;,&quot;object_id&quot;:&quot;scene_object_model_scene_architecture_role_architecture_19066ff9&quot;,&quot;repeat_count&quot;:1,&quot;source_digest&quot;:&quot;5216f877d110e7dd565fd715c4e296ea67c48de45c7a3772013aed5bd8e892de&quot;}"/>
          <p:cNvCxnSpPr/>
          <p:nvPr/>
        </p:nvCxnSpPr>
        <p:spPr>
          <a:xfrm flipH="1">
            <a:off x="1292256" y="1412628"/>
            <a:ext cx="238306" cy="12607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NNDV editable edge scene_object_model_scene_architecture_role_architecture_19066ff9 000" descr="{&quot;architecture_direction&quot;:null,&quot;architecture_evidence_digest&quot;:&quot;e37ae36979653331c6608c6d22ee880139314da85adebebf6d02bc1f3ade83c1&quot;,&quot;architecture_role&quot;:&quot;input&quot;,&quot;architecture_role_graph_digest&quot;:&quot;39dcf2051fbb1f7f1a47aad044ed9bfe59805e8861ee92c26fd04387695e8abd&quot;,&quot;architecture_role_graph_edge_id&quot;:null,&quot;architecture_role_id&quot;:&quot;architecture_role_input_0_node_fx_noisy_latent_0_6bca5c91_e18d48aa&quot;,&quot;architecture_route_id&quot;:null,&quot;architecture_route_role&quot;:null,&quot;depth&quot;:30.3671671,&quot;endpoint_object_ids&quot;:[],&quot;endpoint_role_ids&quot;:[],&quot;kind&quot;:&quot;edge&quot;,&quot;object_id&quot;:&quot;scene_object_model_scene_architecture_role_architecture_19066ff9&quot;,&quot;repeat_count&quot;:1,&quot;source_digest&quot;:&quot;5216f877d110e7dd565fd715c4e296ea67c48de45c7a3772013aed5bd8e892de&quot;}"/>
          <p:cNvCxnSpPr/>
          <p:nvPr/>
        </p:nvCxnSpPr>
        <p:spPr>
          <a:xfrm flipH="1">
            <a:off x="1114560" y="1037372"/>
            <a:ext cx="238305" cy="12607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NNDV editable edge scene_object_model_scene_architecture_role_architecture_19066ff9 000" descr="{&quot;architecture_direction&quot;:null,&quot;architecture_evidence_digest&quot;:&quot;e37ae36979653331c6608c6d22ee880139314da85adebebf6d02bc1f3ade83c1&quot;,&quot;architecture_role&quot;:&quot;input&quot;,&quot;architecture_role_graph_digest&quot;:&quot;39dcf2051fbb1f7f1a47aad044ed9bfe59805e8861ee92c26fd04387695e8abd&quot;,&quot;architecture_role_graph_edge_id&quot;:null,&quot;architecture_role_id&quot;:&quot;architecture_role_input_0_node_fx_noisy_latent_0_6bca5c91_e18d48aa&quot;,&quot;architecture_route_id&quot;:null,&quot;architecture_route_role&quot;:null,&quot;depth&quot;:30.2710827,&quot;endpoint_object_ids&quot;:[],&quot;endpoint_role_ids&quot;:[],&quot;kind&quot;:&quot;edge&quot;,&quot;object_id&quot;:&quot;scene_object_model_scene_architecture_role_architecture_19066ff9&quot;,&quot;repeat_count&quot;:1,&quot;source_digest&quot;:&quot;5216f877d110e7dd565fd715c4e296ea67c48de45c7a3772013aed5bd8e892de&quot;}"/>
          <p:cNvCxnSpPr/>
          <p:nvPr/>
        </p:nvCxnSpPr>
        <p:spPr>
          <a:xfrm>
            <a:off x="1114560" y="1469636"/>
            <a:ext cx="177696" cy="6906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NNDV editable edge scene_object_model_scene_architecture_role_architecture_19066ff9 000" descr="{&quot;architecture_direction&quot;:null,&quot;architecture_evidence_digest&quot;:&quot;e37ae36979653331c6608c6d22ee880139314da85adebebf6d02bc1f3ade83c1&quot;,&quot;architecture_role&quot;:&quot;input&quot;,&quot;architecture_role_graph_digest&quot;:&quot;39dcf2051fbb1f7f1a47aad044ed9bfe59805e8861ee92c26fd04387695e8abd&quot;,&quot;architecture_role_graph_edge_id&quot;:null,&quot;architecture_role_id&quot;:&quot;architecture_role_input_0_node_fx_noisy_latent_0_6bca5c91_e18d48aa&quot;,&quot;architecture_route_id&quot;:null,&quot;architecture_route_role&quot;:null,&quot;depth&quot;:30.1369816,&quot;endpoint_object_ids&quot;:[],&quot;endpoint_role_ids&quot;:[],&quot;kind&quot;:&quot;edge&quot;,&quot;object_id&quot;:&quot;scene_object_model_scene_architecture_role_architecture_19066ff9&quot;,&quot;repeat_count&quot;:1,&quot;source_digest&quot;:&quot;5216f877d110e7dd565fd715c4e296ea67c48de45c7a3772013aed5bd8e892de&quot;}"/>
          <p:cNvCxnSpPr/>
          <p:nvPr/>
        </p:nvCxnSpPr>
        <p:spPr>
          <a:xfrm flipV="1">
            <a:off x="1114560" y="1163449"/>
            <a:ext cx="0" cy="30618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NNDV editable edge scene_object_model_scene_architecture_role_architecture_19066ff9 000" descr="{&quot;architecture_direction&quot;:null,&quot;architecture_evidence_digest&quot;:&quot;e37ae36979653331c6608c6d22ee880139314da85adebebf6d02bc1f3ade83c1&quot;,&quot;architecture_role&quot;:&quot;input&quot;,&quot;architecture_role_graph_digest&quot;:&quot;39dcf2051fbb1f7f1a47aad044ed9bfe59805e8861ee92c26fd04387695e8abd&quot;,&quot;architecture_role_graph_edge_id&quot;:null,&quot;architecture_role_id&quot;:&quot;architecture_role_input_0_node_fx_noisy_latent_0_6bca5c91_e18d48aa&quot;,&quot;architecture_route_id&quot;:null,&quot;architecture_route_role&quot;:null,&quot;depth&quot;:29.484441750000002,&quot;endpoint_object_ids&quot;:[],&quot;endpoint_role_ids&quot;:[],&quot;kind&quot;:&quot;edge&quot;,&quot;object_id&quot;:&quot;scene_object_model_scene_architecture_role_architecture_19066ff9&quot;,&quot;repeat_count&quot;:1,&quot;source_digest&quot;:&quot;5216f877d110e7dd565fd715c4e296ea67c48de45c7a3772013aed5bd8e892de&quot;}"/>
          <p:cNvCxnSpPr/>
          <p:nvPr/>
        </p:nvCxnSpPr>
        <p:spPr>
          <a:xfrm flipH="1">
            <a:off x="1292256" y="1106441"/>
            <a:ext cx="238306" cy="12607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NNDV editable edge scene_object_model_scene_architecture_role_architecture_19066ff9 000" descr="{&quot;architecture_direction&quot;:null,&quot;architecture_evidence_digest&quot;:&quot;e37ae36979653331c6608c6d22ee880139314da85adebebf6d02bc1f3ade83c1&quot;,&quot;architecture_role&quot;:&quot;input&quot;,&quot;architecture_role_graph_digest&quot;:&quot;39dcf2051fbb1f7f1a47aad044ed9bfe59805e8861ee92c26fd04387695e8abd&quot;,&quot;architecture_role_graph_edge_id&quot;:null,&quot;architecture_role_id&quot;:&quot;architecture_role_input_0_node_fx_noisy_latent_0_6bca5c91_e18d48aa&quot;,&quot;architecture_route_id&quot;:null,&quot;architecture_route_role&quot;:null,&quot;depth&quot;:29.2542562,&quot;endpoint_object_ids&quot;:[],&quot;endpoint_role_ids&quot;:[],&quot;kind&quot;:&quot;edge&quot;,&quot;object_id&quot;:&quot;scene_object_model_scene_architecture_role_architecture_19066ff9&quot;,&quot;repeat_count&quot;:1,&quot;source_digest&quot;:&quot;5216f877d110e7dd565fd715c4e296ea67c48de45c7a3772013aed5bd8e892de&quot;}"/>
          <p:cNvCxnSpPr/>
          <p:nvPr/>
        </p:nvCxnSpPr>
        <p:spPr>
          <a:xfrm flipV="1">
            <a:off x="1292256" y="1232518"/>
            <a:ext cx="0" cy="30618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NNDV editable edge scene_object_model_scene_architecture_role_architecture_19066ff9 000" descr="{&quot;architecture_direction&quot;:null,&quot;architecture_evidence_digest&quot;:&quot;e37ae36979653331c6608c6d22ee880139314da85adebebf6d02bc1f3ade83c1&quot;,&quot;architecture_role&quot;:&quot;input&quot;,&quot;architecture_role_graph_digest&quot;:&quot;39dcf2051fbb1f7f1a47aad044ed9bfe59805e8861ee92c26fd04387695e8abd&quot;,&quot;architecture_role_graph_edge_id&quot;:null,&quot;architecture_role_id&quot;:&quot;architecture_role_input_0_node_fx_noisy_latent_0_6bca5c91_e18d48aa&quot;,&quot;architecture_route_id&quot;:null,&quot;architecture_route_role&quot;:null,&quot;depth&quot;:29.120155099999998,&quot;endpoint_object_ids&quot;:[],&quot;endpoint_role_ids&quot;:[],&quot;kind&quot;:&quot;edge&quot;,&quot;object_id&quot;:&quot;scene_object_model_scene_architecture_role_architecture_19066ff9&quot;,&quot;repeat_count&quot;:1,&quot;source_digest&quot;:&quot;5216f877d110e7dd565fd715c4e296ea67c48de45c7a3772013aed5bd8e892de&quot;}"/>
          <p:cNvCxnSpPr/>
          <p:nvPr/>
        </p:nvCxnSpPr>
        <p:spPr>
          <a:xfrm flipH="1" flipV="1">
            <a:off x="1114560" y="1163449"/>
            <a:ext cx="177696" cy="6906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NNDV editable arrow scene_object_model_scene_architecture_route_architectur_2f50f67f 000" descr="{&quot;architecture_direction&quot;:&quot;source-to-target&quot;,&quot;architecture_evidence_digest&quot;:&quot;e37ae36979653331c6608c6d22ee880139314da85adebebf6d02bc1f3ade83c1&quot;,&quot;architecture_role&quot;:&quot;arrow&quot;,&quot;architecture_role_graph_digest&quot;:&quot;39dcf2051fbb1f7f1a47aad044ed9bfe59805e8861ee92c26fd04387695e8abd&quot;,&quot;architecture_role_graph_edge_id&quot;:&quot;architecture_role_flow_architecture_role_input_0_node_fx_noisy_la_030ce927&quot;,&quot;architecture_role_id&quot;:null,&quot;architecture_route_id&quot;:null,&quot;architecture_route_role&quot;:&quot;arrow&quot;,&quot;depth&quot;:28.64089884375,&quot;endpoint_object_ids&quot;:[&quot;scene_object_model_scene_architecture_role_architecture_19066ff9&quot;,&quot;scene_object_model_scene_architecture_role_architecture_bea53299&quot;],&quot;endpoint_role_ids&quot;:[&quot;architecture_role_input_0_node_fx_noisy_latent_0_6bca5c91_e18d48aa&quot;,&quot;architecture_role_down_path_2_module_downsample_fce0c560_mod_bff5f9ce&quot;],&quot;kind&quot;:&quot;arrow&quot;,&quot;object_id&quot;:&quot;scene_object_model_scene_architecture_route_architectur_2f50f67f&quot;,&quot;repeat_count&quot;:1,&quot;source_digest&quot;:&quot;5216f877d110e7dd565fd715c4e296ea67c48de45c7a3772013aed5bd8e892de&quot;}"/>
          <p:cNvCxnSpPr/>
          <p:nvPr/>
        </p:nvCxnSpPr>
        <p:spPr>
          <a:xfrm>
            <a:off x="1406258" y="1376715"/>
            <a:ext cx="397565" cy="421213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NNDV editable edge scene_object_model_scene_architecture_role_architecture_bea53299 000" descr="{&quot;architecture_direction&quot;:null,&quot;architecture_evidence_digest&quot;:&quot;e37ae36979653331c6608c6d22ee880139314da85adebebf6d02bc1f3ade83c1&quot;,&quot;architecture_role&quot;:&quot;down-path&quot;,&quot;architecture_role_graph_digest&quot;:&quot;39dcf2051fbb1f7f1a47aad044ed9bfe59805e8861ee92c26fd04387695e8abd&quot;,&quot;architecture_role_graph_edge_id&quot;:null,&quot;architecture_role_id&quot;:&quot;architecture_role_down_path_2_module_downsample_fce0c560_mod_bff5f9ce&quot;,&quot;architecture_route_id&quot;:null,&quot;architecture_route_role&quot;:null,&quot;depth&quot;:26.369104649999997,&quot;endpoint_object_ids&quot;:[],&quot;endpoint_role_ids&quot;:[],&quot;kind&quot;:&quot;edge&quot;,&quot;object_id&quot;:&quot;scene_object_model_scene_architecture_role_architecture_bea53299&quot;,&quot;repeat_count&quot;:1,&quot;source_digest&quot;:&quot;5216f877d110e7dd565fd715c4e296ea67c48de45c7a3772013aed5bd8e892de&quot;}"/>
          <p:cNvCxnSpPr/>
          <p:nvPr/>
        </p:nvCxnSpPr>
        <p:spPr>
          <a:xfrm flipH="1">
            <a:off x="1731071" y="1747695"/>
            <a:ext cx="208079" cy="11008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NNDV editable edge scene_object_model_scene_architecture_role_architecture_bea53299 000" descr="{&quot;architecture_direction&quot;:null,&quot;architecture_evidence_digest&quot;:&quot;e37ae36979653331c6608c6d22ee880139314da85adebebf6d02bc1f3ade83c1&quot;,&quot;architecture_role&quot;:&quot;down-path&quot;,&quot;architecture_role_graph_digest&quot;:&quot;39dcf2051fbb1f7f1a47aad044ed9bfe59805e8861ee92c26fd04387695e8abd&quot;,&quot;architecture_role_graph_edge_id&quot;:null,&quot;architecture_role_id&quot;:&quot;architecture_role_down_path_2_module_downsample_fce0c560_mod_bff5f9ce&quot;,&quot;architecture_route_id&quot;:null,&quot;architecture_route_role&quot;:null,&quot;depth&quot;:26.29249255,&quot;endpoint_object_ids&quot;:[],&quot;endpoint_role_ids&quot;:[],&quot;kind&quot;:&quot;edge&quot;,&quot;object_id&quot;:&quot;scene_object_model_scene_architecture_role_architecture_bea53299&quot;,&quot;repeat_count&quot;:1,&quot;source_digest&quot;:&quot;5216f877d110e7dd565fd715c4e296ea67c48de45c7a3772013aed5bd8e892de&quot;}"/>
          <p:cNvCxnSpPr/>
          <p:nvPr/>
        </p:nvCxnSpPr>
        <p:spPr>
          <a:xfrm flipH="1" flipV="1">
            <a:off x="1939150" y="1747695"/>
            <a:ext cx="314064" cy="12207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NNDV editable edge scene_object_model_scene_architecture_role_architecture_bea53299 000" descr="{&quot;architecture_direction&quot;:null,&quot;architecture_evidence_digest&quot;:&quot;e37ae36979653331c6608c6d22ee880139314da85adebebf6d02bc1f3ade83c1&quot;,&quot;architecture_role&quot;:&quot;down-path&quot;,&quot;architecture_role_graph_digest&quot;:&quot;39dcf2051fbb1f7f1a47aad044ed9bfe59805e8861ee92c26fd04387695e8abd&quot;,&quot;architecture_role_graph_edge_id&quot;:null,&quot;architecture_role_id&quot;:&quot;architecture_role_down_path_2_module_downsample_fce0c560_mod_bff5f9ce&quot;,&quot;architecture_route_id&quot;:null,&quot;architecture_route_role&quot;:null,&quot;depth&quot;:26.16811585,&quot;endpoint_object_ids&quot;:[],&quot;endpoint_role_ids&quot;:[],&quot;kind&quot;:&quot;edge&quot;,&quot;object_id&quot;:&quot;scene_object_model_scene_architecture_role_architecture_bea53299&quot;,&quot;repeat_count&quot;:1,&quot;source_digest&quot;:&quot;5216f877d110e7dd565fd715c4e296ea67c48de45c7a3772013aed5bd8e892de&quot;}"/>
          <p:cNvCxnSpPr/>
          <p:nvPr/>
        </p:nvCxnSpPr>
        <p:spPr>
          <a:xfrm flipV="1">
            <a:off x="1731071" y="1857781"/>
            <a:ext cx="0" cy="26735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NNDV editable edge scene_object_model_scene_architecture_role_architecture_bea53299 000" descr="{&quot;architecture_direction&quot;:null,&quot;architecture_evidence_digest&quot;:&quot;e37ae36979653331c6608c6d22ee880139314da85adebebf6d02bc1f3ade83c1&quot;,&quot;architecture_role&quot;:&quot;down-path&quot;,&quot;architecture_role_graph_digest&quot;:&quot;39dcf2051fbb1f7f1a47aad044ed9bfe59805e8861ee92c26fd04387695e8abd&quot;,&quot;architecture_role_graph_edge_id&quot;:null,&quot;architecture_role_id&quot;:&quot;architecture_role_down_path_2_module_downsample_fce0c560_mod_bff5f9ce&quot;,&quot;architecture_route_id&quot;:null,&quot;architecture_route_role&quot;:null,&quot;depth&quot;:26.01489165,&quot;endpoint_object_ids&quot;:[],&quot;endpoint_role_ids&quot;:[],&quot;kind&quot;:&quot;edge&quot;,&quot;object_id&quot;:&quot;scene_object_model_scene_architecture_role_architecture_bea53299&quot;,&quot;repeat_count&quot;:1,&quot;source_digest&quot;:&quot;5216f877d110e7dd565fd715c4e296ea67c48de45c7a3772013aed5bd8e892de&quot;}"/>
          <p:cNvCxnSpPr/>
          <p:nvPr/>
        </p:nvCxnSpPr>
        <p:spPr>
          <a:xfrm flipV="1">
            <a:off x="2253214" y="1869770"/>
            <a:ext cx="0" cy="26735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NNDV editable edge scene_object_model_scene_architecture_role_architecture_bea53299 000" descr="{&quot;architecture_direction&quot;:null,&quot;architecture_evidence_digest&quot;:&quot;e37ae36979653331c6608c6d22ee880139314da85adebebf6d02bc1f3ade83c1&quot;,&quot;architecture_role&quot;:&quot;down-path&quot;,&quot;architecture_role_graph_digest&quot;:&quot;39dcf2051fbb1f7f1a47aad044ed9bfe59805e8861ee92c26fd04387695e8abd&quot;,&quot;architecture_role_graph_edge_id&quot;:null,&quot;architecture_role_id&quot;:&quot;architecture_role_down_path_2_module_downsample_fce0c560_mod_bff5f9ce&quot;,&quot;architecture_route_id&quot;:null,&quot;architecture_route_role&quot;:null,&quot;depth&quot;:25.89051495,&quot;endpoint_object_ids&quot;:[],&quot;endpoint_role_ids&quot;:[],&quot;kind&quot;:&quot;edge&quot;,&quot;object_id&quot;:&quot;scene_object_model_scene_architecture_role_architecture_bea53299&quot;,&quot;repeat_count&quot;:1,&quot;source_digest&quot;:&quot;5216f877d110e7dd565fd715c4e296ea67c48de45c7a3772013aed5bd8e892de&quot;}"/>
          <p:cNvCxnSpPr/>
          <p:nvPr/>
        </p:nvCxnSpPr>
        <p:spPr>
          <a:xfrm>
            <a:off x="1731071" y="2125131"/>
            <a:ext cx="314064" cy="12207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NNDV editable edge scene_object_model_scene_architecture_role_architecture_bea53299 000" descr="{&quot;architecture_direction&quot;:null,&quot;architecture_evidence_digest&quot;:&quot;e37ae36979653331c6608c6d22ee880139314da85adebebf6d02bc1f3ade83c1&quot;,&quot;architecture_role&quot;:&quot;down-path&quot;,&quot;architecture_role_graph_digest&quot;:&quot;39dcf2051fbb1f7f1a47aad044ed9bfe59805e8861ee92c26fd04387695e8abd&quot;,&quot;architecture_role_graph_edge_id&quot;:null,&quot;architecture_role_id&quot;:&quot;architecture_role_down_path_2_module_downsample_fce0c560_mod_bff5f9ce&quot;,&quot;architecture_route_id&quot;:null,&quot;architecture_route_role&quot;:null,&quot;depth&quot;:25.813902849999998,&quot;endpoint_object_ids&quot;:[],&quot;endpoint_role_ids&quot;:[],&quot;kind&quot;:&quot;edge&quot;,&quot;object_id&quot;:&quot;scene_object_model_scene_architecture_role_architecture_bea53299&quot;,&quot;repeat_count&quot;:1,&quot;source_digest&quot;:&quot;5216f877d110e7dd565fd715c4e296ea67c48de45c7a3772013aed5bd8e892de&quot;}"/>
          <p:cNvCxnSpPr/>
          <p:nvPr/>
        </p:nvCxnSpPr>
        <p:spPr>
          <a:xfrm flipH="1">
            <a:off x="2045135" y="2137120"/>
            <a:ext cx="208079" cy="11008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NNDV editable edge scene_object_model_scene_architecture_role_architecture_bea53299 000" descr="{&quot;architecture_direction&quot;:null,&quot;architecture_evidence_digest&quot;:&quot;e37ae36979653331c6608c6d22ee880139314da85adebebf6d02bc1f3ade83c1&quot;,&quot;architecture_role&quot;:&quot;down-path&quot;,&quot;architecture_role_graph_digest&quot;:&quot;39dcf2051fbb1f7f1a47aad044ed9bfe59805e8861ee92c26fd04387695e8abd&quot;,&quot;architecture_role_graph_edge_id&quot;:null,&quot;architecture_role_id&quot;:&quot;architecture_role_down_path_2_module_downsample_fce0c560_mod_bff5f9ce&quot;,&quot;architecture_route_id&quot;:null,&quot;architecture_route_role&quot;:null,&quot;depth&quot;:24.88557105,&quot;endpoint_object_ids&quot;:[],&quot;endpoint_role_ids&quot;:[],&quot;kind&quot;:&quot;edge&quot;,&quot;object_id&quot;:&quot;scene_object_model_scene_architecture_role_architecture_bea53299&quot;,&quot;repeat_count&quot;:1,&quot;source_digest&quot;:&quot;5216f877d110e7dd565fd715c4e296ea67c48de45c7a3772013aed5bd8e892de&quot;}"/>
          <p:cNvCxnSpPr/>
          <p:nvPr/>
        </p:nvCxnSpPr>
        <p:spPr>
          <a:xfrm flipH="1" flipV="1">
            <a:off x="1731071" y="1857781"/>
            <a:ext cx="314064" cy="12207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NNDV editable edge scene_object_model_scene_architecture_role_architecture_bea53299 000" descr="{&quot;architecture_direction&quot;:null,&quot;architecture_evidence_digest&quot;:&quot;e37ae36979653331c6608c6d22ee880139314da85adebebf6d02bc1f3ade83c1&quot;,&quot;architecture_role&quot;:&quot;down-path&quot;,&quot;architecture_role_graph_digest&quot;:&quot;39dcf2051fbb1f7f1a47aad044ed9bfe59805e8861ee92c26fd04387695e8abd&quot;,&quot;architecture_role_graph_edge_id&quot;:null,&quot;architecture_role_id&quot;:&quot;architecture_role_down_path_2_module_downsample_fce0c560_mod_bff5f9ce&quot;,&quot;architecture_route_id&quot;:null,&quot;architecture_route_role&quot;:null,&quot;depth&quot;:24.808958949999997,&quot;endpoint_object_ids&quot;:[],&quot;endpoint_role_ids&quot;:[],&quot;kind&quot;:&quot;edge&quot;,&quot;object_id&quot;:&quot;scene_object_model_scene_architecture_role_architecture_bea53299&quot;,&quot;repeat_count&quot;:1,&quot;source_digest&quot;:&quot;5216f877d110e7dd565fd715c4e296ea67c48de45c7a3772013aed5bd8e892de&quot;}"/>
          <p:cNvCxnSpPr/>
          <p:nvPr/>
        </p:nvCxnSpPr>
        <p:spPr>
          <a:xfrm flipH="1">
            <a:off x="2045135" y="1869770"/>
            <a:ext cx="208079" cy="11008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NNDV editable edge scene_object_model_scene_architecture_role_architecture_bea53299 000" descr="{&quot;architecture_direction&quot;:null,&quot;architecture_evidence_digest&quot;:&quot;e37ae36979653331c6608c6d22ee880139314da85adebebf6d02bc1f3ade83c1&quot;,&quot;architecture_role&quot;:&quot;down-path&quot;,&quot;architecture_role_graph_digest&quot;:&quot;39dcf2051fbb1f7f1a47aad044ed9bfe59805e8861ee92c26fd04387695e8abd&quot;,&quot;architecture_role_graph_edge_id&quot;:null,&quot;architecture_role_id&quot;:&quot;architecture_role_down_path_2_module_downsample_fce0c560_mod_bff5f9ce&quot;,&quot;architecture_route_id&quot;:null,&quot;architecture_route_role&quot;:null,&quot;depth&quot;:24.60797015,&quot;endpoint_object_ids&quot;:[],&quot;endpoint_role_ids&quot;:[],&quot;kind&quot;:&quot;edge&quot;,&quot;object_id&quot;:&quot;scene_object_model_scene_architecture_role_architecture_bea53299&quot;,&quot;repeat_count&quot;:1,&quot;source_digest&quot;:&quot;5216f877d110e7dd565fd715c4e296ea67c48de45c7a3772013aed5bd8e892de&quot;}"/>
          <p:cNvCxnSpPr/>
          <p:nvPr/>
        </p:nvCxnSpPr>
        <p:spPr>
          <a:xfrm flipV="1">
            <a:off x="2045135" y="1979855"/>
            <a:ext cx="0" cy="26735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NNDV editable arrow scene_object_model_scene_architecture_route_architectur_81ff23ae 000" descr="{&quot;architecture_direction&quot;:&quot;source-to-target&quot;,&quot;architecture_evidence_digest&quot;:&quot;e37ae36979653331c6608c6d22ee880139314da85adebebf6d02bc1f3ade83c1&quot;,&quot;architecture_role&quot;:&quot;arrow&quot;,&quot;architecture_role_graph_digest&quot;:&quot;39dcf2051fbb1f7f1a47aad044ed9bfe59805e8861ee92c26fd04387695e8abd&quot;,&quot;architecture_role_graph_edge_id&quot;:&quot;architecture_role_flow_architecture_role_down_path_2_module_downs_61604187&quot;,&quot;architecture_role_id&quot;:null,&quot;architecture_route_id&quot;:null,&quot;architecture_route_role&quot;:&quot;arrow&quot;,&quot;depth&quot;:23.528328184375,&quot;endpoint_object_ids&quot;:[&quot;scene_object_model_scene_architecture_role_architecture_bea53299&quot;,&quot;scene_object_model_scene_architecture_role_architecture_ee66cefc&quot;],&quot;endpoint_role_ids&quot;:[&quot;architecture_role_down_path_2_module_downsample_fce0c560_mod_bff5f9ce&quot;,&quot;architecture_role_bottleneck_3_node_fx_silu_1_20_0560e3e3_mo_9e2af987&quot;],&quot;kind&quot;:&quot;arrow&quot;,&quot;object_id&quot;:&quot;scene_object_model_scene_architecture_route_architectur_81ff23ae&quot;,&quot;repeat_count&quot;:1,&quot;source_digest&quot;:&quot;5216f877d110e7dd565fd715c4e296ea67c48de45c7a3772013aed5bd8e892de&quot;}"/>
          <p:cNvCxnSpPr/>
          <p:nvPr/>
        </p:nvCxnSpPr>
        <p:spPr>
          <a:xfrm>
            <a:off x="2115787" y="2161778"/>
            <a:ext cx="519306" cy="690176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NNDV editable edge scene_object_model_scene_architecture_role_architecture_ee66cefc 000" descr="{&quot;architecture_direction&quot;:null,&quot;architecture_evidence_digest&quot;:&quot;e37ae36979653331c6608c6d22ee880139314da85adebebf6d02bc1f3ade83c1&quot;,&quot;architecture_role&quot;:&quot;bottleneck&quot;,&quot;architecture_role_graph_digest&quot;:&quot;39dcf2051fbb1f7f1a47aad044ed9bfe59805e8861ee92c26fd04387695e8abd&quot;,&quot;architecture_role_graph_edge_id&quot;:null,&quot;architecture_role_id&quot;:&quot;architecture_role_bottleneck_3_node_fx_silu_1_20_0560e3e3_mo_9e2af987&quot;,&quot;architecture_route_id&quot;:null,&quot;architecture_route_role&quot;:null,&quot;depth&quot;:21.00077515,&quot;endpoint_object_ids&quot;:[],&quot;endpoint_role_ids&quot;:[],&quot;kind&quot;:&quot;edge&quot;,&quot;object_id&quot;:&quot;scene_object_model_scene_architecture_role_architecture_ee66cefc&quot;,&quot;repeat_count&quot;:1,&quot;source_digest&quot;:&quot;5216f877d110e7dd565fd715c4e296ea67c48de45c7a3772013aed5bd8e892de&quot;}"/>
          <p:cNvCxnSpPr/>
          <p:nvPr/>
        </p:nvCxnSpPr>
        <p:spPr>
          <a:xfrm flipH="1" flipV="1">
            <a:off x="2772345" y="2815666"/>
            <a:ext cx="230323" cy="8952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NNDV editable edge scene_object_model_scene_architecture_role_architecture_ee66cefc 000" descr="{&quot;architecture_direction&quot;:null,&quot;architecture_evidence_digest&quot;:&quot;e37ae36979653331c6608c6d22ee880139314da85adebebf6d02bc1f3ade83c1&quot;,&quot;architecture_role&quot;:&quot;bottleneck&quot;,&quot;architecture_role_graph_digest&quot;:&quot;39dcf2051fbb1f7f1a47aad044ed9bfe59805e8861ee92c26fd04387695e8abd&quot;,&quot;architecture_role_graph_edge_id&quot;:null,&quot;architecture_role_id&quot;:&quot;architecture_role_bottleneck_3_node_fx_silu_1_20_0560e3e3_mo_9e2af987&quot;,&quot;architecture_route_id&quot;:null,&quot;architecture_route_role&quot;:null,&quot;depth&quot;:20.93116955,&quot;endpoint_object_ids&quot;:[],&quot;endpoint_role_ids&quot;:[],&quot;kind&quot;:&quot;edge&quot;,&quot;object_id&quot;:&quot;scene_object_model_scene_architecture_role_architecture_ee66cefc&quot;,&quot;repeat_count&quot;:1,&quot;source_digest&quot;:&quot;5216f877d110e7dd565fd715c4e296ea67c48de45c7a3772013aed5bd8e892de&quot;}"/>
          <p:cNvCxnSpPr/>
          <p:nvPr/>
        </p:nvCxnSpPr>
        <p:spPr>
          <a:xfrm flipV="1">
            <a:off x="3002668" y="2905192"/>
            <a:ext cx="0" cy="26735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NNDV editable edge scene_object_model_scene_architecture_role_architecture_ee66cefc 000" descr="{&quot;architecture_direction&quot;:null,&quot;architecture_evidence_digest&quot;:&quot;e37ae36979653331c6608c6d22ee880139314da85adebebf6d02bc1f3ade83c1&quot;,&quot;architecture_role&quot;:&quot;bottleneck&quot;,&quot;architecture_role_graph_digest&quot;:&quot;39dcf2051fbb1f7f1a47aad044ed9bfe59805e8861ee92c26fd04387695e8abd&quot;,&quot;architecture_role_graph_edge_id&quot;:null,&quot;architecture_role_id&quot;:&quot;architecture_role_bottleneck_3_node_fx_silu_1_20_0560e3e3_mo_9e2af987&quot;,&quot;architecture_route_id&quot;:null,&quot;architecture_route_role&quot;:null,&quot;depth&quot;:20.869391999999998,&quot;endpoint_object_ids&quot;:[],&quot;endpoint_role_ids&quot;:[],&quot;kind&quot;:&quot;edge&quot;,&quot;object_id&quot;:&quot;scene_object_model_scene_architecture_role_architecture_ee66cefc&quot;,&quot;repeat_count&quot;:1,&quot;source_digest&quot;:&quot;5216f877d110e7dd565fd715c4e296ea67c48de45c7a3772013aed5bd8e892de&quot;}"/>
          <p:cNvCxnSpPr/>
          <p:nvPr/>
        </p:nvCxnSpPr>
        <p:spPr>
          <a:xfrm flipH="1">
            <a:off x="2564265" y="2815666"/>
            <a:ext cx="208080" cy="11008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NNDV editable arrow scene_object_model_scene_architecture_route_architectur_f3aa80cf 000" descr="{&quot;architecture_direction&quot;:&quot;source-to-target&quot;,&quot;architecture_evidence_digest&quot;:&quot;e37ae36979653331c6608c6d22ee880139314da85adebebf6d02bc1f3ade83c1&quot;,&quot;architecture_role&quot;:&quot;arrow&quot;,&quot;architecture_role_graph_digest&quot;:&quot;39dcf2051fbb1f7f1a47aad044ed9bfe59805e8861ee92c26fd04387695e8abd&quot;,&quot;architecture_role_graph_edge_id&quot;:&quot;architecture_role_flow_architecture_role_down_path_2_module_downs_2b72e3b8&quot;,&quot;architecture_role_id&quot;:null,&quot;architecture_route_id&quot;:null,&quot;architecture_route_role&quot;:&quot;arrow&quot;,&quot;depth&quot;:20.96515256875,&quot;endpoint_object_ids&quot;:[&quot;scene_object_model_scene_architecture_role_architecture_bea53299&quot;,&quot;scene_object_model_scene_architecture_role_architecture_fecfc9f8&quot;],&quot;endpoint_role_ids&quot;:[&quot;architecture_role_down_path_2_module_downsample_fce0c560_mod_bff5f9ce&quot;,&quot;architecture_role_up_path_4_module_decoder_conditioned_conv2_6167e54f&quot;],&quot;kind&quot;:&quot;arrow&quot;,&quot;object_id&quot;:&quot;scene_object_model_scene_architecture_route_architectur_f3aa80cf&quot;,&quot;repeat_count&quot;:1,&quot;source_digest&quot;:&quot;5216f877d110e7dd565fd715c4e296ea67c48de45c7a3772013aed5bd8e892de&quot;}"/>
          <p:cNvCxnSpPr/>
          <p:nvPr/>
        </p:nvCxnSpPr>
        <p:spPr>
          <a:xfrm>
            <a:off x="2191876" y="2075086"/>
            <a:ext cx="1664443" cy="646958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NNDV editable edge scene_object_model_scene_architecture_role_architecture_ee66cefc 000" descr="{&quot;architecture_direction&quot;:null,&quot;architecture_evidence_digest&quot;:&quot;e37ae36979653331c6608c6d22ee880139314da85adebebf6d02bc1f3ade83c1&quot;,&quot;architecture_role&quot;:&quot;bottleneck&quot;,&quot;architecture_role_graph_digest&quot;:&quot;39dcf2051fbb1f7f1a47aad044ed9bfe59805e8861ee92c26fd04387695e8abd&quot;,&quot;architecture_role_graph_edge_id&quot;:null,&quot;architecture_role_id&quot;:&quot;architecture_role_bottleneck_3_node_fx_silu_1_20_0560e3e3_mo_9e2af987&quot;,&quot;architecture_route_id&quot;:null,&quot;architecture_route_role&quot;:null,&quot;depth&quot;:20.7301808,&quot;endpoint_object_ids&quot;:[],&quot;endpoint_role_ids&quot;:[],&quot;kind&quot;:&quot;edge&quot;,&quot;object_id&quot;:&quot;scene_object_model_scene_architecture_role_architecture_ee66cefc&quot;,&quot;repeat_count&quot;:1,&quot;source_digest&quot;:&quot;5216f877d110e7dd565fd715c4e296ea67c48de45c7a3772013aed5bd8e892de&quot;}"/>
          <p:cNvCxnSpPr/>
          <p:nvPr/>
        </p:nvCxnSpPr>
        <p:spPr>
          <a:xfrm flipH="1">
            <a:off x="2794588" y="3172542"/>
            <a:ext cx="208080" cy="11008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NNDV editable edge scene_object_model_scene_architecture_role_architecture_ee66cefc 000" descr="{&quot;architecture_direction&quot;:null,&quot;architecture_evidence_digest&quot;:&quot;e37ae36979653331c6608c6d22ee880139314da85adebebf6d02bc1f3ade83c1&quot;,&quot;architecture_role&quot;:&quot;bottleneck&quot;,&quot;architecture_role_graph_digest&quot;:&quot;39dcf2051fbb1f7f1a47aad044ed9bfe59805e8861ee92c26fd04387695e8abd&quot;,&quot;architecture_role_graph_edge_id&quot;:null,&quot;architecture_role_id&quot;:&quot;architecture_role_bottleneck_3_node_fx_silu_1_20_0560e3e3_mo_9e2af987&quot;,&quot;architecture_route_id&quot;:null,&quot;architecture_route_role&quot;:null,&quot;depth&quot;:20.66840325,&quot;endpoint_object_ids&quot;:[],&quot;endpoint_role_ids&quot;:[],&quot;kind&quot;:&quot;edge&quot;,&quot;object_id&quot;:&quot;scene_object_model_scene_architecture_role_architecture_ee66cefc&quot;,&quot;repeat_count&quot;:1,&quot;source_digest&quot;:&quot;5216f877d110e7dd565fd715c4e296ea67c48de45c7a3772013aed5bd8e892de&quot;}"/>
          <p:cNvCxnSpPr/>
          <p:nvPr/>
        </p:nvCxnSpPr>
        <p:spPr>
          <a:xfrm flipV="1">
            <a:off x="2564265" y="2925752"/>
            <a:ext cx="0" cy="26735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NNDV editable edge scene_object_model_scene_architecture_role_architecture_ee66cefc 000" descr="{&quot;architecture_direction&quot;:null,&quot;architecture_evidence_digest&quot;:&quot;e37ae36979653331c6608c6d22ee880139314da85adebebf6d02bc1f3ade83c1&quot;,&quot;architecture_role&quot;:&quot;bottleneck&quot;,&quot;architecture_role_graph_digest&quot;:&quot;39dcf2051fbb1f7f1a47aad044ed9bfe59805e8861ee92c26fd04387695e8abd&quot;,&quot;architecture_role_graph_edge_id&quot;:null,&quot;architecture_role_id&quot;:&quot;architecture_role_bottleneck_3_node_fx_silu_1_20_0560e3e3_mo_9e2af987&quot;,&quot;architecture_route_id&quot;:null,&quot;architecture_route_role&quot;:null,&quot;depth&quot;:20.59879765,&quot;endpoint_object_ids&quot;:[],&quot;endpoint_role_ids&quot;:[],&quot;kind&quot;:&quot;edge&quot;,&quot;object_id&quot;:&quot;scene_object_model_scene_architecture_role_architecture_ee66cefc&quot;,&quot;repeat_count&quot;:1,&quot;source_digest&quot;:&quot;5216f877d110e7dd565fd715c4e296ea67c48de45c7a3772013aed5bd8e892de&quot;}"/>
          <p:cNvCxnSpPr/>
          <p:nvPr/>
        </p:nvCxnSpPr>
        <p:spPr>
          <a:xfrm>
            <a:off x="2564265" y="3193102"/>
            <a:ext cx="230323" cy="8952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NNDV editable edge scene_object_model_scene_architecture_role_architecture_ee66cefc 000" descr="{&quot;architecture_direction&quot;:null,&quot;architecture_evidence_digest&quot;:&quot;e37ae36979653331c6608c6d22ee880139314da85adebebf6d02bc1f3ade83c1&quot;,&quot;architecture_role&quot;:&quot;bottleneck&quot;,&quot;architecture_role_graph_digest&quot;:&quot;39dcf2051fbb1f7f1a47aad044ed9bfe59805e8861ee92c26fd04387695e8abd&quot;,&quot;architecture_role_graph_edge_id&quot;:null,&quot;architecture_role_id&quot;:&quot;architecture_role_bottleneck_3_node_fx_silu_1_20_0560e3e3_mo_9e2af987&quot;,&quot;architecture_route_id&quot;:null,&quot;architecture_route_role&quot;:null,&quot;depth&quot;:19.7252369,&quot;endpoint_object_ids&quot;:[],&quot;endpoint_role_ids&quot;:[],&quot;kind&quot;:&quot;edge&quot;,&quot;object_id&quot;:&quot;scene_object_model_scene_architecture_role_architecture_ee66cefc&quot;,&quot;repeat_count&quot;:1,&quot;source_digest&quot;:&quot;5216f877d110e7dd565fd715c4e296ea67c48de45c7a3772013aed5bd8e892de&quot;}"/>
          <p:cNvCxnSpPr/>
          <p:nvPr/>
        </p:nvCxnSpPr>
        <p:spPr>
          <a:xfrm flipH="1">
            <a:off x="2794588" y="2905192"/>
            <a:ext cx="208080" cy="11008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NNDV editable edge scene_object_model_scene_architecture_role_architecture_ee66cefc 000" descr="{&quot;architecture_direction&quot;:null,&quot;architecture_evidence_digest&quot;:&quot;e37ae36979653331c6608c6d22ee880139314da85adebebf6d02bc1f3ade83c1&quot;,&quot;architecture_role&quot;:&quot;bottleneck&quot;,&quot;architecture_role_graph_digest&quot;:&quot;39dcf2051fbb1f7f1a47aad044ed9bfe59805e8861ee92c26fd04387695e8abd&quot;,&quot;architecture_role_graph_edge_id&quot;:null,&quot;architecture_role_id&quot;:&quot;architecture_role_bottleneck_3_node_fx_silu_1_20_0560e3e3_mo_9e2af987&quot;,&quot;architecture_route_id&quot;:null,&quot;architecture_route_role&quot;:null,&quot;depth&quot;:19.59385375,&quot;endpoint_object_ids&quot;:[],&quot;endpoint_role_ids&quot;:[],&quot;kind&quot;:&quot;edge&quot;,&quot;object_id&quot;:&quot;scene_object_model_scene_architecture_role_architecture_ee66cefc&quot;,&quot;repeat_count&quot;:1,&quot;source_digest&quot;:&quot;5216f877d110e7dd565fd715c4e296ea67c48de45c7a3772013aed5bd8e892de&quot;}"/>
          <p:cNvCxnSpPr/>
          <p:nvPr/>
        </p:nvCxnSpPr>
        <p:spPr>
          <a:xfrm flipH="1" flipV="1">
            <a:off x="2564265" y="2925752"/>
            <a:ext cx="230323" cy="8952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NNDV editable edge scene_object_model_scene_architecture_role_architecture_ee66cefc 000" descr="{&quot;architecture_direction&quot;:null,&quot;architecture_evidence_digest&quot;:&quot;e37ae36979653331c6608c6d22ee880139314da85adebebf6d02bc1f3ade83c1&quot;,&quot;architecture_role&quot;:&quot;bottleneck&quot;,&quot;architecture_role_graph_digest&quot;:&quot;39dcf2051fbb1f7f1a47aad044ed9bfe59805e8861ee92c26fd04387695e8abd&quot;,&quot;architecture_role_graph_edge_id&quot;:null,&quot;architecture_role_id&quot;:&quot;architecture_role_bottleneck_3_node_fx_silu_1_20_0560e3e3_mo_9e2af987&quot;,&quot;architecture_route_id&quot;:null,&quot;architecture_route_role&quot;:null,&quot;depth&quot;:19.52424815,&quot;endpoint_object_ids&quot;:[],&quot;endpoint_role_ids&quot;:[],&quot;kind&quot;:&quot;edge&quot;,&quot;object_id&quot;:&quot;scene_object_model_scene_architecture_role_architecture_ee66cefc&quot;,&quot;repeat_count&quot;:1,&quot;source_digest&quot;:&quot;5216f877d110e7dd565fd715c4e296ea67c48de45c7a3772013aed5bd8e892de&quot;}"/>
          <p:cNvCxnSpPr/>
          <p:nvPr/>
        </p:nvCxnSpPr>
        <p:spPr>
          <a:xfrm flipV="1">
            <a:off x="2794588" y="3015277"/>
            <a:ext cx="0" cy="26735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NNDV editable arrow scene_object_model_scene_architecture_route_architectur_5189aa04 000" descr="{&quot;architecture_direction&quot;:&quot;source-to-target&quot;,&quot;architecture_evidence_digest&quot;:&quot;e37ae36979653331c6608c6d22ee880139314da85adebebf6d02bc1f3ade83c1&quot;,&quot;architecture_role&quot;:&quot;conditioning&quot;,&quot;architecture_role_graph_digest&quot;:&quot;39dcf2051fbb1f7f1a47aad044ed9bfe59805e8861ee92c26fd04387695e8abd&quot;,&quot;architecture_role_graph_edge_id&quot;:&quot;architecture_route_conditioning_architecture_role_conditionin_ebdca9e4&quot;,&quot;architecture_role_id&quot;:null,&quot;architecture_route_id&quot;:&quot;architecture_route_conditioning_architecture_role_conditionin_ebdca9e4&quot;,&quot;architecture_route_role&quot;:&quot;conditioning&quot;,&quot;depth&quot;:19.195734596875003,&quot;endpoint_object_ids&quot;:[&quot;scene_object_model_scene_architecture_role_architecture_3d39c074&quot;,&quot;scene_object_model_scene_architecture_role_architecture_bea53299&quot;],&quot;endpoint_role_ids&quot;:[&quot;architecture_role_conditioning_1_node_fx_timestep_1_f1517b44_4058216a&quot;,&quot;architecture_role_down_path_2_module_downsample_fce0c560_mod_bff5f9ce&quot;],&quot;kind&quot;:&quot;arrow&quot;,&quot;object_id&quot;:&quot;scene_object_model_scene_architecture_route_architectur_5189aa04&quot;,&quot;repeat_count&quot;:1,&quot;source_digest&quot;:&quot;5216f877d110e7dd565fd715c4e296ea67c48de45c7a3772013aed5bd8e892de&quot;}"/>
          <p:cNvCxnSpPr/>
          <p:nvPr/>
        </p:nvCxnSpPr>
        <p:spPr>
          <a:xfrm flipH="1">
            <a:off x="2037225" y="1380252"/>
            <a:ext cx="360661" cy="548621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NNDV editable arrow scene_object_model_scene_architecture_route_architectur_6a6b6596 000" descr="{&quot;architecture_direction&quot;:&quot;source-to-target&quot;,&quot;architecture_evidence_digest&quot;:&quot;e37ae36979653331c6608c6d22ee880139314da85adebebf6d02bc1f3ade83c1&quot;,&quot;architecture_role&quot;:&quot;arrow&quot;,&quot;architecture_role_graph_digest&quot;:&quot;39dcf2051fbb1f7f1a47aad044ed9bfe59805e8861ee92c26fd04387695e8abd&quot;,&quot;architecture_role_graph_edge_id&quot;:&quot;architecture_role_flow_architecture_role_down_path_2_module_downs_5b05cf3b&quot;,&quot;architecture_role_id&quot;:null,&quot;architecture_route_id&quot;:null,&quot;architecture_route_role&quot;:&quot;arrow&quot;,&quot;depth&quot;:19.195734596875,&quot;endpoint_object_ids&quot;:[&quot;scene_object_model_scene_architecture_role_architecture_bea53299&quot;,&quot;scene_object_model_scene_architecture_role_architecture_3d39c074&quot;],&quot;endpoint_role_ids&quot;:[&quot;architecture_role_down_path_2_module_downsample_fce0c560_mod_bff5f9ce&quot;,&quot;architecture_role_conditioning_1_node_fx_timestep_1_f1517b44_4058216a&quot;],&quot;kind&quot;:&quot;arrow&quot;,&quot;object_id&quot;:&quot;scene_object_model_scene_architecture_route_architectur_6a6b6596&quot;,&quot;repeat_count&quot;:1,&quot;source_digest&quot;:&quot;5216f877d110e7dd565fd715c4e296ea67c48de45c7a3772013aed5bd8e892de&quot;}"/>
          <p:cNvCxnSpPr/>
          <p:nvPr/>
        </p:nvCxnSpPr>
        <p:spPr>
          <a:xfrm flipV="1">
            <a:off x="2037225" y="1380252"/>
            <a:ext cx="360661" cy="548621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NNDV editable arrow scene_object_model_scene_architecture_route_architectur_723c7baa 000" descr="{&quot;architecture_direction&quot;:&quot;source-to-target&quot;,&quot;architecture_evidence_digest&quot;:&quot;e37ae36979653331c6608c6d22ee880139314da85adebebf6d02bc1f3ade83c1&quot;,&quot;architecture_role&quot;:&quot;arrow&quot;,&quot;architecture_role_graph_digest&quot;:&quot;39dcf2051fbb1f7f1a47aad044ed9bfe59805e8861ee92c26fd04387695e8abd&quot;,&quot;architecture_role_graph_edge_id&quot;:&quot;architecture_role_flow_architecture_role_conditioning_1_node_fx_t_eb4748f6&quot;,&quot;architecture_role_id&quot;:null,&quot;architecture_route_id&quot;:null,&quot;architecture_route_role&quot;:&quot;arrow&quot;,&quot;depth&quot;:19.195734596875003,&quot;endpoint_object_ids&quot;:[&quot;scene_object_model_scene_architecture_role_architecture_3d39c074&quot;,&quot;scene_object_model_scene_architecture_role_architecture_bea53299&quot;],&quot;endpoint_role_ids&quot;:[&quot;architecture_role_conditioning_1_node_fx_timestep_1_f1517b44_4058216a&quot;,&quot;architecture_role_down_path_2_module_downsample_fce0c560_mod_bff5f9ce&quot;],&quot;kind&quot;:&quot;arrow&quot;,&quot;object_id&quot;:&quot;scene_object_model_scene_architecture_route_architectur_723c7baa&quot;,&quot;repeat_count&quot;:1,&quot;source_digest&quot;:&quot;5216f877d110e7dd565fd715c4e296ea67c48de45c7a3772013aed5bd8e892de&quot;}"/>
          <p:cNvCxnSpPr/>
          <p:nvPr/>
        </p:nvCxnSpPr>
        <p:spPr>
          <a:xfrm flipH="1">
            <a:off x="2037225" y="1380252"/>
            <a:ext cx="360661" cy="548621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NNDV editable arrow scene_object_model_scene_architecture_route_architectur_3352af4b 000" descr="{&quot;architecture_direction&quot;:&quot;source-to-target&quot;,&quot;architecture_evidence_digest&quot;:&quot;e37ae36979653331c6608c6d22ee880139314da85adebebf6d02bc1f3ade83c1&quot;,&quot;architecture_role&quot;:&quot;arrow&quot;,&quot;architecture_role_graph_digest&quot;:&quot;39dcf2051fbb1f7f1a47aad044ed9bfe59805e8861ee92c26fd04387695e8abd&quot;,&quot;architecture_role_graph_edge_id&quot;:&quot;architecture_role_flow_architecture_role_bottleneck_3_node_fx_sil_6fd195d1&quot;,&quot;architecture_role_id&quot;:null,&quot;architecture_route_id&quot;:null,&quot;architecture_route_role&quot;:&quot;arrow&quot;,&quot;depth&quot;:18.401976953125,&quot;endpoint_object_ids&quot;:[&quot;scene_object_model_scene_architecture_role_architecture_ee66cefc&quot;,&quot;scene_object_model_scene_architecture_role_architecture_fecfc9f8&quot;],&quot;endpoint_role_ids&quot;:[&quot;architecture_role_bottleneck_3_node_fx_silu_1_20_0560e3e3_mo_9e2af987&quot;,&quot;architecture_role_up_path_4_module_decoder_conditioned_conv2_6167e54f&quot;],&quot;kind&quot;:&quot;arrow&quot;,&quot;object_id&quot;:&quot;scene_object_model_scene_architecture_route_architectur_3352af4b&quot;,&quot;repeat_count&quot;:1,&quot;source_digest&quot;:&quot;5216f877d110e7dd565fd715c4e296ea67c48de45c7a3772013aed5bd8e892de&quot;}"/>
          <p:cNvCxnSpPr/>
          <p:nvPr/>
        </p:nvCxnSpPr>
        <p:spPr>
          <a:xfrm flipV="1">
            <a:off x="2950862" y="2874468"/>
            <a:ext cx="878826" cy="146730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NNDV editable arrow scene_object_model_scene_architecture_route_architectur_59c74d8c 000" descr="{&quot;architecture_direction&quot;:&quot;source-to-target&quot;,&quot;architecture_evidence_digest&quot;:&quot;e37ae36979653331c6608c6d22ee880139314da85adebebf6d02bc1f3ade83c1&quot;,&quot;architecture_role&quot;:&quot;arrow&quot;,&quot;architecture_role_graph_digest&quot;:&quot;39dcf2051fbb1f7f1a47aad044ed9bfe59805e8861ee92c26fd04387695e8abd&quot;,&quot;architecture_role_graph_edge_id&quot;:&quot;architecture_role_flow_architecture_role_conditioning_1_node_fx_t_91eea4ad&quot;,&quot;architecture_role_id&quot;:null,&quot;architecture_route_id&quot;:null,&quot;architecture_route_role&quot;:&quot;arrow&quot;,&quot;depth&quot;:16.09015795,&quot;endpoint_object_ids&quot;:[&quot;scene_object_model_scene_architecture_role_architecture_3d39c074&quot;,&quot;scene_object_model_scene_architecture_role_architecture_ee66cefc&quot;],&quot;endpoint_role_ids&quot;:[&quot;architecture_role_conditioning_1_node_fx_timestep_1_f1517b44_4058216a&quot;,&quot;architecture_role_bottleneck_3_node_fx_silu_1_20_0560e3e3_mo_9e2af987&quot;],&quot;kind&quot;:&quot;arrow&quot;,&quot;object_id&quot;:&quot;scene_object_model_scene_architecture_route_architectur_59c74d8c&quot;,&quot;repeat_count&quot;:1,&quot;source_digest&quot;:&quot;5216f877d110e7dd565fd715c4e296ea67c48de45c7a3772013aed5bd8e892de&quot;}"/>
          <p:cNvCxnSpPr/>
          <p:nvPr/>
        </p:nvCxnSpPr>
        <p:spPr>
          <a:xfrm>
            <a:off x="2502128" y="1433130"/>
            <a:ext cx="252234" cy="1448843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NNDV editable arrow scene_object_model_scene_architecture_route_architectur_d1f84eba 000" descr="{&quot;architecture_direction&quot;:&quot;source-to-target&quot;,&quot;architecture_evidence_digest&quot;:&quot;e37ae36979653331c6608c6d22ee880139314da85adebebf6d02bc1f3ade83c1&quot;,&quot;architecture_role&quot;:&quot;conditioning&quot;,&quot;architecture_role_graph_digest&quot;:&quot;39dcf2051fbb1f7f1a47aad044ed9bfe59805e8861ee92c26fd04387695e8abd&quot;,&quot;architecture_role_graph_edge_id&quot;:&quot;architecture_route_conditioning_architecture_role_conditionin_bd273648&quot;,&quot;architecture_role_id&quot;:null,&quot;architecture_route_id&quot;:&quot;architecture_route_conditioning_architecture_role_conditionin_bd273648&quot;,&quot;architecture_route_role&quot;:&quot;conditioning&quot;,&quot;depth&quot;:16.09015795,&quot;endpoint_object_ids&quot;:[&quot;scene_object_model_scene_architecture_role_architecture_3d39c074&quot;,&quot;scene_object_model_scene_architecture_role_architecture_ee66cefc&quot;],&quot;endpoint_role_ids&quot;:[&quot;architecture_role_conditioning_1_node_fx_timestep_1_f1517b44_4058216a&quot;,&quot;architecture_role_bottleneck_3_node_fx_silu_1_20_0560e3e3_mo_9e2af987&quot;],&quot;kind&quot;:&quot;arrow&quot;,&quot;object_id&quot;:&quot;scene_object_model_scene_architecture_route_architectur_d1f84eba&quot;,&quot;repeat_count&quot;:1,&quot;source_digest&quot;:&quot;5216f877d110e7dd565fd715c4e296ea67c48de45c7a3772013aed5bd8e892de&quot;}"/>
          <p:cNvCxnSpPr/>
          <p:nvPr/>
        </p:nvCxnSpPr>
        <p:spPr>
          <a:xfrm>
            <a:off x="2502128" y="1433130"/>
            <a:ext cx="252234" cy="1448843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NNDV editable arrow scene_object_model_scene_architecture_route_architectur_d47bde38 000" descr="{&quot;architecture_direction&quot;:&quot;source-to-target&quot;,&quot;architecture_evidence_digest&quot;:&quot;e37ae36979653331c6608c6d22ee880139314da85adebebf6d02bc1f3ade83c1&quot;,&quot;architecture_role&quot;:&quot;arrow&quot;,&quot;architecture_role_graph_digest&quot;:&quot;39dcf2051fbb1f7f1a47aad044ed9bfe59805e8861ee92c26fd04387695e8abd&quot;,&quot;architecture_role_graph_edge_id&quot;:&quot;architecture_role_flow_architecture_role_bottleneck_3_node_fx_sil_70600fb9&quot;,&quot;architecture_role_id&quot;:null,&quot;architecture_route_id&quot;:null,&quot;architecture_route_role&quot;:&quot;arrow&quot;,&quot;depth&quot;:16.09015795,&quot;endpoint_object_ids&quot;:[&quot;scene_object_model_scene_architecture_role_architecture_ee66cefc&quot;,&quot;scene_object_model_scene_architecture_role_architecture_3d39c074&quot;],&quot;endpoint_role_ids&quot;:[&quot;architecture_role_bottleneck_3_node_fx_silu_1_20_0560e3e3_mo_9e2af987&quot;,&quot;architecture_role_conditioning_1_node_fx_timestep_1_f1517b44_4058216a&quot;],&quot;kind&quot;:&quot;arrow&quot;,&quot;object_id&quot;:&quot;scene_object_model_scene_architecture_route_architectur_d47bde38&quot;,&quot;repeat_count&quot;:1,&quot;source_digest&quot;:&quot;5216f877d110e7dd565fd715c4e296ea67c48de45c7a3772013aed5bd8e892de&quot;}"/>
          <p:cNvCxnSpPr/>
          <p:nvPr/>
        </p:nvCxnSpPr>
        <p:spPr>
          <a:xfrm flipH="1" flipV="1">
            <a:off x="2502128" y="1433130"/>
            <a:ext cx="252234" cy="1448843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NNDV editable edge scene_object_model_scene_architecture_role_architecture_fecfc9f8 000" descr="{&quot;architecture_direction&quot;:null,&quot;architecture_evidence_digest&quot;:&quot;e37ae36979653331c6608c6d22ee880139314da85adebebf6d02bc1f3ade83c1&quot;,&quot;architecture_role&quot;:&quot;up-path&quot;,&quot;architecture_role_graph_digest&quot;:&quot;39dcf2051fbb1f7f1a47aad044ed9bfe59805e8861ee92c26fd04387695e8abd&quot;,&quot;architecture_role_graph_edge_id&quot;:null,&quot;architecture_role_id&quot;:&quot;architecture_role_up_path_4_module_decoder_conditioned_conv2_6167e54f&quot;,&quot;architecture_route_id&quot;:null,&quot;architecture_route_role&quot;:null,&quot;depth&quot;:15.73825455,&quot;endpoint_object_ids&quot;:[],&quot;endpoint_role_ids&quot;:[],&quot;kind&quot;:&quot;edge&quot;,&quot;object_id&quot;:&quot;scene_object_model_scene_architecture_role_architecture_fecfc9f8&quot;,&quot;repeat_count&quot;:1,&quot;source_digest&quot;:&quot;5216f877d110e7dd565fd715c4e296ea67c48de45c7a3772013aed5bd8e892de&quot;}"/>
          <p:cNvCxnSpPr/>
          <p:nvPr/>
        </p:nvCxnSpPr>
        <p:spPr>
          <a:xfrm flipH="1" flipV="1">
            <a:off x="4102771" y="2555393"/>
            <a:ext cx="278024" cy="10806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NNDV editable edge scene_object_model_scene_architecture_role_architecture_fecfc9f8 000" descr="{&quot;architecture_direction&quot;:null,&quot;architecture_evidence_digest&quot;:&quot;e37ae36979653331c6608c6d22ee880139314da85adebebf6d02bc1f3ade83c1&quot;,&quot;architecture_role&quot;:&quot;up-path&quot;,&quot;architecture_role_graph_digest&quot;:&quot;39dcf2051fbb1f7f1a47aad044ed9bfe59805e8861ee92c26fd04387695e8abd&quot;,&quot;architecture_role_graph_edge_id&quot;:null,&quot;architecture_role_id&quot;:&quot;architecture_role_up_path_4_module_decoder_conditioned_conv2_6167e54f&quot;,&quot;architecture_route_id&quot;:null,&quot;architecture_route_role&quot;:null,&quot;depth&quot;:15.6231618,&quot;endpoint_object_ids&quot;:[],&quot;endpoint_role_ids&quot;:[],&quot;kind&quot;:&quot;edge&quot;,&quot;object_id&quot;:&quot;scene_object_model_scene_architecture_role_architecture_fecfc9f8&quot;,&quot;repeat_count&quot;:1,&quot;source_digest&quot;:&quot;5216f877d110e7dd565fd715c4e296ea67c48de45c7a3772013aed5bd8e892de&quot;}"/>
          <p:cNvCxnSpPr/>
          <p:nvPr/>
        </p:nvCxnSpPr>
        <p:spPr>
          <a:xfrm flipV="1">
            <a:off x="4380795" y="2663459"/>
            <a:ext cx="0" cy="30618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NNDV editable edge scene_object_model_scene_architecture_role_architecture_fecfc9f8 000" descr="{&quot;architecture_direction&quot;:null,&quot;architecture_evidence_digest&quot;:&quot;e37ae36979653331c6608c6d22ee880139314da85adebebf6d02bc1f3ade83c1&quot;,&quot;architecture_role&quot;:&quot;up-path&quot;,&quot;architecture_role_graph_digest&quot;:&quot;39dcf2051fbb1f7f1a47aad044ed9bfe59805e8861ee92c26fd04387695e8abd&quot;,&quot;architecture_role_graph_edge_id&quot;:null,&quot;architecture_role_id&quot;:&quot;architecture_role_up_path_4_module_decoder_conditioned_conv2_6167e54f&quot;,&quot;architecture_route_id&quot;:null,&quot;architecture_route_role&quot;:null,&quot;depth&quot;:15.623161750000001,&quot;endpoint_object_ids&quot;:[],&quot;endpoint_role_ids&quot;:[],&quot;kind&quot;:&quot;edge&quot;,&quot;object_id&quot;:&quot;scene_object_model_scene_architecture_role_architecture_fecfc9f8&quot;,&quot;repeat_count&quot;:1,&quot;source_digest&quot;:&quot;5216f877d110e7dd565fd715c4e296ea67c48de45c7a3772013aed5bd8e892de&quot;}"/>
          <p:cNvCxnSpPr/>
          <p:nvPr/>
        </p:nvCxnSpPr>
        <p:spPr>
          <a:xfrm flipH="1">
            <a:off x="3864465" y="2555393"/>
            <a:ext cx="238306" cy="12607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NNDV editable edge scene_object_model_scene_architecture_role_architecture_fecfc9f8 000" descr="{&quot;architecture_direction&quot;:null,&quot;architecture_evidence_digest&quot;:&quot;e37ae36979653331c6608c6d22ee880139314da85adebebf6d02bc1f3ade83c1&quot;,&quot;architecture_role&quot;:&quot;up-path&quot;,&quot;architecture_role_graph_digest&quot;:&quot;39dcf2051fbb1f7f1a47aad044ed9bfe59805e8861ee92c26fd04387695e8abd&quot;,&quot;architecture_role_graph_edge_id&quot;:null,&quot;architecture_role_id&quot;:&quot;architecture_role_up_path_4_module_decoder_conditioned_conv2_6167e54f&quot;,&quot;architecture_route_id&quot;:null,&quot;architecture_route_role&quot;:null,&quot;depth&quot;:15.39297625,&quot;endpoint_object_ids&quot;:[],&quot;endpoint_role_ids&quot;:[],&quot;kind&quot;:&quot;edge&quot;,&quot;object_id&quot;:&quot;scene_object_model_scene_architecture_role_architecture_fecfc9f8&quot;,&quot;repeat_count&quot;:1,&quot;source_digest&quot;:&quot;5216f877d110e7dd565fd715c4e296ea67c48de45c7a3772013aed5bd8e892de&quot;}"/>
          <p:cNvCxnSpPr/>
          <p:nvPr/>
        </p:nvCxnSpPr>
        <p:spPr>
          <a:xfrm flipH="1">
            <a:off x="4142489" y="2969646"/>
            <a:ext cx="238306" cy="12607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NNDV editable edge scene_object_model_scene_architecture_role_architecture_fecfc9f8 000" descr="{&quot;architecture_direction&quot;:null,&quot;architecture_evidence_digest&quot;:&quot;e37ae36979653331c6608c6d22ee880139314da85adebebf6d02bc1f3ade83c1&quot;,&quot;architecture_role&quot;:&quot;up-path&quot;,&quot;architecture_role_graph_digest&quot;:&quot;39dcf2051fbb1f7f1a47aad044ed9bfe59805e8861ee92c26fd04387695e8abd&quot;,&quot;architecture_role_graph_edge_id&quot;:null,&quot;architecture_role_id&quot;:&quot;architecture_role_up_path_4_module_decoder_conditioned_conv2_6167e54f&quot;,&quot;architecture_route_id&quot;:null,&quot;architecture_route_role&quot;:null,&quot;depth&quot;:15.39297625,&quot;endpoint_object_ids&quot;:[],&quot;endpoint_role_ids&quot;:[],&quot;kind&quot;:&quot;edge&quot;,&quot;object_id&quot;:&quot;scene_object_model_scene_architecture_role_architecture_fecfc9f8&quot;,&quot;repeat_count&quot;:1,&quot;source_digest&quot;:&quot;5216f877d110e7dd565fd715c4e296ea67c48de45c7a3772013aed5bd8e892de&quot;}"/>
          <p:cNvCxnSpPr/>
          <p:nvPr/>
        </p:nvCxnSpPr>
        <p:spPr>
          <a:xfrm flipV="1">
            <a:off x="3864465" y="2681470"/>
            <a:ext cx="0" cy="30618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NNDV editable edge scene_object_model_scene_architecture_role_architecture_fecfc9f8 000" descr="{&quot;architecture_direction&quot;:null,&quot;architecture_evidence_digest&quot;:&quot;e37ae36979653331c6608c6d22ee880139314da85adebebf6d02bc1f3ade83c1&quot;,&quot;architecture_role&quot;:&quot;up-path&quot;,&quot;architecture_role_graph_digest&quot;:&quot;39dcf2051fbb1f7f1a47aad044ed9bfe59805e8861ee92c26fd04387695e8abd&quot;,&quot;architecture_role_graph_edge_id&quot;:null,&quot;architecture_role_id&quot;:&quot;architecture_role_up_path_4_module_decoder_conditioned_conv2_6167e54f&quot;,&quot;architecture_route_id&quot;:null,&quot;architecture_route_role&quot;:null,&quot;depth&quot;:15.277883500000002,&quot;endpoint_object_ids&quot;:[],&quot;endpoint_role_ids&quot;:[],&quot;kind&quot;:&quot;edge&quot;,&quot;object_id&quot;:&quot;scene_object_model_scene_architecture_role_architecture_fecfc9f8&quot;,&quot;repeat_count&quot;:1,&quot;source_digest&quot;:&quot;5216f877d110e7dd565fd715c4e296ea67c48de45c7a3772013aed5bd8e892de&quot;}"/>
          <p:cNvCxnSpPr/>
          <p:nvPr/>
        </p:nvCxnSpPr>
        <p:spPr>
          <a:xfrm>
            <a:off x="3864465" y="2987657"/>
            <a:ext cx="278024" cy="10806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NNDV editable edge scene_object_model_scene_architecture_role_architecture_fecfc9f8 000" descr="{&quot;architecture_direction&quot;:null,&quot;architecture_evidence_digest&quot;:&quot;e37ae36979653331c6608c6d22ee880139314da85adebebf6d02bc1f3ade83c1&quot;,&quot;architecture_role&quot;:&quot;up-path&quot;,&quot;architecture_role_graph_digest&quot;:&quot;39dcf2051fbb1f7f1a47aad044ed9bfe59805e8861ee92c26fd04387695e8abd&quot;,&quot;architecture_role_graph_edge_id&quot;:null,&quot;architecture_role_id&quot;:&quot;architecture_role_up_path_4_module_decoder_conditioned_conv2_6167e54f&quot;,&quot;architecture_route_id&quot;:null,&quot;architecture_route_role&quot;:null,&quot;depth&quot;:14.242048650000001,&quot;endpoint_object_ids&quot;:[],&quot;endpoint_role_ids&quot;:[],&quot;kind&quot;:&quot;edge&quot;,&quot;object_id&quot;:&quot;scene_object_model_scene_architecture_role_architecture_fecfc9f8&quot;,&quot;repeat_count&quot;:1,&quot;source_digest&quot;:&quot;5216f877d110e7dd565fd715c4e296ea67c48de45c7a3772013aed5bd8e892de&quot;}"/>
          <p:cNvCxnSpPr/>
          <p:nvPr/>
        </p:nvCxnSpPr>
        <p:spPr>
          <a:xfrm flipH="1">
            <a:off x="4142489" y="2663459"/>
            <a:ext cx="238306" cy="12607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NNDV editable edge scene_object_model_scene_architecture_role_architecture_fecfc9f8 000" descr="{&quot;architecture_direction&quot;:null,&quot;architecture_evidence_digest&quot;:&quot;e37ae36979653331c6608c6d22ee880139314da85adebebf6d02bc1f3ade83c1&quot;,&quot;architecture_role&quot;:&quot;up-path&quot;,&quot;architecture_role_graph_digest&quot;:&quot;39dcf2051fbb1f7f1a47aad044ed9bfe59805e8861ee92c26fd04387695e8abd&quot;,&quot;architecture_role_graph_edge_id&quot;:null,&quot;architecture_role_id&quot;:&quot;architecture_role_up_path_4_module_decoder_conditioned_conv2_6167e54f&quot;,&quot;architecture_route_id&quot;:null,&quot;architecture_route_role&quot;:null,&quot;depth&quot;:14.12695585,&quot;endpoint_object_ids&quot;:[],&quot;endpoint_role_ids&quot;:[],&quot;kind&quot;:&quot;edge&quot;,&quot;object_id&quot;:&quot;scene_object_model_scene_architecture_role_architecture_fecfc9f8&quot;,&quot;repeat_count&quot;:1,&quot;source_digest&quot;:&quot;5216f877d110e7dd565fd715c4e296ea67c48de45c7a3772013aed5bd8e892de&quot;}"/>
          <p:cNvCxnSpPr/>
          <p:nvPr/>
        </p:nvCxnSpPr>
        <p:spPr>
          <a:xfrm flipH="1" flipV="1">
            <a:off x="3864465" y="2681470"/>
            <a:ext cx="278024" cy="10806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NNDV editable edge scene_object_model_scene_architecture_role_architecture_fecfc9f8 000" descr="{&quot;architecture_direction&quot;:null,&quot;architecture_evidence_digest&quot;:&quot;e37ae36979653331c6608c6d22ee880139314da85adebebf6d02bc1f3ade83c1&quot;,&quot;architecture_role&quot;:&quot;up-path&quot;,&quot;architecture_role_graph_digest&quot;:&quot;39dcf2051fbb1f7f1a47aad044ed9bfe59805e8861ee92c26fd04387695e8abd&quot;,&quot;architecture_role_graph_edge_id&quot;:null,&quot;architecture_role_id&quot;:&quot;architecture_role_up_path_4_module_decoder_conditioned_conv2_6167e54f&quot;,&quot;architecture_route_id&quot;:null,&quot;architecture_route_role&quot;:null,&quot;depth&quot;:14.0118631,&quot;endpoint_object_ids&quot;:[],&quot;endpoint_role_ids&quot;:[],&quot;kind&quot;:&quot;edge&quot;,&quot;object_id&quot;:&quot;scene_object_model_scene_architecture_role_architecture_fecfc9f8&quot;,&quot;repeat_count&quot;:1,&quot;source_digest&quot;:&quot;5216f877d110e7dd565fd715c4e296ea67c48de45c7a3772013aed5bd8e892de&quot;}"/>
          <p:cNvCxnSpPr/>
          <p:nvPr/>
        </p:nvCxnSpPr>
        <p:spPr>
          <a:xfrm flipV="1">
            <a:off x="4142489" y="2789536"/>
            <a:ext cx="0" cy="30618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NNDV editable arrow scene_object_model_scene_architecture_route_architectur_75edf883 000" descr="{&quot;architecture_direction&quot;:&quot;source-to-target&quot;,&quot;architecture_evidence_digest&quot;:&quot;e37ae36979653331c6608c6d22ee880139314da85adebebf6d02bc1f3ade83c1&quot;,&quot;architecture_role&quot;:&quot;arrow&quot;,&quot;architecture_role_graph_digest&quot;:&quot;39dcf2051fbb1f7f1a47aad044ed9bfe59805e8861ee92c26fd04387695e8abd&quot;,&quot;architecture_role_graph_edge_id&quot;:&quot;architecture_role_flow_architecture_role_up_path_4_module_decoder_ec3badb9&quot;,&quot;architecture_role_id&quot;:null,&quot;architecture_route_id&quot;:null,&quot;architecture_route_role&quot;:&quot;arrow&quot;,&quot;depth&quot;:13.5429677140625,&quot;endpoint_object_ids&quot;:[&quot;scene_object_model_scene_architecture_role_architecture_fecfc9f8&quot;,&quot;scene_object_model_scene_architecture_role_architecture_768400b5&quot;],&quot;endpoint_role_ids&quot;:[&quot;architecture_role_up_path_4_module_decoder_conditioned_conv2_6167e54f&quot;,&quot;architecture_role_output_head_5_module_denoised_output_91b07_3425aee8&quot;],&quot;kind&quot;:&quot;arrow&quot;,&quot;object_id&quot;:&quot;scene_object_model_scene_architecture_route_architectur_75edf883&quot;,&quot;repeat_count&quot;:1,&quot;source_digest&quot;:&quot;5216f877d110e7dd565fd715c4e296ea67c48de45c7a3772013aed5bd8e892de&quot;}"/>
          <p:cNvCxnSpPr/>
          <p:nvPr/>
        </p:nvCxnSpPr>
        <p:spPr>
          <a:xfrm flipV="1">
            <a:off x="4316657" y="2788897"/>
            <a:ext cx="614417" cy="27862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NNDV editable arrow scene_object_model_scene_architecture_route_architectur_cf4ee8eb 000" descr="{&quot;architecture_direction&quot;:&quot;source-to-target&quot;,&quot;architecture_evidence_digest&quot;:&quot;e37ae36979653331c6608c6d22ee880139314da85adebebf6d02bc1f3ade83c1&quot;,&quot;architecture_role&quot;:&quot;arrow&quot;,&quot;architecture_role_graph_digest&quot;:&quot;39dcf2051fbb1f7f1a47aad044ed9bfe59805e8861ee92c26fd04387695e8abd&quot;,&quot;architecture_role_graph_edge_id&quot;:&quot;architecture_role_flow_architecture_role_conditioning_1_node_fx_t_eda32878&quot;,&quot;architecture_role_id&quot;:null,&quot;architecture_route_id&quot;:null,&quot;architecture_route_role&quot;:&quot;arrow&quot;,&quot;depth&quot;:13.315313640625,&quot;endpoint_object_ids&quot;:[&quot;scene_object_model_scene_architecture_role_architecture_3d39c074&quot;,&quot;scene_object_model_scene_architecture_role_architecture_fecfc9f8&quot;],&quot;endpoint_role_ids&quot;:[&quot;architecture_role_conditioning_1_node_fx_timestep_1_f1517b44_4058216a&quot;,&quot;architecture_role_up_path_4_module_decoder_conditioned_conv2_6167e54f&quot;],&quot;kind&quot;:&quot;arrow&quot;,&quot;object_id&quot;:&quot;scene_object_model_scene_architecture_route_architectur_cf4ee8eb&quot;,&quot;repeat_count&quot;:1,&quot;source_digest&quot;:&quot;5216f877d110e7dd565fd715c4e296ea67c48de45c7a3772013aed5bd8e892de&quot;}"/>
          <p:cNvCxnSpPr/>
          <p:nvPr/>
        </p:nvCxnSpPr>
        <p:spPr>
          <a:xfrm>
            <a:off x="2576124" y="1363431"/>
            <a:ext cx="1340305" cy="1267177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NNDV editable arrow scene_object_model_scene_architecture_route_architectur_d85221bd 000" descr="{&quot;architecture_direction&quot;:&quot;source-to-target&quot;,&quot;architecture_evidence_digest&quot;:&quot;e37ae36979653331c6608c6d22ee880139314da85adebebf6d02bc1f3ade83c1&quot;,&quot;architecture_role&quot;:&quot;conditioning&quot;,&quot;architecture_role_graph_digest&quot;:&quot;39dcf2051fbb1f7f1a47aad044ed9bfe59805e8861ee92c26fd04387695e8abd&quot;,&quot;architecture_role_graph_edge_id&quot;:&quot;architecture_route_conditioning_architecture_role_conditionin_21406176&quot;,&quot;architecture_role_id&quot;:null,&quot;architecture_route_id&quot;:&quot;architecture_route_conditioning_architecture_role_conditionin_21406176&quot;,&quot;architecture_route_role&quot;:&quot;conditioning&quot;,&quot;depth&quot;:13.315313640625,&quot;endpoint_object_ids&quot;:[&quot;scene_object_model_scene_architecture_role_architecture_3d39c074&quot;,&quot;scene_object_model_scene_architecture_role_architecture_fecfc9f8&quot;],&quot;endpoint_role_ids&quot;:[&quot;architecture_role_conditioning_1_node_fx_timestep_1_f1517b44_4058216a&quot;,&quot;architecture_role_up_path_4_module_decoder_conditioned_conv2_6167e54f&quot;],&quot;kind&quot;:&quot;arrow&quot;,&quot;object_id&quot;:&quot;scene_object_model_scene_architecture_route_architectur_d85221bd&quot;,&quot;repeat_count&quot;:1,&quot;source_digest&quot;:&quot;5216f877d110e7dd565fd715c4e296ea67c48de45c7a3772013aed5bd8e892de&quot;}"/>
          <p:cNvCxnSpPr/>
          <p:nvPr/>
        </p:nvCxnSpPr>
        <p:spPr>
          <a:xfrm>
            <a:off x="2576124" y="1363431"/>
            <a:ext cx="1340305" cy="1267177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NNDV editable arrow scene_object_model_scene_architecture_route_architectur_faad3af7 000" descr="{&quot;architecture_direction&quot;:&quot;source-to-target&quot;,&quot;architecture_evidence_digest&quot;:&quot;e37ae36979653331c6608c6d22ee880139314da85adebebf6d02bc1f3ade83c1&quot;,&quot;architecture_role&quot;:&quot;arrow&quot;,&quot;architecture_role_graph_digest&quot;:&quot;39dcf2051fbb1f7f1a47aad044ed9bfe59805e8861ee92c26fd04387695e8abd&quot;,&quot;architecture_role_graph_edge_id&quot;:&quot;architecture_role_flow_architecture_role_up_path_4_module_decoder_d6ba4f80&quot;,&quot;architecture_role_id&quot;:null,&quot;architecture_route_id&quot;:null,&quot;architecture_route_role&quot;:&quot;arrow&quot;,&quot;depth&quot;:13.315313640625,&quot;endpoint_object_ids&quot;:[&quot;scene_object_model_scene_architecture_role_architecture_fecfc9f8&quot;,&quot;scene_object_model_scene_architecture_role_architecture_3d39c074&quot;],&quot;endpoint_role_ids&quot;:[&quot;architecture_role_up_path_4_module_decoder_conditioned_conv2_6167e54f&quot;,&quot;architecture_role_conditioning_1_node_fx_timestep_1_f1517b44_4058216a&quot;],&quot;kind&quot;:&quot;arrow&quot;,&quot;object_id&quot;:&quot;scene_object_model_scene_architecture_route_architectur_faad3af7&quot;,&quot;repeat_count&quot;:1,&quot;source_digest&quot;:&quot;5216f877d110e7dd565fd715c4e296ea67c48de45c7a3772013aed5bd8e892de&quot;}"/>
          <p:cNvCxnSpPr/>
          <p:nvPr/>
        </p:nvCxnSpPr>
        <p:spPr>
          <a:xfrm flipH="1" flipV="1">
            <a:off x="2576124" y="1363431"/>
            <a:ext cx="1340305" cy="1267177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NNDV editable edge scene_object_model_scene_architecture_role_architecture_768400b5 000" descr="{&quot;architecture_direction&quot;:null,&quot;architecture_evidence_digest&quot;:&quot;e37ae36979653331c6608c6d22ee880139314da85adebebf6d02bc1f3ade83c1&quot;,&quot;architecture_role&quot;:&quot;output-head&quot;,&quot;architecture_role_graph_digest&quot;:&quot;39dcf2051fbb1f7f1a47aad044ed9bfe59805e8861ee92c26fd04387695e8abd&quot;,&quot;architecture_role_graph_edge_id&quot;:null,&quot;architecture_role_id&quot;:&quot;architecture_role_output_head_5_module_denoised_output_91b07_3425aee8&quot;,&quot;architecture_route_id&quot;:null,&quot;architecture_route_role&quot;:null,&quot;depth&quot;:11.8153723,&quot;endpoint_object_ids&quot;:[],&quot;endpoint_role_ids&quot;:[],&quot;kind&quot;:&quot;edge&quot;,&quot;object_id&quot;:&quot;scene_object_model_scene_architecture_role_architecture_768400b5&quot;,&quot;repeat_count&quot;:1,&quot;source_digest&quot;:&quot;5216f877d110e7dd565fd715c4e296ea67c48de45c7a3772013aed5bd8e892de&quot;}"/>
          <p:cNvCxnSpPr/>
          <p:nvPr/>
        </p:nvCxnSpPr>
        <p:spPr>
          <a:xfrm flipV="1">
            <a:off x="5365440" y="2597034"/>
            <a:ext cx="0" cy="30618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NNDV editable edge scene_object_model_scene_architecture_role_architecture_768400b5 000" descr="{&quot;architecture_direction&quot;:null,&quot;architecture_evidence_digest&quot;:&quot;e37ae36979653331c6608c6d22ee880139314da85adebebf6d02bc1f3ade83c1&quot;,&quot;architecture_role&quot;:&quot;output-head&quot;,&quot;architecture_role_graph_digest&quot;:&quot;39dcf2051fbb1f7f1a47aad044ed9bfe59805e8861ee92c26fd04387695e8abd&quot;,&quot;architecture_role_graph_edge_id&quot;:null,&quot;architecture_role_id&quot;:&quot;architecture_role_output_head_5_module_denoised_output_91b07_3425aee8&quot;,&quot;architecture_route_id&quot;:null,&quot;architecture_route_role&quot;:null,&quot;depth&quot;:11.681271200000001,&quot;endpoint_object_ids&quot;:[],&quot;endpoint_role_ids&quot;:[],&quot;kind&quot;:&quot;edge&quot;,&quot;object_id&quot;:&quot;scene_object_model_scene_architecture_role_architecture_768400b5&quot;,&quot;repeat_count&quot;:1,&quot;source_digest&quot;:&quot;5216f877d110e7dd565fd715c4e296ea67c48de45c7a3772013aed5bd8e892de&quot;}"/>
          <p:cNvCxnSpPr/>
          <p:nvPr/>
        </p:nvCxnSpPr>
        <p:spPr>
          <a:xfrm flipH="1" flipV="1">
            <a:off x="5187743" y="2527965"/>
            <a:ext cx="177697" cy="6906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NNDV editable edge scene_object_model_scene_architecture_role_architecture_768400b5 000" descr="{&quot;architecture_direction&quot;:null,&quot;architecture_evidence_digest&quot;:&quot;e37ae36979653331c6608c6d22ee880139314da85adebebf6d02bc1f3ade83c1&quot;,&quot;architecture_role&quot;:&quot;output-head&quot;,&quot;architecture_role_graph_digest&quot;:&quot;39dcf2051fbb1f7f1a47aad044ed9bfe59805e8861ee92c26fd04387695e8abd&quot;,&quot;architecture_role_graph_edge_id&quot;:null,&quot;architecture_role_id&quot;:&quot;architecture_role_output_head_5_module_denoised_output_91b07_3425aee8&quot;,&quot;architecture_route_id&quot;:null,&quot;architecture_route_role&quot;:null,&quot;depth&quot;:11.585186799999999,&quot;endpoint_object_ids&quot;:[],&quot;endpoint_role_ids&quot;:[],&quot;kind&quot;:&quot;edge&quot;,&quot;object_id&quot;:&quot;scene_object_model_scene_architecture_role_architecture_768400b5&quot;,&quot;repeat_count&quot;:1,&quot;source_digest&quot;:&quot;5216f877d110e7dd565fd715c4e296ea67c48de45c7a3772013aed5bd8e892de&quot;}"/>
          <p:cNvCxnSpPr/>
          <p:nvPr/>
        </p:nvCxnSpPr>
        <p:spPr>
          <a:xfrm flipH="1">
            <a:off x="5127134" y="2903222"/>
            <a:ext cx="238306" cy="12607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NNDV editable edge scene_object_model_scene_architecture_role_architecture_3d39c074 000" descr="{&quot;architecture_direction&quot;:null,&quot;architecture_evidence_digest&quot;:&quot;e37ae36979653331c6608c6d22ee880139314da85adebebf6d02bc1f3ade83c1&quot;,&quot;architecture_role&quot;:&quot;conditioning&quot;,&quot;architecture_role_graph_digest&quot;:&quot;39dcf2051fbb1f7f1a47aad044ed9bfe59805e8861ee92c26fd04387695e8abd&quot;,&quot;architecture_role_graph_edge_id&quot;:null,&quot;architecture_role_id&quot;:&quot;architecture_role_conditioning_1_node_fx_timestep_1_f1517b44_4058216a&quot;,&quot;architecture_route_id&quot;:null,&quot;architecture_route_role&quot;:null,&quot;depth&quot;:11.46824805,&quot;endpoint_object_ids&quot;:[],&quot;endpoint_role_ids&quot;:[],&quot;kind&quot;:&quot;edge&quot;,&quot;object_id&quot;:&quot;scene_object_model_scene_architecture_role_architecture_3d39c074&quot;,&quot;repeat_count&quot;:1,&quot;source_digest&quot;:&quot;5216f877d110e7dd565fd715c4e296ea67c48de45c7a3772013aed5bd8e892de&quot;}"/>
          <p:cNvCxnSpPr/>
          <p:nvPr/>
        </p:nvCxnSpPr>
        <p:spPr>
          <a:xfrm flipH="1" flipV="1">
            <a:off x="2459205" y="1133757"/>
            <a:ext cx="138193" cy="5371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NNDV editable edge scene_object_model_scene_architecture_role_architecture_3d39c074 000" descr="{&quot;architecture_direction&quot;:null,&quot;architecture_evidence_digest&quot;:&quot;e37ae36979653331c6608c6d22ee880139314da85adebebf6d02bc1f3ade83c1&quot;,&quot;architecture_role&quot;:&quot;conditioning&quot;,&quot;architecture_role_graph_digest&quot;:&quot;39dcf2051fbb1f7f1a47aad044ed9bfe59805e8861ee92c26fd04387695e8abd&quot;,&quot;architecture_role_graph_edge_id&quot;:null,&quot;architecture_role_id&quot;:&quot;architecture_role_conditioning_1_node_fx_timestep_1_f1517b44_4058216a&quot;,&quot;architecture_route_id&quot;:null,&quot;architecture_route_role&quot;:null,&quot;depth&quot;:11.43773725,&quot;endpoint_object_ids&quot;:[],&quot;endpoint_role_ids&quot;:[],&quot;kind&quot;:&quot;edge&quot;,&quot;object_id&quot;:&quot;scene_object_model_scene_architecture_role_architecture_3d39c074&quot;,&quot;repeat_count&quot;:1,&quot;source_digest&quot;:&quot;5216f877d110e7dd565fd715c4e296ea67c48de45c7a3772013aed5bd8e892de&quot;}"/>
          <p:cNvCxnSpPr/>
          <p:nvPr/>
        </p:nvCxnSpPr>
        <p:spPr>
          <a:xfrm flipH="1">
            <a:off x="2348649" y="1133757"/>
            <a:ext cx="110556" cy="5849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NNDV editable edge scene_object_model_scene_architecture_role_architecture_3d39c074 000" descr="{&quot;architecture_direction&quot;:null,&quot;architecture_evidence_digest&quot;:&quot;e37ae36979653331c6608c6d22ee880139314da85adebebf6d02bc1f3ade83c1&quot;,&quot;architecture_role&quot;:&quot;conditioning&quot;,&quot;architecture_role_graph_digest&quot;:&quot;39dcf2051fbb1f7f1a47aad044ed9bfe59805e8861ee92c26fd04387695e8abd&quot;,&quot;architecture_role_graph_edge_id&quot;:null,&quot;architecture_role_id&quot;:&quot;architecture_role_conditioning_1_node_fx_timestep_1_f1517b44_4058216a&quot;,&quot;architecture_route_id&quot;:null,&quot;architecture_route_role&quot;:null,&quot;depth&quot;:11.41104025,&quot;endpoint_object_ids&quot;:[],&quot;endpoint_role_ids&quot;:[],&quot;kind&quot;:&quot;edge&quot;,&quot;object_id&quot;:&quot;scene_object_model_scene_architecture_role_architecture_3d39c074&quot;,&quot;repeat_count&quot;:1,&quot;source_digest&quot;:&quot;5216f877d110e7dd565fd715c4e296ea67c48de45c7a3772013aed5bd8e892de&quot;}"/>
          <p:cNvCxnSpPr/>
          <p:nvPr/>
        </p:nvCxnSpPr>
        <p:spPr>
          <a:xfrm flipV="1">
            <a:off x="2597398" y="1187472"/>
            <a:ext cx="0" cy="15219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NNDV editable edge scene_object_model_scene_architecture_role_architecture_3d39c074 000" descr="{&quot;architecture_direction&quot;:null,&quot;architecture_evidence_digest&quot;:&quot;e37ae36979653331c6608c6d22ee880139314da85adebebf6d02bc1f3ade83c1&quot;,&quot;architecture_role&quot;:&quot;conditioning&quot;,&quot;architecture_role_graph_digest&quot;:&quot;39dcf2051fbb1f7f1a47aad044ed9bfe59805e8861ee92c26fd04387695e8abd&quot;,&quot;architecture_role_graph_edge_id&quot;:null,&quot;architecture_role_id&quot;:&quot;architecture_role_conditioning_1_node_fx_timestep_1_f1517b44_4058216a&quot;,&quot;architecture_route_id&quot;:null,&quot;architecture_route_role&quot;:null,&quot;depth&quot;:11.350018649999999,&quot;endpoint_object_ids&quot;:[],&quot;endpoint_role_ids&quot;:[],&quot;kind&quot;:&quot;edge&quot;,&quot;object_id&quot;:&quot;scene_object_model_scene_architecture_role_architecture_3d39c074&quot;,&quot;repeat_count&quot;:1,&quot;source_digest&quot;:&quot;5216f877d110e7dd565fd715c4e296ea67c48de45c7a3772013aed5bd8e892de&quot;}"/>
          <p:cNvCxnSpPr/>
          <p:nvPr/>
        </p:nvCxnSpPr>
        <p:spPr>
          <a:xfrm flipV="1">
            <a:off x="2348649" y="1192247"/>
            <a:ext cx="0" cy="15219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NNDV editable edge scene_object_model_scene_architecture_role_architecture_3d39c074 000" descr="{&quot;architecture_direction&quot;:null,&quot;architecture_evidence_digest&quot;:&quot;e37ae36979653331c6608c6d22ee880139314da85adebebf6d02bc1f3ade83c1&quot;,&quot;architecture_role&quot;:&quot;conditioning&quot;,&quot;architecture_role_graph_digest&quot;:&quot;39dcf2051fbb1f7f1a47aad044ed9bfe59805e8861ee92c26fd04387695e8abd&quot;,&quot;architecture_role_graph_edge_id&quot;:null,&quot;architecture_role_id&quot;:&quot;architecture_role_conditioning_1_node_fx_timestep_1_f1517b44_4058216a&quot;,&quot;architecture_route_id&quot;:null,&quot;architecture_route_role&quot;:null,&quot;depth&quot;:11.323321700000001,&quot;endpoint_object_ids&quot;:[],&quot;endpoint_role_ids&quot;:[],&quot;kind&quot;:&quot;edge&quot;,&quot;object_id&quot;:&quot;scene_object_model_scene_architecture_role_architecture_3d39c074&quot;,&quot;repeat_count&quot;:1,&quot;source_digest&quot;:&quot;5216f877d110e7dd565fd715c4e296ea67c48de45c7a3772013aed5bd8e892de&quot;}"/>
          <p:cNvCxnSpPr/>
          <p:nvPr/>
        </p:nvCxnSpPr>
        <p:spPr>
          <a:xfrm flipH="1">
            <a:off x="2486843" y="1339665"/>
            <a:ext cx="110555" cy="5848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NNDV editable edge scene_object_model_scene_architecture_role_architecture_768400b5 000" descr="{&quot;architecture_direction&quot;:null,&quot;architecture_evidence_digest&quot;:&quot;e37ae36979653331c6608c6d22ee880139314da85adebebf6d02bc1f3ade83c1&quot;,&quot;architecture_role&quot;:&quot;output-head&quot;,&quot;architecture_role_graph_digest&quot;:&quot;39dcf2051fbb1f7f1a47aad044ed9bfe59805e8861ee92c26fd04387695e8abd&quot;,&quot;architecture_role_graph_edge_id&quot;:null,&quot;architecture_role_id&quot;:&quot;architecture_role_output_head_5_module_denoised_output_91b07_3425aee8&quot;,&quot;architecture_route_id&quot;:null,&quot;architecture_route_role&quot;:null,&quot;depth&quot;:11.316984600000001,&quot;endpoint_object_ids&quot;:[],&quot;endpoint_role_ids&quot;:[],&quot;kind&quot;:&quot;edge&quot;,&quot;object_id&quot;:&quot;scene_object_model_scene_architecture_role_architecture_768400b5&quot;,&quot;repeat_count&quot;:1,&quot;source_digest&quot;:&quot;5216f877d110e7dd565fd715c4e296ea67c48de45c7a3772013aed5bd8e892de&quot;}"/>
          <p:cNvCxnSpPr/>
          <p:nvPr/>
        </p:nvCxnSpPr>
        <p:spPr>
          <a:xfrm flipH="1">
            <a:off x="4949437" y="2527965"/>
            <a:ext cx="238306" cy="12607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NNDV editable edge scene_object_model_scene_architecture_role_architecture_3d39c074 000" descr="{&quot;architecture_direction&quot;:null,&quot;architecture_evidence_digest&quot;:&quot;e37ae36979653331c6608c6d22ee880139314da85adebebf6d02bc1f3ade83c1&quot;,&quot;architecture_role&quot;:&quot;conditioning&quot;,&quot;architecture_role_graph_digest&quot;:&quot;39dcf2051fbb1f7f1a47aad044ed9bfe59805e8861ee92c26fd04387695e8abd&quot;,&quot;architecture_role_graph_edge_id&quot;:null,&quot;architecture_role_id&quot;:&quot;architecture_role_conditioning_1_node_fx_timestep_1_f1517b44_4058216a&quot;,&quot;architecture_route_id&quot;:null,&quot;architecture_route_role&quot;:null,&quot;depth&quot;:11.2928109,&quot;endpoint_object_ids&quot;:[],&quot;endpoint_role_ids&quot;:[],&quot;kind&quot;:&quot;edge&quot;,&quot;object_id&quot;:&quot;scene_object_model_scene_architecture_role_architecture_3d39c074&quot;,&quot;repeat_count&quot;:1,&quot;source_digest&quot;:&quot;5216f877d110e7dd565fd715c4e296ea67c48de45c7a3772013aed5bd8e892de&quot;}"/>
          <p:cNvCxnSpPr/>
          <p:nvPr/>
        </p:nvCxnSpPr>
        <p:spPr>
          <a:xfrm>
            <a:off x="2348649" y="1344439"/>
            <a:ext cx="138194" cy="5371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NNDV editable edge scene_object_model_scene_architecture_role_architecture_768400b5 000" descr="{&quot;architecture_direction&quot;:null,&quot;architecture_evidence_digest&quot;:&quot;e37ae36979653331c6608c6d22ee880139314da85adebebf6d02bc1f3ade83c1&quot;,&quot;architecture_role&quot;:&quot;output-head&quot;,&quot;architecture_role_graph_digest&quot;:&quot;39dcf2051fbb1f7f1a47aad044ed9bfe59805e8861ee92c26fd04387695e8abd&quot;,&quot;architecture_role_graph_edge_id&quot;:null,&quot;architecture_role_id&quot;:&quot;architecture_role_output_head_5_module_denoised_output_91b07_3425aee8&quot;,&quot;architecture_route_id&quot;:null,&quot;architecture_route_role&quot;:null,&quot;depth&quot;:11.220900199999999,&quot;endpoint_object_ids&quot;:[],&quot;endpoint_role_ids&quot;:[],&quot;kind&quot;:&quot;edge&quot;,&quot;object_id&quot;:&quot;scene_object_model_scene_architecture_role_architecture_768400b5&quot;,&quot;repeat_count&quot;:1,&quot;source_digest&quot;:&quot;5216f877d110e7dd565fd715c4e296ea67c48de45c7a3772013aed5bd8e892de&quot;}"/>
          <p:cNvCxnSpPr/>
          <p:nvPr/>
        </p:nvCxnSpPr>
        <p:spPr>
          <a:xfrm>
            <a:off x="4949437" y="2960229"/>
            <a:ext cx="177697" cy="6907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NNDV editable edge scene_object_model_scene_architecture_role_architecture_768400b5 000" descr="{&quot;architecture_direction&quot;:null,&quot;architecture_evidence_digest&quot;:&quot;e37ae36979653331c6608c6d22ee880139314da85adebebf6d02bc1f3ade83c1&quot;,&quot;architecture_role&quot;:&quot;output-head&quot;,&quot;architecture_role_graph_digest&quot;:&quot;39dcf2051fbb1f7f1a47aad044ed9bfe59805e8861ee92c26fd04387695e8abd&quot;,&quot;architecture_role_graph_edge_id&quot;:null,&quot;architecture_role_id&quot;:&quot;architecture_role_output_head_5_module_denoised_output_91b07_3425aee8&quot;,&quot;architecture_route_id&quot;:null,&quot;architecture_route_role&quot;:null,&quot;depth&quot;:11.0867991,&quot;endpoint_object_ids&quot;:[],&quot;endpoint_role_ids&quot;:[],&quot;kind&quot;:&quot;edge&quot;,&quot;object_id&quot;:&quot;scene_object_model_scene_architecture_role_architecture_768400b5&quot;,&quot;repeat_count&quot;:1,&quot;source_digest&quot;:&quot;5216f877d110e7dd565fd715c4e296ea67c48de45c7a3772013aed5bd8e892de&quot;}"/>
          <p:cNvCxnSpPr/>
          <p:nvPr/>
        </p:nvCxnSpPr>
        <p:spPr>
          <a:xfrm flipV="1">
            <a:off x="4949437" y="2654042"/>
            <a:ext cx="0" cy="30618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NNDV editable edge scene_object_model_scene_architecture_role_architecture_3d39c074 000" descr="{&quot;architecture_direction&quot;:null,&quot;architecture_evidence_digest&quot;:&quot;e37ae36979653331c6608c6d22ee880139314da85adebebf6d02bc1f3ade83c1&quot;,&quot;architecture_role&quot;:&quot;conditioning&quot;,&quot;architecture_role_graph_digest&quot;:&quot;39dcf2051fbb1f7f1a47aad044ed9bfe59805e8861ee92c26fd04387695e8abd&quot;,&quot;architecture_role_graph_edge_id&quot;:null,&quot;architecture_role_id&quot;:&quot;architecture_role_conditioning_1_node_fx_timestep_1_f1517b44_4058216a&quot;,&quot;architecture_route_id&quot;:null,&quot;architecture_route_role&quot;:null,&quot;depth&quot;:10.75124415,&quot;endpoint_object_ids&quot;:[],&quot;endpoint_role_ids&quot;:[],&quot;kind&quot;:&quot;edge&quot;,&quot;object_id&quot;:&quot;scene_object_model_scene_architecture_role_architecture_3d39c074&quot;,&quot;repeat_count&quot;:1,&quot;source_digest&quot;:&quot;5216f877d110e7dd565fd715c4e296ea67c48de45c7a3772013aed5bd8e892de&quot;}"/>
          <p:cNvCxnSpPr/>
          <p:nvPr/>
        </p:nvCxnSpPr>
        <p:spPr>
          <a:xfrm flipH="1">
            <a:off x="2486843" y="1187472"/>
            <a:ext cx="110555" cy="5849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NNDV editable edge scene_object_model_scene_architecture_role_architecture_3d39c074 000" descr="{&quot;architecture_direction&quot;:null,&quot;architecture_evidence_digest&quot;:&quot;e37ae36979653331c6608c6d22ee880139314da85adebebf6d02bc1f3ade83c1&quot;,&quot;architecture_role&quot;:&quot;conditioning&quot;,&quot;architecture_role_graph_digest&quot;:&quot;39dcf2051fbb1f7f1a47aad044ed9bfe59805e8861ee92c26fd04387695e8abd&quot;,&quot;architecture_role_graph_edge_id&quot;:null,&quot;architecture_role_id&quot;:&quot;architecture_role_conditioning_1_node_fx_timestep_1_f1517b44_4058216a&quot;,&quot;architecture_route_id&quot;:null,&quot;architecture_route_role&quot;:null,&quot;depth&quot;:10.72073335,&quot;endpoint_object_ids&quot;:[],&quot;endpoint_role_ids&quot;:[],&quot;kind&quot;:&quot;edge&quot;,&quot;object_id&quot;:&quot;scene_object_model_scene_architecture_role_architecture_3d39c074&quot;,&quot;repeat_count&quot;:1,&quot;source_digest&quot;:&quot;5216f877d110e7dd565fd715c4e296ea67c48de45c7a3772013aed5bd8e892de&quot;}"/>
          <p:cNvCxnSpPr/>
          <p:nvPr/>
        </p:nvCxnSpPr>
        <p:spPr>
          <a:xfrm flipH="1" flipV="1">
            <a:off x="2348649" y="1192247"/>
            <a:ext cx="138194" cy="5371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NNDV editable edge scene_object_model_scene_architecture_role_architecture_3d39c074 000" descr="{&quot;architecture_direction&quot;:null,&quot;architecture_evidence_digest&quot;:&quot;e37ae36979653331c6608c6d22ee880139314da85adebebf6d02bc1f3ade83c1&quot;,&quot;architecture_role&quot;:&quot;conditioning&quot;,&quot;architecture_role_graph_digest&quot;:&quot;39dcf2051fbb1f7f1a47aad044ed9bfe59805e8861ee92c26fd04387695e8abd&quot;,&quot;architecture_role_graph_edge_id&quot;:null,&quot;architecture_role_id&quot;:&quot;architecture_role_conditioning_1_node_fx_timestep_1_f1517b44_4058216a&quot;,&quot;architecture_route_id&quot;:null,&quot;architecture_route_role&quot;:null,&quot;depth&quot;:10.6635256,&quot;endpoint_object_ids&quot;:[],&quot;endpoint_role_ids&quot;:[],&quot;kind&quot;:&quot;edge&quot;,&quot;object_id&quot;:&quot;scene_object_model_scene_architecture_role_architecture_3d39c074&quot;,&quot;repeat_count&quot;:1,&quot;source_digest&quot;:&quot;5216f877d110e7dd565fd715c4e296ea67c48de45c7a3772013aed5bd8e892de&quot;}"/>
          <p:cNvCxnSpPr/>
          <p:nvPr/>
        </p:nvCxnSpPr>
        <p:spPr>
          <a:xfrm flipV="1">
            <a:off x="2486843" y="1245962"/>
            <a:ext cx="0" cy="15219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NNDV editable edge scene_object_model_scene_architecture_role_architecture_768400b5 000" descr="{&quot;architecture_direction&quot;:null,&quot;architecture_evidence_digest&quot;:&quot;e37ae36979653331c6608c6d22ee880139314da85adebebf6d02bc1f3ade83c1&quot;,&quot;architecture_role&quot;:&quot;output-head&quot;,&quot;architecture_role_graph_digest&quot;:&quot;39dcf2051fbb1f7f1a47aad044ed9bfe59805e8861ee92c26fd04387695e8abd&quot;,&quot;architecture_role_graph_edge_id&quot;:null,&quot;architecture_role_id&quot;:&quot;architecture_role_output_head_5_module_denoised_output_91b07_3425aee8&quot;,&quot;architecture_route_id&quot;:null,&quot;architecture_route_role&quot;:null,&quot;depth&quot;:10.4342592,&quot;endpoint_object_ids&quot;:[],&quot;endpoint_role_ids&quot;:[],&quot;kind&quot;:&quot;edge&quot;,&quot;object_id&quot;:&quot;scene_object_model_scene_architecture_role_architecture_768400b5&quot;,&quot;repeat_count&quot;:1,&quot;source_digest&quot;:&quot;5216f877d110e7dd565fd715c4e296ea67c48de45c7a3772013aed5bd8e892de&quot;}"/>
          <p:cNvCxnSpPr/>
          <p:nvPr/>
        </p:nvCxnSpPr>
        <p:spPr>
          <a:xfrm flipH="1">
            <a:off x="5127134" y="2597034"/>
            <a:ext cx="238306" cy="12607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NNDV editable edge scene_object_model_scene_architecture_role_architecture_768400b5 000" descr="{&quot;architecture_direction&quot;:null,&quot;architecture_evidence_digest&quot;:&quot;e37ae36979653331c6608c6d22ee880139314da85adebebf6d02bc1f3ade83c1&quot;,&quot;architecture_role&quot;:&quot;output-head&quot;,&quot;architecture_role_graph_digest&quot;:&quot;39dcf2051fbb1f7f1a47aad044ed9bfe59805e8861ee92c26fd04387695e8abd&quot;,&quot;architecture_role_graph_edge_id&quot;:null,&quot;architecture_role_id&quot;:&quot;architecture_role_output_head_5_module_denoised_output_91b07_3425aee8&quot;,&quot;architecture_route_id&quot;:null,&quot;architecture_route_role&quot;:null,&quot;depth&quot;:10.2040737,&quot;endpoint_object_ids&quot;:[],&quot;endpoint_role_ids&quot;:[],&quot;kind&quot;:&quot;edge&quot;,&quot;object_id&quot;:&quot;scene_object_model_scene_architecture_role_architecture_768400b5&quot;,&quot;repeat_count&quot;:1,&quot;source_digest&quot;:&quot;5216f877d110e7dd565fd715c4e296ea67c48de45c7a3772013aed5bd8e892de&quot;}"/>
          <p:cNvCxnSpPr/>
          <p:nvPr/>
        </p:nvCxnSpPr>
        <p:spPr>
          <a:xfrm flipV="1">
            <a:off x="5127134" y="2723111"/>
            <a:ext cx="0" cy="30618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NNDV editable edge scene_object_model_scene_architecture_role_architecture_768400b5 000" descr="{&quot;architecture_direction&quot;:null,&quot;architecture_evidence_digest&quot;:&quot;e37ae36979653331c6608c6d22ee880139314da85adebebf6d02bc1f3ade83c1&quot;,&quot;architecture_role&quot;:&quot;output-head&quot;,&quot;architecture_role_graph_digest&quot;:&quot;39dcf2051fbb1f7f1a47aad044ed9bfe59805e8861ee92c26fd04387695e8abd&quot;,&quot;architecture_role_graph_edge_id&quot;:null,&quot;architecture_role_id&quot;:&quot;architecture_role_output_head_5_module_denoised_output_91b07_3425aee8&quot;,&quot;architecture_route_id&quot;:null,&quot;architecture_route_role&quot;:null,&quot;depth&quot;:10.0699726,&quot;endpoint_object_ids&quot;:[],&quot;endpoint_role_ids&quot;:[],&quot;kind&quot;:&quot;edge&quot;,&quot;object_id&quot;:&quot;scene_object_model_scene_architecture_role_architecture_768400b5&quot;,&quot;repeat_count&quot;:1,&quot;source_digest&quot;:&quot;5216f877d110e7dd565fd715c4e296ea67c48de45c7a3772013aed5bd8e892de&quot;}"/>
          <p:cNvCxnSpPr/>
          <p:nvPr/>
        </p:nvCxnSpPr>
        <p:spPr>
          <a:xfrm flipH="1" flipV="1">
            <a:off x="4949437" y="2654042"/>
            <a:ext cx="177697" cy="6906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NNDV editable leader scene_object_model_scene_architecture_role_architecture_19066ff9 000" descr="{&quot;architecture_direction&quot;:null,&quot;architecture_evidence_digest&quot;:&quot;e37ae36979653331c6608c6d22ee880139314da85adebebf6d02bc1f3ade83c1&quot;,&quot;architecture_role&quot;:&quot;input&quot;,&quot;architecture_role_graph_digest&quot;:&quot;39dcf2051fbb1f7f1a47aad044ed9bfe59805e8861ee92c26fd04387695e8abd&quot;,&quot;architecture_role_graph_edge_id&quot;:null,&quot;architecture_role_id&quot;:&quot;architecture_role_input_0_node_fx_noisy_latent_0_6bca5c91_e18d48aa&quot;,&quot;architecture_route_id&quot;:null,&quot;architecture_route_role&quot;:null,&quot;depth&quot;:30.5012682,&quot;endpoint_object_ids&quot;:[],&quot;endpoint_role_ids&quot;:[],&quot;kind&quot;:&quot;leader&quot;,&quot;object_id&quot;:&quot;scene_object_model_scene_architecture_role_architecture_19066ff9&quot;,&quot;repeat_count&quot;:1,&quot;source_digest&quot;:&quot;5216f877d110e7dd565fd715c4e296ea67c48de45c7a3772013aed5bd8e892de&quot;}"/>
          <p:cNvCxnSpPr/>
          <p:nvPr/>
        </p:nvCxnSpPr>
        <p:spPr>
          <a:xfrm>
            <a:off x="1322561" y="981572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NNDV editable label scene_object_model_scene_architecture_role_architecture_19066ff9 0087" descr="{&quot;architecture_direction&quot;:null,&quot;architecture_evidence_digest&quot;:&quot;e37ae36979653331c6608c6d22ee880139314da85adebebf6d02bc1f3ade83c1&quot;,&quot;architecture_role&quot;:&quot;input&quot;,&quot;architecture_role_graph_digest&quot;:&quot;39dcf2051fbb1f7f1a47aad044ed9bfe59805e8861ee92c26fd04387695e8abd&quot;,&quot;architecture_role_graph_edge_id&quot;:null,&quot;architecture_role_id&quot;:&quot;architecture_role_input_0_node_fx_noisy_latent_0_6bca5c91_e18d48aa&quot;,&quot;architecture_route_id&quot;:null,&quot;architecture_route_role&quot;:null,&quot;depth&quot;:30.5012682,&quot;endpoint_object_ids&quot;:[],&quot;endpoint_role_ids&quot;:[],&quot;kind&quot;:&quot;label&quot;,&quot;object_id&quot;:&quot;scene_object_model_scene_architecture_role_architecture_19066ff9&quot;,&quot;repeat_count&quot;:1,&quot;source_digest&quot;:&quot;5216f877d110e7dd565fd715c4e296ea67c48de45c7a3772013aed5bd8e892de&quot;}"/>
          <p:cNvSpPr txBox="1"/>
          <p:nvPr/>
        </p:nvSpPr>
        <p:spPr>
          <a:xfrm>
            <a:off x="771381" y="870447"/>
            <a:ext cx="1102359" cy="1111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Noisy latent / input</a:t>
            </a:r>
          </a:p>
        </p:txBody>
      </p:sp>
      <p:cxnSp>
        <p:nvCxnSpPr>
          <p:cNvPr id="91" name="NNDV editable leader scene_object_model_scene_architecture_role_architecture_768400b5 000" descr="{&quot;architecture_direction&quot;:null,&quot;architecture_evidence_digest&quot;:&quot;e37ae36979653331c6608c6d22ee880139314da85adebebf6d02bc1f3ade83c1&quot;,&quot;architecture_role&quot;:&quot;output-head&quot;,&quot;architecture_role_graph_digest&quot;:&quot;39dcf2051fbb1f7f1a47aad044ed9bfe59805e8861ee92c26fd04387695e8abd&quot;,&quot;architecture_role_graph_edge_id&quot;:null,&quot;architecture_role_id&quot;:&quot;architecture_role_output_head_5_module_denoised_output_91b07_3425aee8&quot;,&quot;architecture_route_id&quot;:null,&quot;architecture_route_role&quot;:null,&quot;depth&quot;:11.4510857,&quot;endpoint_object_ids&quot;:[],&quot;endpoint_role_ids&quot;:[],&quot;kind&quot;:&quot;leader&quot;,&quot;object_id&quot;:&quot;scene_object_model_scene_architecture_role_architecture_768400b5&quot;,&quot;repeat_count&quot;:1,&quot;source_digest&quot;:&quot;5216f877d110e7dd565fd715c4e296ea67c48de45c7a3772013aed5bd8e892de&quot;}"/>
          <p:cNvCxnSpPr/>
          <p:nvPr/>
        </p:nvCxnSpPr>
        <p:spPr>
          <a:xfrm>
            <a:off x="5157438" y="2472165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NNDV editable label scene_object_model_scene_architecture_role_architecture_768400b5 0089" descr="{&quot;architecture_direction&quot;:null,&quot;architecture_evidence_digest&quot;:&quot;e37ae36979653331c6608c6d22ee880139314da85adebebf6d02bc1f3ade83c1&quot;,&quot;architecture_role&quot;:&quot;output-head&quot;,&quot;architecture_role_graph_digest&quot;:&quot;39dcf2051fbb1f7f1a47aad044ed9bfe59805e8861ee92c26fd04387695e8abd&quot;,&quot;architecture_role_graph_edge_id&quot;:null,&quot;architecture_role_id&quot;:&quot;architecture_role_output_head_5_module_denoised_output_91b07_3425aee8&quot;,&quot;architecture_route_id&quot;:null,&quot;architecture_route_role&quot;:null,&quot;depth&quot;:11.4510857,&quot;endpoint_object_ids&quot;:[],&quot;endpoint_role_ids&quot;:[],&quot;kind&quot;:&quot;label&quot;,&quot;object_id&quot;:&quot;scene_object_model_scene_architecture_role_architecture_768400b5&quot;,&quot;repeat_count&quot;:1,&quot;source_digest&quot;:&quot;5216f877d110e7dd565fd715c4e296ea67c48de45c7a3772013aed5bd8e892de&quot;}"/>
          <p:cNvSpPr txBox="1"/>
          <p:nvPr/>
        </p:nvSpPr>
        <p:spPr>
          <a:xfrm>
            <a:off x="4744053" y="2361040"/>
            <a:ext cx="826770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Denoised output</a:t>
            </a:r>
          </a:p>
        </p:txBody>
      </p:sp>
      <p:cxnSp>
        <p:nvCxnSpPr>
          <p:cNvPr id="93" name="NNDV editable leader scene_object_model_scene_architecture_role_architecture_bea53299 000" descr="{&quot;architecture_direction&quot;:null,&quot;architecture_evidence_digest&quot;:&quot;e37ae36979653331c6608c6d22ee880139314da85adebebf6d02bc1f3ade83c1&quot;,&quot;architecture_role&quot;:&quot;down-path&quot;,&quot;architecture_role_graph_digest&quot;:&quot;39dcf2051fbb1f7f1a47aad044ed9bfe59805e8861ee92c26fd04387695e8abd&quot;,&quot;architecture_role_graph_edge_id&quot;:null,&quot;architecture_role_id&quot;:&quot;architecture_role_down_path_2_module_downsample_fce0c560_mod_bff5f9ce&quot;,&quot;architecture_route_id&quot;:null,&quot;architecture_route_role&quot;:null,&quot;depth&quot;:26.0915038,&quot;endpoint_object_ids&quot;:[],&quot;endpoint_role_ids&quot;:[],&quot;kind&quot;:&quot;leader&quot;,&quot;object_id&quot;:&quot;scene_object_model_scene_architecture_role_architecture_bea53299&quot;,&quot;repeat_count&quot;:1,&quot;source_digest&quot;:&quot;5216f877d110e7dd565fd715c4e296ea67c48de45c7a3772013aed5bd8e892de&quot;}"/>
          <p:cNvCxnSpPr/>
          <p:nvPr/>
        </p:nvCxnSpPr>
        <p:spPr>
          <a:xfrm>
            <a:off x="1675271" y="1997450"/>
            <a:ext cx="4320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NNDV editable label scene_object_model_scene_architecture_role_architecture_bea53299 0091" descr="{&quot;architecture_direction&quot;:null,&quot;architecture_evidence_digest&quot;:&quot;e37ae36979653331c6608c6d22ee880139314da85adebebf6d02bc1f3ade83c1&quot;,&quot;architecture_role&quot;:&quot;down-path&quot;,&quot;architecture_role_graph_digest&quot;:&quot;39dcf2051fbb1f7f1a47aad044ed9bfe59805e8861ee92c26fd04387695e8abd&quot;,&quot;architecture_role_graph_edge_id&quot;:null,&quot;architecture_role_id&quot;:&quot;architecture_role_down_path_2_module_downsample_fce0c560_mod_bff5f9ce&quot;,&quot;architecture_route_id&quot;:null,&quot;architecture_route_role&quot;:null,&quot;depth&quot;:26.0915038,&quot;endpoint_object_ids&quot;:[],&quot;endpoint_role_ids&quot;:[],&quot;kind&quot;:&quot;label&quot;,&quot;object_id&quot;:&quot;scene_object_model_scene_architecture_role_architecture_bea53299&quot;,&quot;repeat_count&quot;:1,&quot;source_digest&quot;:&quot;5216f877d110e7dd565fd715c4e296ea67c48de45c7a3772013aed5bd8e892de&quot;}"/>
          <p:cNvSpPr txBox="1"/>
          <p:nvPr/>
        </p:nvSpPr>
        <p:spPr>
          <a:xfrm>
            <a:off x="517793" y="1941888"/>
            <a:ext cx="1157478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Conditioned down path</a:t>
            </a:r>
          </a:p>
        </p:txBody>
      </p:sp>
      <p:cxnSp>
        <p:nvCxnSpPr>
          <p:cNvPr id="95" name="NNDV editable leader scene_object_model_scene_architecture_role_architecture_3d39c074 000" descr="{&quot;architecture_direction&quot;:null,&quot;architecture_evidence_digest&quot;:&quot;e37ae36979653331c6608c6d22ee880139314da85adebebf6d02bc1f3ade83c1&quot;,&quot;architecture_role&quot;:&quot;conditioning&quot;,&quot;architecture_role_graph_digest&quot;:&quot;39dcf2051fbb1f7f1a47aad044ed9bfe59805e8861ee92c26fd04387695e8abd&quot;,&quot;architecture_role_graph_edge_id&quot;:null,&quot;architecture_role_id&quot;:&quot;architecture_role_conditioning_1_node_fx_timestep_1_f1517b44_4058216a&quot;,&quot;architecture_route_id&quot;:null,&quot;architecture_route_role&quot;:null,&quot;depth&quot;:11.3805295,&quot;endpoint_object_ids&quot;:[],&quot;endpoint_role_ids&quot;:[],&quot;kind&quot;:&quot;leader&quot;,&quot;object_id&quot;:&quot;scene_object_model_scene_architecture_role_architecture_3d39c074&quot;,&quot;repeat_count&quot;:1,&quot;source_digest&quot;:&quot;5216f877d110e7dd565fd715c4e296ea67c48de45c7a3772013aed5bd8e892de&quot;}"/>
          <p:cNvCxnSpPr/>
          <p:nvPr/>
        </p:nvCxnSpPr>
        <p:spPr>
          <a:xfrm flipH="1">
            <a:off x="2609998" y="1265956"/>
            <a:ext cx="4320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NNDV editable label scene_object_model_scene_architecture_role_architecture_3d39c074 0093" descr="{&quot;architecture_direction&quot;:null,&quot;architecture_evidence_digest&quot;:&quot;e37ae36979653331c6608c6d22ee880139314da85adebebf6d02bc1f3ade83c1&quot;,&quot;architecture_role&quot;:&quot;conditioning&quot;,&quot;architecture_role_graph_digest&quot;:&quot;39dcf2051fbb1f7f1a47aad044ed9bfe59805e8861ee92c26fd04387695e8abd&quot;,&quot;architecture_role_graph_edge_id&quot;:null,&quot;architecture_role_id&quot;:&quot;architecture_role_conditioning_1_node_fx_timestep_1_f1517b44_4058216a&quot;,&quot;architecture_route_id&quot;:null,&quot;architecture_route_role&quot;:null,&quot;depth&quot;:11.3805295,&quot;endpoint_object_ids&quot;:[],&quot;endpoint_role_ids&quot;:[],&quot;kind&quot;:&quot;label&quot;,&quot;object_id&quot;:&quot;scene_object_model_scene_architecture_role_architecture_3d39c074&quot;,&quot;repeat_count&quot;:1,&quot;source_digest&quot;:&quot;5216f877d110e7dd565fd715c4e296ea67c48de45c7a3772013aed5bd8e892de&quot;}"/>
          <p:cNvSpPr txBox="1"/>
          <p:nvPr/>
        </p:nvSpPr>
        <p:spPr>
          <a:xfrm>
            <a:off x="2653198" y="1210393"/>
            <a:ext cx="1157477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Timestep conditioning</a:t>
            </a:r>
          </a:p>
        </p:txBody>
      </p:sp>
      <p:cxnSp>
        <p:nvCxnSpPr>
          <p:cNvPr id="97" name="NNDV editable leader scene_object_model_scene_architecture_role_architecture_ee66cefc 000" descr="{&quot;architecture_direction&quot;:null,&quot;architecture_evidence_digest&quot;:&quot;e37ae36979653331c6608c6d22ee880139314da85adebebf6d02bc1f3ade83c1&quot;,&quot;architecture_role&quot;:&quot;bottleneck&quot;,&quot;architecture_role_graph_digest&quot;:&quot;39dcf2051fbb1f7f1a47aad044ed9bfe59805e8861ee92c26fd04387695e8abd&quot;,&quot;architecture_role_graph_edge_id&quot;:null,&quot;architecture_role_id&quot;:&quot;architecture_role_bottleneck_3_node_fx_silu_1_20_0560e3e3_mo_9e2af987&quot;,&quot;architecture_route_id&quot;:null,&quot;architecture_route_role&quot;:null,&quot;depth&quot;:20.7997864,&quot;endpoint_object_ids&quot;:[],&quot;endpoint_role_ids&quot;:[],&quot;kind&quot;:&quot;leader&quot;,&quot;object_id&quot;:&quot;scene_object_model_scene_architecture_role_architecture_ee66cefc&quot;,&quot;repeat_count&quot;:1,&quot;source_digest&quot;:&quot;5216f877d110e7dd565fd715c4e296ea67c48de45c7a3772013aed5bd8e892de&quot;}"/>
          <p:cNvCxnSpPr/>
          <p:nvPr/>
        </p:nvCxnSpPr>
        <p:spPr>
          <a:xfrm flipV="1">
            <a:off x="2783466" y="3295227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NNDV editable label scene_object_model_scene_architecture_role_architecture_ee66cefc 0095" descr="{&quot;architecture_direction&quot;:null,&quot;architecture_evidence_digest&quot;:&quot;e37ae36979653331c6608c6d22ee880139314da85adebebf6d02bc1f3ade83c1&quot;,&quot;architecture_role&quot;:&quot;bottleneck&quot;,&quot;architecture_role_graph_digest&quot;:&quot;39dcf2051fbb1f7f1a47aad044ed9bfe59805e8861ee92c26fd04387695e8abd&quot;,&quot;architecture_role_graph_edge_id&quot;:null,&quot;architecture_role_id&quot;:&quot;architecture_role_bottleneck_3_node_fx_silu_1_20_0560e3e3_mo_9e2af987&quot;,&quot;architecture_route_id&quot;:null,&quot;architecture_route_role&quot;:null,&quot;depth&quot;:20.7997864,&quot;endpoint_object_ids&quot;:[],&quot;endpoint_role_ids&quot;:[],&quot;kind&quot;:&quot;label&quot;,&quot;object_id&quot;:&quot;scene_object_model_scene_architecture_role_architecture_ee66cefc&quot;,&quot;repeat_count&quot;:1,&quot;source_digest&quot;:&quot;5216f877d110e7dd565fd715c4e296ea67c48de45c7a3772013aed5bd8e892de&quot;}"/>
          <p:cNvSpPr txBox="1"/>
          <p:nvPr/>
        </p:nvSpPr>
        <p:spPr>
          <a:xfrm>
            <a:off x="2342522" y="3338427"/>
            <a:ext cx="881888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Mid / bottleneck</a:t>
            </a:r>
          </a:p>
        </p:txBody>
      </p:sp>
      <p:cxnSp>
        <p:nvCxnSpPr>
          <p:cNvPr id="99" name="NNDV editable leader scene_object_model_scene_architecture_role_architecture_fecfc9f8 000" descr="{&quot;architecture_direction&quot;:null,&quot;architecture_evidence_digest&quot;:&quot;e37ae36979653331c6608c6d22ee880139314da85adebebf6d02bc1f3ade83c1&quot;,&quot;architecture_role&quot;:&quot;up-path&quot;,&quot;architecture_role_graph_digest&quot;:&quot;39dcf2051fbb1f7f1a47aad044ed9bfe59805e8861ee92c26fd04387695e8abd&quot;,&quot;architecture_role_graph_edge_id&quot;:null,&quot;architecture_role_id&quot;:&quot;architecture_role_up_path_4_module_decoder_conditioned_conv2_6167e54f&quot;,&quot;architecture_route_id&quot;:null,&quot;architecture_route_role&quot;:null,&quot;depth&quot;:15.508069,&quot;endpoint_object_ids&quot;:[],&quot;endpoint_role_ids&quot;:[],&quot;kind&quot;:&quot;leader&quot;,&quot;object_id&quot;:&quot;scene_object_model_scene_architecture_role_architecture_fecfc9f8&quot;,&quot;repeat_count&quot;:1,&quot;source_digest&quot;:&quot;5216f877d110e7dd565fd715c4e296ea67c48de45c7a3772013aed5bd8e892de&quot;}"/>
          <p:cNvCxnSpPr/>
          <p:nvPr/>
        </p:nvCxnSpPr>
        <p:spPr>
          <a:xfrm flipV="1">
            <a:off x="4122630" y="3108323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NNDV editable label scene_object_model_scene_architecture_role_architecture_fecfc9f8 0097" descr="{&quot;architecture_direction&quot;:null,&quot;architecture_evidence_digest&quot;:&quot;e37ae36979653331c6608c6d22ee880139314da85adebebf6d02bc1f3ade83c1&quot;,&quot;architecture_role&quot;:&quot;up-path&quot;,&quot;architecture_role_graph_digest&quot;:&quot;39dcf2051fbb1f7f1a47aad044ed9bfe59805e8861ee92c26fd04387695e8abd&quot;,&quot;architecture_role_graph_edge_id&quot;:null,&quot;architecture_role_id&quot;:&quot;architecture_role_up_path_4_module_decoder_conditioned_conv2_6167e54f&quot;,&quot;architecture_route_id&quot;:null,&quot;architecture_route_role&quot;:null,&quot;depth&quot;:15.508069,&quot;endpoint_object_ids&quot;:[],&quot;endpoint_role_ids&quot;:[],&quot;kind&quot;:&quot;label&quot;,&quot;object_id&quot;:&quot;scene_object_model_scene_architecture_role_architecture_fecfc9f8&quot;,&quot;repeat_count&quot;:1,&quot;source_digest&quot;:&quot;5216f877d110e7dd565fd715c4e296ea67c48de45c7a3772013aed5bd8e892de&quot;}"/>
          <p:cNvSpPr txBox="1"/>
          <p:nvPr/>
        </p:nvSpPr>
        <p:spPr>
          <a:xfrm>
            <a:off x="3599009" y="3151523"/>
            <a:ext cx="1047241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Conditioned up path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NN_DaVinci Scene scene_diffusionunet___module___architecture_evid_9d0c3da4</dc:title>
  <dc:subject>Editable deterministic CPU projection of Scene IR 1.0</dc:subject>
  <dc:creator/>
  <cp:keywords/>
  <dc:description>NN_DaVinci 0.7.3;nndv-scene-export-1;camera=scene_camera_diffusionunet___module___architecture_evid_53e50e46;digest=5216f877d110e7dd565fd715c4e296ea67c48de45c7a3772013aed5bd8e892de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