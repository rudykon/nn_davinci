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80000" cy="432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NDV Scene background"/>
          <p:cNvSpPr/>
          <p:nvPr/>
        </p:nvSpPr>
        <p:spPr>
          <a:xfrm>
            <a:off x="0" y="0"/>
            <a:ext cx="6480000" cy="4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NDV editable face scene_object_model_scene_architecture_role_architecture_d20d0c15 0000" descr="{&quot;architecture_direction&quot;:null,&quot;architecture_evidence_digest&quot;:&quot;b53e0933defbb0a89f4232c043692407e575e4b632e8e182b6e85ad8fc33cb9e&quot;,&quot;architecture_role&quot;:&quot;image-lane&quot;,&quot;architecture_role_graph_digest&quot;:&quot;e7711c317dd07f5ced02dff846f4ce06a1e44e150885a788ca9c266036142157&quot;,&quot;architecture_role_graph_edge_id&quot;:null,&quot;architecture_role_id&quot;:&quot;architecture_role_image_lane_0_node_fx_image_0_a96ed448_modu_eea979b1&quot;,&quot;architecture_route_id&quot;:null,&quot;architecture_route_role&quot;:null,&quot;depth&quot;:30.0011771,&quot;endpoint_object_ids&quot;:[],&quot;endpoint_role_ids&quot;:[],&quot;kind&quot;:&quot;face&quot;,&quot;object_id&quot;:&quot;scene_object_model_scene_architecture_role_architecture_d20d0c15&quot;,&quot;repeat_count&quot;:1,&quot;source_digest&quot;:&quot;bc2f1fbe56c01cf01708c70382c1eb3f33791801522f8fa59dd3c64b9ec8e611&quot;}"/>
          <p:cNvSpPr/>
          <p:nvPr/>
        </p:nvSpPr>
        <p:spPr>
          <a:xfrm>
            <a:off x="1512708" y="2416926"/>
            <a:ext cx="320298" cy="580990"/>
          </a:xfrm>
          <a:custGeom>
            <a:avLst/>
            <a:gdLst/>
            <a:ahLst/>
            <a:cxnLst/>
            <a:rect l="l" t="t" r="r" b="b"/>
            <a:pathLst>
              <a:path w="320298" h="580990">
                <a:moveTo>
                  <a:pt x="320298" y="411535"/>
                </a:moveTo>
                <a:lnTo>
                  <a:pt x="320298" y="0"/>
                </a:lnTo>
                <a:lnTo>
                  <a:pt x="0" y="169455"/>
                </a:lnTo>
                <a:lnTo>
                  <a:pt x="0" y="580990"/>
                </a:lnTo>
                <a:close/>
              </a:path>
            </a:pathLst>
          </a:custGeom>
          <a:solidFill>
            <a:srgbClr val="93C5FD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NDV editable face scene_object_model_scene_architecture_role_architecture_d20d0c15 0001" descr="{&quot;architecture_direction&quot;:null,&quot;architecture_evidence_digest&quot;:&quot;b53e0933defbb0a89f4232c043692407e575e4b632e8e182b6e85ad8fc33cb9e&quot;,&quot;architecture_role&quot;:&quot;image-lane&quot;,&quot;architecture_role_graph_digest&quot;:&quot;e7711c317dd07f5ced02dff846f4ce06a1e44e150885a788ca9c266036142157&quot;,&quot;architecture_role_graph_edge_id&quot;:null,&quot;architecture_role_id&quot;:&quot;architecture_role_image_lane_0_node_fx_image_0_a96ed448_modu_eea979b1&quot;,&quot;architecture_route_id&quot;:null,&quot;architecture_route_role&quot;:null,&quot;depth&quot;:29.76301225,&quot;endpoint_object_ids&quot;:[],&quot;endpoint_role_ids&quot;:[],&quot;kind&quot;:&quot;face&quot;,&quot;object_id&quot;:&quot;scene_object_model_scene_architecture_role_architecture_d20d0c15&quot;,&quot;repeat_count&quot;:1,&quot;source_digest&quot;:&quot;bc2f1fbe56c01cf01708c70382c1eb3f33791801522f8fa59dd3c64b9ec8e611&quot;}"/>
          <p:cNvSpPr/>
          <p:nvPr/>
        </p:nvSpPr>
        <p:spPr>
          <a:xfrm>
            <a:off x="1315396" y="2340232"/>
            <a:ext cx="517610" cy="246149"/>
          </a:xfrm>
          <a:custGeom>
            <a:avLst/>
            <a:gdLst/>
            <a:ahLst/>
            <a:cxnLst/>
            <a:rect l="l" t="t" r="r" b="b"/>
            <a:pathLst>
              <a:path w="517610" h="246149">
                <a:moveTo>
                  <a:pt x="320298" y="0"/>
                </a:moveTo>
                <a:lnTo>
                  <a:pt x="0" y="169455"/>
                </a:lnTo>
                <a:lnTo>
                  <a:pt x="197312" y="246149"/>
                </a:lnTo>
                <a:lnTo>
                  <a:pt x="517610" y="76694"/>
                </a:lnTo>
                <a:close/>
              </a:path>
            </a:pathLst>
          </a:custGeom>
          <a:solidFill>
            <a:srgbClr val="93C5FD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NDV editable face scene_object_model_scene_architecture_role_architecture_d20d0c15 0002" descr="{&quot;architecture_direction&quot;:null,&quot;architecture_evidence_digest&quot;:&quot;b53e0933defbb0a89f4232c043692407e575e4b632e8e182b6e85ad8fc33cb9e&quot;,&quot;architecture_role&quot;:&quot;image-lane&quot;,&quot;architecture_role_graph_digest&quot;:&quot;e7711c317dd07f5ced02dff846f4ce06a1e44e150885a788ca9c266036142157&quot;,&quot;architecture_role_graph_edge_id&quot;:null,&quot;architecture_role_id&quot;:&quot;architecture_role_image_lane_0_node_fx_image_0_a96ed448_modu_eea979b1&quot;,&quot;architecture_route_id&quot;:null,&quot;architecture_route_role&quot;:null,&quot;depth&quot;:29.502987949999998,&quot;endpoint_object_ids&quot;:[],&quot;endpoint_role_ids&quot;:[],&quot;kind&quot;:&quot;face&quot;,&quot;object_id&quot;:&quot;scene_object_model_scene_architecture_role_architecture_d20d0c15&quot;,&quot;repeat_count&quot;:1,&quot;source_digest&quot;:&quot;bc2f1fbe56c01cf01708c70382c1eb3f33791801522f8fa59dd3c64b9ec8e611&quot;}"/>
          <p:cNvSpPr/>
          <p:nvPr/>
        </p:nvSpPr>
        <p:spPr>
          <a:xfrm>
            <a:off x="1315396" y="2509687"/>
            <a:ext cx="197312" cy="488229"/>
          </a:xfrm>
          <a:custGeom>
            <a:avLst/>
            <a:gdLst/>
            <a:ahLst/>
            <a:cxnLst/>
            <a:rect l="l" t="t" r="r" b="b"/>
            <a:pathLst>
              <a:path w="197312" h="488229">
                <a:moveTo>
                  <a:pt x="0" y="411535"/>
                </a:moveTo>
                <a:lnTo>
                  <a:pt x="197312" y="488229"/>
                </a:lnTo>
                <a:lnTo>
                  <a:pt x="197312" y="76694"/>
                </a:lnTo>
                <a:lnTo>
                  <a:pt x="0" y="0"/>
                </a:lnTo>
                <a:close/>
              </a:path>
            </a:pathLst>
          </a:custGeom>
          <a:solidFill>
            <a:srgbClr val="93C5FD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NDV editable face scene_object_model_scene_architecture_role_architecture_2e3964f2 0003" descr="{&quot;architecture_direction&quot;:null,&quot;architecture_evidence_digest&quot;:&quot;b53e0933defbb0a89f4232c043692407e575e4b632e8e182b6e85ad8fc33cb9e&quot;,&quot;architecture_role&quot;:&quot;text-lane&quot;,&quot;architecture_role_graph_digest&quot;:&quot;e7711c317dd07f5ced02dff846f4ce06a1e44e150885a788ca9c266036142157&quot;,&quot;architecture_role_graph_edge_id&quot;:null,&quot;architecture_role_id&quot;:&quot;architecture_role_text_lane_1_node_fx_mean_12_0803e404_modul_faa01af6&quot;,&quot;architecture_route_id&quot;:null,&quot;architecture_route_role&quot;:null,&quot;depth&quot;:23.619652000000002,&quot;endpoint_object_ids&quot;:[],&quot;endpoint_role_ids&quot;:[],&quot;kind&quot;:&quot;face&quot;,&quot;object_id&quot;:&quot;scene_object_model_scene_architecture_role_architecture_2e3964f2&quot;,&quot;repeat_count&quot;:1,&quot;source_digest&quot;:&quot;bc2f1fbe56c01cf01708c70382c1eb3f33791801522f8fa59dd3c64b9ec8e611&quot;}"/>
          <p:cNvSpPr/>
          <p:nvPr/>
        </p:nvSpPr>
        <p:spPr>
          <a:xfrm>
            <a:off x="1114560" y="907819"/>
            <a:ext cx="484725" cy="233368"/>
          </a:xfrm>
          <a:custGeom>
            <a:avLst/>
            <a:gdLst/>
            <a:ahLst/>
            <a:cxnLst/>
            <a:rect l="l" t="t" r="r" b="b"/>
            <a:pathLst>
              <a:path w="484725" h="233368">
                <a:moveTo>
                  <a:pt x="320298" y="0"/>
                </a:moveTo>
                <a:lnTo>
                  <a:pt x="0" y="169456"/>
                </a:lnTo>
                <a:lnTo>
                  <a:pt x="164427" y="233368"/>
                </a:lnTo>
                <a:lnTo>
                  <a:pt x="484725" y="63912"/>
                </a:lnTo>
                <a:close/>
              </a:path>
            </a:pathLst>
          </a:custGeom>
          <a:solidFill>
            <a:srgbClr val="F0AB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NDV editable face scene_object_model_scene_architecture_role_architecture_2e3964f2 0004" descr="{&quot;architecture_direction&quot;:null,&quot;architecture_evidence_digest&quot;:&quot;b53e0933defbb0a89f4232c043692407e575e4b632e8e182b6e85ad8fc33cb9e&quot;,&quot;architecture_role&quot;:&quot;text-lane&quot;,&quot;architecture_role_graph_digest&quot;:&quot;e7711c317dd07f5ced02dff846f4ce06a1e44e150885a788ca9c266036142157&quot;,&quot;architecture_role_graph_edge_id&quot;:null,&quot;architecture_role_id&quot;:&quot;architecture_role_text_lane_1_node_fx_mean_12_0803e404_modul_faa01af6&quot;,&quot;architecture_route_id&quot;:null,&quot;architecture_route_role&quot;:null,&quot;depth&quot;:23.543375,&quot;endpoint_object_ids&quot;:[],&quot;endpoint_role_ids&quot;:[],&quot;kind&quot;:&quot;face&quot;,&quot;object_id&quot;:&quot;scene_object_model_scene_architecture_role_architecture_2e3964f2&quot;,&quot;repeat_count&quot;:1,&quot;source_digest&quot;:&quot;bc2f1fbe56c01cf01708c70382c1eb3f33791801522f8fa59dd3c64b9ec8e611&quot;}"/>
          <p:cNvSpPr/>
          <p:nvPr/>
        </p:nvSpPr>
        <p:spPr>
          <a:xfrm>
            <a:off x="1278987" y="971731"/>
            <a:ext cx="320298" cy="338466"/>
          </a:xfrm>
          <a:custGeom>
            <a:avLst/>
            <a:gdLst/>
            <a:ahLst/>
            <a:cxnLst/>
            <a:rect l="l" t="t" r="r" b="b"/>
            <a:pathLst>
              <a:path w="320298" h="338466">
                <a:moveTo>
                  <a:pt x="320298" y="169011"/>
                </a:moveTo>
                <a:lnTo>
                  <a:pt x="320298" y="0"/>
                </a:lnTo>
                <a:lnTo>
                  <a:pt x="0" y="169456"/>
                </a:lnTo>
                <a:lnTo>
                  <a:pt x="0" y="338466"/>
                </a:lnTo>
                <a:close/>
              </a:path>
            </a:pathLst>
          </a:custGeom>
          <a:solidFill>
            <a:srgbClr val="F0AB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NDV editable face scene_object_model_scene_architecture_role_architecture_2e3964f2 0005" descr="{&quot;architecture_direction&quot;:null,&quot;architecture_evidence_digest&quot;:&quot;b53e0933defbb0a89f4232c043692407e575e4b632e8e182b6e85ad8fc33cb9e&quot;,&quot;architecture_role&quot;:&quot;text-lane&quot;,&quot;architecture_role_graph_digest&quot;:&quot;e7711c317dd07f5ced02dff846f4ce06a1e44e150885a788ca9c266036142157&quot;,&quot;architecture_role_graph_edge_id&quot;:null,&quot;architecture_role_id&quot;:&quot;architecture_role_text_lane_1_node_fx_mean_12_0803e404_modul_faa01af6&quot;,&quot;architecture_route_id&quot;:null,&quot;architecture_route_role&quot;:null,&quot;depth&quot;:22.976536525,&quot;endpoint_object_ids&quot;:[],&quot;endpoint_role_ids&quot;:[],&quot;kind&quot;:&quot;face&quot;,&quot;object_id&quot;:&quot;scene_object_model_scene_architecture_role_architecture_2e3964f2&quot;,&quot;repeat_count&quot;:1,&quot;source_digest&quot;:&quot;bc2f1fbe56c01cf01708c70382c1eb3f33791801522f8fa59dd3c64b9ec8e611&quot;}"/>
          <p:cNvSpPr/>
          <p:nvPr/>
        </p:nvSpPr>
        <p:spPr>
          <a:xfrm>
            <a:off x="1114560" y="1077275"/>
            <a:ext cx="164427" cy="232922"/>
          </a:xfrm>
          <a:custGeom>
            <a:avLst/>
            <a:gdLst/>
            <a:ahLst/>
            <a:cxnLst/>
            <a:rect l="l" t="t" r="r" b="b"/>
            <a:pathLst>
              <a:path w="164427" h="232922">
                <a:moveTo>
                  <a:pt x="0" y="169011"/>
                </a:moveTo>
                <a:lnTo>
                  <a:pt x="164427" y="232922"/>
                </a:lnTo>
                <a:lnTo>
                  <a:pt x="164427" y="63912"/>
                </a:lnTo>
                <a:lnTo>
                  <a:pt x="0" y="0"/>
                </a:lnTo>
                <a:close/>
              </a:path>
            </a:pathLst>
          </a:custGeom>
          <a:solidFill>
            <a:srgbClr val="F0AB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NDV editable face scene_object_model_scene_architecture_role_architecture_3d003159 0006" descr="{&quot;architecture_direction&quot;:null,&quot;architecture_evidence_digest&quot;:&quot;b53e0933defbb0a89f4232c043692407e575e4b632e8e182b6e85ad8fc33cb9e&quot;,&quot;architecture_role&quot;:&quot;fusion&quot;,&quot;architecture_role_graph_digest&quot;:&quot;e7711c317dd07f5ced02dff846f4ce06a1e44e150885a788ca9c266036142157&quot;,&quot;architecture_role_graph_edge_id&quot;:null,&quot;architecture_role_id&quot;:&quot;architecture_role_fusion_2_node_fx_cat_15_cd86490b_module_mo_6d6dcedf&quot;,&quot;architecture_route_id&quot;:null,&quot;architecture_route_role&quot;:null,&quot;depth&quot;:17.181395875,&quot;endpoint_object_ids&quot;:[],&quot;endpoint_role_ids&quot;:[],&quot;kind&quot;:&quot;face&quot;,&quot;object_id&quot;:&quot;scene_object_model_scene_architecture_role_architecture_3d003159&quot;,&quot;repeat_count&quot;:1,&quot;source_digest&quot;:&quot;bc2f1fbe56c01cf01708c70382c1eb3f33791801522f8fa59dd3c64b9ec8e611&quot;}"/>
          <p:cNvSpPr/>
          <p:nvPr/>
        </p:nvSpPr>
        <p:spPr>
          <a:xfrm>
            <a:off x="3015268" y="2581217"/>
            <a:ext cx="521890" cy="253029"/>
          </a:xfrm>
          <a:custGeom>
            <a:avLst/>
            <a:gdLst/>
            <a:ahLst/>
            <a:cxnLst/>
            <a:rect l="l" t="t" r="r" b="b"/>
            <a:pathLst>
              <a:path w="521890" h="253029">
                <a:moveTo>
                  <a:pt x="357463" y="0"/>
                </a:moveTo>
                <a:lnTo>
                  <a:pt x="0" y="189118"/>
                </a:lnTo>
                <a:lnTo>
                  <a:pt x="164427" y="253029"/>
                </a:lnTo>
                <a:lnTo>
                  <a:pt x="521890" y="63912"/>
                </a:lnTo>
                <a:close/>
              </a:path>
            </a:pathLst>
          </a:custGeom>
          <a:solidFill>
            <a:srgbClr val="8B5CF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NNDV editable face scene_object_model_scene_architecture_role_architecture_3d003159 0007" descr="{&quot;architecture_direction&quot;:null,&quot;architecture_evidence_digest&quot;:&quot;b53e0933defbb0a89f4232c043692407e575e4b632e8e182b6e85ad8fc33cb9e&quot;,&quot;architecture_role&quot;:&quot;fusion&quot;,&quot;architecture_role_graph_digest&quot;:&quot;e7711c317dd07f5ced02dff846f4ce06a1e44e150885a788ca9c266036142157&quot;,&quot;architecture_role_graph_edge_id&quot;:null,&quot;architecture_role_id&quot;:&quot;architecture_role_fusion_2_node_fx_cat_15_cd86490b_module_mo_6d6dcedf&quot;,&quot;architecture_route_id&quot;:null,&quot;architecture_route_role&quot;:null,&quot;depth&quot;:17.10511885,&quot;endpoint_object_ids&quot;:[],&quot;endpoint_role_ids&quot;:[],&quot;kind&quot;:&quot;face&quot;,&quot;object_id&quot;:&quot;scene_object_model_scene_architecture_role_architecture_3d003159&quot;,&quot;repeat_count&quot;:1,&quot;source_digest&quot;:&quot;bc2f1fbe56c01cf01708c70382c1eb3f33791801522f8fa59dd3c64b9ec8e611&quot;}"/>
          <p:cNvSpPr/>
          <p:nvPr/>
        </p:nvSpPr>
        <p:spPr>
          <a:xfrm>
            <a:off x="3179695" y="2645129"/>
            <a:ext cx="357463" cy="358128"/>
          </a:xfrm>
          <a:custGeom>
            <a:avLst/>
            <a:gdLst/>
            <a:ahLst/>
            <a:cxnLst/>
            <a:rect l="l" t="t" r="r" b="b"/>
            <a:pathLst>
              <a:path w="357463" h="358128">
                <a:moveTo>
                  <a:pt x="357463" y="169011"/>
                </a:moveTo>
                <a:lnTo>
                  <a:pt x="357463" y="0"/>
                </a:lnTo>
                <a:lnTo>
                  <a:pt x="0" y="189117"/>
                </a:lnTo>
                <a:lnTo>
                  <a:pt x="0" y="358128"/>
                </a:lnTo>
                <a:close/>
              </a:path>
            </a:pathLst>
          </a:custGeom>
          <a:solidFill>
            <a:srgbClr val="8B5CF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NNDV editable face scene_object_model_scene_architecture_role_architecture_3d003159 0008" descr="{&quot;architecture_direction&quot;:null,&quot;architecture_evidence_digest&quot;:&quot;b53e0933defbb0a89f4232c043692407e575e4b632e8e182b6e85ad8fc33cb9e&quot;,&quot;architecture_role&quot;:&quot;fusion&quot;,&quot;architecture_role_graph_digest&quot;:&quot;e7711c317dd07f5ced02dff846f4ce06a1e44e150885a788ca9c266036142157&quot;,&quot;architecture_role_graph_edge_id&quot;:null,&quot;architecture_role_id&quot;:&quot;architecture_role_fusion_2_node_fx_cat_15_cd86490b_module_mo_6d6dcedf&quot;,&quot;architecture_route_id&quot;:null,&quot;architecture_route_role&quot;:null,&quot;depth&quot;:16.43268225,&quot;endpoint_object_ids&quot;:[],&quot;endpoint_role_ids&quot;:[],&quot;kind&quot;:&quot;face&quot;,&quot;object_id&quot;:&quot;scene_object_model_scene_architecture_role_architecture_3d003159&quot;,&quot;repeat_count&quot;:1,&quot;source_digest&quot;:&quot;bc2f1fbe56c01cf01708c70382c1eb3f33791801522f8fa59dd3c64b9ec8e611&quot;}"/>
          <p:cNvSpPr/>
          <p:nvPr/>
        </p:nvSpPr>
        <p:spPr>
          <a:xfrm>
            <a:off x="3015268" y="2770335"/>
            <a:ext cx="164427" cy="232922"/>
          </a:xfrm>
          <a:custGeom>
            <a:avLst/>
            <a:gdLst/>
            <a:ahLst/>
            <a:cxnLst/>
            <a:rect l="l" t="t" r="r" b="b"/>
            <a:pathLst>
              <a:path w="164427" h="232922">
                <a:moveTo>
                  <a:pt x="0" y="169011"/>
                </a:moveTo>
                <a:lnTo>
                  <a:pt x="164427" y="232922"/>
                </a:lnTo>
                <a:lnTo>
                  <a:pt x="164427" y="63911"/>
                </a:lnTo>
                <a:lnTo>
                  <a:pt x="0" y="0"/>
                </a:lnTo>
                <a:close/>
              </a:path>
            </a:pathLst>
          </a:custGeom>
          <a:solidFill>
            <a:srgbClr val="8B5CF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NDV editable face scene_object_model_scene_architecture_role_architecture_93e25569 0009" descr="{&quot;architecture_direction&quot;:null,&quot;architecture_evidence_digest&quot;:&quot;b53e0933defbb0a89f4232c043692407e575e4b632e8e182b6e85ad8fc33cb9e&quot;,&quot;architecture_role&quot;:&quot;output-head&quot;,&quot;architecture_role_graph_digest&quot;:&quot;e7711c317dd07f5ced02dff846f4ce06a1e44e150885a788ca9c266036142157&quot;,&quot;architecture_role_graph_edge_id&quot;:null,&quot;architecture_role_id&quot;:&quot;architecture_role_output_head_3_node_fx_sub_19_9f3908ea_node_962ae860&quot;,&quot;architecture_route_id&quot;:null,&quot;architecture_route_role&quot;:null,&quot;depth&quot;:12.6834361,&quot;endpoint_object_ids&quot;:[],&quot;endpoint_role_ids&quot;:[],&quot;kind&quot;:&quot;face&quot;,&quot;object_id&quot;:&quot;scene_object_model_scene_architecture_role_architecture_93e25569&quot;,&quot;repeat_count&quot;:1,&quot;source_digest&quot;:&quot;bc2f1fbe56c01cf01708c70382c1eb3f33791801522f8fa59dd3c64b9ec8e611&quot;}"/>
          <p:cNvSpPr/>
          <p:nvPr/>
        </p:nvSpPr>
        <p:spPr>
          <a:xfrm>
            <a:off x="4880715" y="3009803"/>
            <a:ext cx="484725" cy="233367"/>
          </a:xfrm>
          <a:custGeom>
            <a:avLst/>
            <a:gdLst/>
            <a:ahLst/>
            <a:cxnLst/>
            <a:rect l="l" t="t" r="r" b="b"/>
            <a:pathLst>
              <a:path w="484725" h="233367">
                <a:moveTo>
                  <a:pt x="320298" y="0"/>
                </a:moveTo>
                <a:lnTo>
                  <a:pt x="0" y="169455"/>
                </a:lnTo>
                <a:lnTo>
                  <a:pt x="164427" y="233367"/>
                </a:lnTo>
                <a:lnTo>
                  <a:pt x="484725" y="63911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NDV editable face scene_object_model_scene_architecture_role_architecture_93e25569 0010" descr="{&quot;architecture_direction&quot;:null,&quot;architecture_evidence_digest&quot;:&quot;b53e0933defbb0a89f4232c043692407e575e4b632e8e182b6e85ad8fc33cb9e&quot;,&quot;architecture_role&quot;:&quot;output-head&quot;,&quot;architecture_role_graph_digest&quot;:&quot;e7711c317dd07f5ced02dff846f4ce06a1e44e150885a788ca9c266036142157&quot;,&quot;architecture_role_graph_edge_id&quot;:null,&quot;architecture_role_id&quot;:&quot;architecture_role_output_head_3_node_fx_sub_19_9f3908ea_node_962ae860&quot;,&quot;architecture_route_id&quot;:null,&quot;architecture_route_role&quot;:null,&quot;depth&quot;:12.6071591,&quot;endpoint_object_ids&quot;:[],&quot;endpoint_role_ids&quot;:[],&quot;kind&quot;:&quot;face&quot;,&quot;object_id&quot;:&quot;scene_object_model_scene_architecture_role_architecture_93e25569&quot;,&quot;repeat_count&quot;:1,&quot;source_digest&quot;:&quot;bc2f1fbe56c01cf01708c70382c1eb3f33791801522f8fa59dd3c64b9ec8e611&quot;}"/>
          <p:cNvSpPr/>
          <p:nvPr/>
        </p:nvSpPr>
        <p:spPr>
          <a:xfrm>
            <a:off x="5045142" y="3073714"/>
            <a:ext cx="320298" cy="338467"/>
          </a:xfrm>
          <a:custGeom>
            <a:avLst/>
            <a:gdLst/>
            <a:ahLst/>
            <a:cxnLst/>
            <a:rect l="l" t="t" r="r" b="b"/>
            <a:pathLst>
              <a:path w="320298" h="338467">
                <a:moveTo>
                  <a:pt x="320298" y="169011"/>
                </a:moveTo>
                <a:lnTo>
                  <a:pt x="320298" y="0"/>
                </a:lnTo>
                <a:lnTo>
                  <a:pt x="0" y="169456"/>
                </a:lnTo>
                <a:lnTo>
                  <a:pt x="0" y="338467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NDV editable face scene_object_model_scene_architecture_role_architecture_93e25569 0011" descr="{&quot;architecture_direction&quot;:null,&quot;architecture_evidence_digest&quot;:&quot;b53e0933defbb0a89f4232c043692407e575e4b632e8e182b6e85ad8fc33cb9e&quot;,&quot;architecture_role&quot;:&quot;output-head&quot;,&quot;architecture_role_graph_digest&quot;:&quot;e7711c317dd07f5ced02dff846f4ce06a1e44e150885a788ca9c266036142157&quot;,&quot;architecture_role_graph_edge_id&quot;:null,&quot;architecture_role_id&quot;:&quot;architecture_role_output_head_3_node_fx_sub_19_9f3908ea_node_962ae860&quot;,&quot;architecture_route_id&quot;:null,&quot;architecture_route_role&quot;:null,&quot;depth&quot;:12.040320625,&quot;endpoint_object_ids&quot;:[],&quot;endpoint_role_ids&quot;:[],&quot;kind&quot;:&quot;face&quot;,&quot;object_id&quot;:&quot;scene_object_model_scene_architecture_role_architecture_93e25569&quot;,&quot;repeat_count&quot;:1,&quot;source_digest&quot;:&quot;bc2f1fbe56c01cf01708c70382c1eb3f33791801522f8fa59dd3c64b9ec8e611&quot;}"/>
          <p:cNvSpPr/>
          <p:nvPr/>
        </p:nvSpPr>
        <p:spPr>
          <a:xfrm>
            <a:off x="4880715" y="3179258"/>
            <a:ext cx="164427" cy="232923"/>
          </a:xfrm>
          <a:custGeom>
            <a:avLst/>
            <a:gdLst/>
            <a:ahLst/>
            <a:cxnLst/>
            <a:rect l="l" t="t" r="r" b="b"/>
            <a:pathLst>
              <a:path w="164427" h="232923">
                <a:moveTo>
                  <a:pt x="0" y="169011"/>
                </a:moveTo>
                <a:lnTo>
                  <a:pt x="164427" y="232923"/>
                </a:lnTo>
                <a:lnTo>
                  <a:pt x="164427" y="63912"/>
                </a:lnTo>
                <a:lnTo>
                  <a:pt x="0" y="0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NNDV editable edge scene_object_model_scene_architecture_role_architecture_d20d0c15 000" descr="{&quot;architecture_direction&quot;:null,&quot;architecture_evidence_digest&quot;:&quot;b53e0933defbb0a89f4232c043692407e575e4b632e8e182b6e85ad8fc33cb9e&quot;,&quot;architecture_role&quot;:&quot;image-lane&quot;,&quot;architecture_role_graph_digest&quot;:&quot;e7711c317dd07f5ced02dff846f4ce06a1e44e150885a788ca9c266036142157&quot;,&quot;architecture_role_graph_edge_id&quot;:null,&quot;architecture_role_id&quot;:&quot;architecture_role_image_lane_0_node_fx_image_0_a96ed448_modu_eea979b1&quot;,&quot;architecture_route_id&quot;:null,&quot;architecture_route_role&quot;:null,&quot;depth&quot;:30.911262100000002,&quot;endpoint_object_ids&quot;:[],&quot;endpoint_role_ids&quot;:[],&quot;kind&quot;:&quot;edge&quot;,&quot;object_id&quot;:&quot;scene_object_model_scene_architecture_role_architecture_d20d0c15&quot;,&quot;repeat_count&quot;:1,&quot;source_digest&quot;:&quot;bc2f1fbe56c01cf01708c70382c1eb3f33791801522f8fa59dd3c64b9ec8e611&quot;}"/>
          <p:cNvCxnSpPr/>
          <p:nvPr/>
        </p:nvCxnSpPr>
        <p:spPr>
          <a:xfrm flipV="1">
            <a:off x="1833005" y="2416925"/>
            <a:ext cx="0" cy="41153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NNDV editable edge scene_object_model_scene_architecture_role_architecture_d20d0c15 000" descr="{&quot;architecture_direction&quot;:null,&quot;architecture_evidence_digest&quot;:&quot;b53e0933defbb0a89f4232c043692407e575e4b632e8e182b6e85ad8fc33cb9e&quot;,&quot;architecture_role&quot;:&quot;image-lane&quot;,&quot;architecture_role_graph_digest&quot;:&quot;e7711c317dd07f5ced02dff846f4ce06a1e44e150885a788ca9c266036142157&quot;,&quot;architecture_role_graph_edge_id&quot;:null,&quot;architecture_role_id&quot;:&quot;architecture_role_image_lane_0_node_fx_image_0_a96ed448_modu_eea979b1&quot;,&quot;architecture_route_id&quot;:null,&quot;architecture_route_role&quot;:null,&quot;depth&quot;:30.673097249999998,&quot;endpoint_object_ids&quot;:[],&quot;endpoint_role_ids&quot;:[],&quot;kind&quot;:&quot;edge&quot;,&quot;object_id&quot;:&quot;scene_object_model_scene_architecture_role_architecture_d20d0c15&quot;,&quot;repeat_count&quot;:1,&quot;source_digest&quot;:&quot;bc2f1fbe56c01cf01708c70382c1eb3f33791801522f8fa59dd3c64b9ec8e611&quot;}"/>
          <p:cNvCxnSpPr/>
          <p:nvPr/>
        </p:nvCxnSpPr>
        <p:spPr>
          <a:xfrm flipH="1" flipV="1">
            <a:off x="1635693" y="2340231"/>
            <a:ext cx="197312" cy="7669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NNDV editable edge scene_object_model_scene_architecture_role_architecture_d20d0c15 000" descr="{&quot;architecture_direction&quot;:null,&quot;architecture_evidence_digest&quot;:&quot;b53e0933defbb0a89f4232c043692407e575e4b632e8e182b6e85ad8fc33cb9e&quot;,&quot;architecture_role&quot;:&quot;image-lane&quot;,&quot;architecture_role_graph_digest&quot;:&quot;e7711c317dd07f5ced02dff846f4ce06a1e44e150885a788ca9c266036142157&quot;,&quot;architecture_role_graph_edge_id&quot;:null,&quot;architecture_role_id&quot;:&quot;architecture_role_image_lane_0_node_fx_image_0_a96ed448_modu_eea979b1&quot;,&quot;architecture_route_id&quot;:null,&quot;architecture_route_role&quot;:null,&quot;depth&quot;:30.651237799999997,&quot;endpoint_object_ids&quot;:[],&quot;endpoint_role_ids&quot;:[],&quot;kind&quot;:&quot;edge&quot;,&quot;object_id&quot;:&quot;scene_object_model_scene_architecture_role_architecture_d20d0c15&quot;,&quot;repeat_count&quot;:1,&quot;source_digest&quot;:&quot;bc2f1fbe56c01cf01708c70382c1eb3f33791801522f8fa59dd3c64b9ec8e611&quot;}"/>
          <p:cNvCxnSpPr/>
          <p:nvPr/>
        </p:nvCxnSpPr>
        <p:spPr>
          <a:xfrm flipH="1">
            <a:off x="1512707" y="2828460"/>
            <a:ext cx="320298" cy="16945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NNDV editable edge scene_object_model_scene_architecture_role_architecture_d20d0c15 000" descr="{&quot;architecture_direction&quot;:null,&quot;architecture_evidence_digest&quot;:&quot;b53e0933defbb0a89f4232c043692407e575e4b632e8e182b6e85ad8fc33cb9e&quot;,&quot;architecture_role&quot;:&quot;image-lane&quot;,&quot;architecture_role_graph_digest&quot;:&quot;e7711c317dd07f5ced02dff846f4ce06a1e44e150885a788ca9c266036142157&quot;,&quot;architecture_role_graph_edge_id&quot;:null,&quot;architecture_role_id&quot;:&quot;architecture_role_image_lane_0_node_fx_image_0_a96ed448_modu_eea979b1&quot;,&quot;architecture_route_id&quot;:null,&quot;architecture_route_role&quot;:null,&quot;depth&quot;:30.1749081,&quot;endpoint_object_ids&quot;:[],&quot;endpoint_role_ids&quot;:[],&quot;kind&quot;:&quot;edge&quot;,&quot;object_id&quot;:&quot;scene_object_model_scene_architecture_role_architecture_d20d0c15&quot;,&quot;repeat_count&quot;:1,&quot;source_digest&quot;:&quot;bc2f1fbe56c01cf01708c70382c1eb3f33791801522f8fa59dd3c64b9ec8e611&quot;}"/>
          <p:cNvCxnSpPr/>
          <p:nvPr/>
        </p:nvCxnSpPr>
        <p:spPr>
          <a:xfrm flipH="1">
            <a:off x="1315395" y="2340231"/>
            <a:ext cx="320298" cy="16945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NNDV editable edge scene_object_model_scene_architecture_role_architecture_d20d0c15 000" descr="{&quot;architecture_direction&quot;:null,&quot;architecture_evidence_digest&quot;:&quot;b53e0933defbb0a89f4232c043692407e575e4b632e8e182b6e85ad8fc33cb9e&quot;,&quot;architecture_role&quot;:&quot;image-lane&quot;,&quot;architecture_role_graph_digest&quot;:&quot;e7711c317dd07f5ced02dff846f4ce06a1e44e150885a788ca9c266036142157&quot;,&quot;architecture_role_graph_edge_id&quot;:null,&quot;architecture_role_id&quot;:&quot;architecture_role_image_lane_0_node_fx_image_0_a96ed448_modu_eea979b1&quot;,&quot;architecture_route_id&quot;:null,&quot;architecture_route_role&quot;:null,&quot;depth&quot;:30.15304865,&quot;endpoint_object_ids&quot;:[],&quot;endpoint_role_ids&quot;:[],&quot;kind&quot;:&quot;edge&quot;,&quot;object_id&quot;:&quot;scene_object_model_scene_architecture_role_architecture_d20d0c15&quot;,&quot;repeat_count&quot;:1,&quot;source_digest&quot;:&quot;bc2f1fbe56c01cf01708c70382c1eb3f33791801522f8fa59dd3c64b9ec8e611&quot;}"/>
          <p:cNvCxnSpPr/>
          <p:nvPr/>
        </p:nvCxnSpPr>
        <p:spPr>
          <a:xfrm>
            <a:off x="1315395" y="2921222"/>
            <a:ext cx="197312" cy="7669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NNDV editable edge scene_object_model_scene_architecture_role_architecture_d20d0c15 000" descr="{&quot;architecture_direction&quot;:null,&quot;architecture_evidence_digest&quot;:&quot;b53e0933defbb0a89f4232c043692407e575e4b632e8e182b6e85ad8fc33cb9e&quot;,&quot;architecture_role&quot;:&quot;image-lane&quot;,&quot;architecture_role_graph_digest&quot;:&quot;e7711c317dd07f5ced02dff846f4ce06a1e44e150885a788ca9c266036142157&quot;,&quot;architecture_role_graph_edge_id&quot;:null,&quot;architecture_role_id&quot;:&quot;architecture_role_image_lane_0_node_fx_image_0_a96ed448_modu_eea979b1&quot;,&quot;architecture_route_id&quot;:null,&quot;architecture_route_role&quot;:null,&quot;depth&quot;:29.9148838,&quot;endpoint_object_ids&quot;:[],&quot;endpoint_role_ids&quot;:[],&quot;kind&quot;:&quot;edge&quot;,&quot;object_id&quot;:&quot;scene_object_model_scene_architecture_role_architecture_d20d0c15&quot;,&quot;repeat_count&quot;:1,&quot;source_digest&quot;:&quot;bc2f1fbe56c01cf01708c70382c1eb3f33791801522f8fa59dd3c64b9ec8e611&quot;}"/>
          <p:cNvCxnSpPr/>
          <p:nvPr/>
        </p:nvCxnSpPr>
        <p:spPr>
          <a:xfrm flipV="1">
            <a:off x="1315395" y="2509687"/>
            <a:ext cx="0" cy="41153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NNDV editable edge scene_object_model_scene_architecture_role_architecture_d20d0c15 000" descr="{&quot;architecture_direction&quot;:null,&quot;architecture_evidence_digest&quot;:&quot;b53e0933defbb0a89f4232c043692407e575e4b632e8e182b6e85ad8fc33cb9e&quot;,&quot;architecture_role&quot;:&quot;image-lane&quot;,&quot;architecture_role_graph_digest&quot;:&quot;e7711c317dd07f5ced02dff846f4ce06a1e44e150885a788ca9c266036142157&quot;,&quot;architecture_role_graph_edge_id&quot;:null,&quot;architecture_role_id&quot;:&quot;architecture_role_image_lane_0_node_fx_image_0_a96ed448_modu_eea979b1&quot;,&quot;architecture_route_id&quot;:null,&quot;architecture_route_role&quot;:null,&quot;depth&quot;:29.351116400000002,&quot;endpoint_object_ids&quot;:[],&quot;endpoint_role_ids&quot;:[],&quot;kind&quot;:&quot;edge&quot;,&quot;object_id&quot;:&quot;scene_object_model_scene_architecture_role_architecture_d20d0c15&quot;,&quot;repeat_count&quot;:1,&quot;source_digest&quot;:&quot;bc2f1fbe56c01cf01708c70382c1eb3f33791801522f8fa59dd3c64b9ec8e611&quot;}"/>
          <p:cNvCxnSpPr/>
          <p:nvPr/>
        </p:nvCxnSpPr>
        <p:spPr>
          <a:xfrm flipH="1">
            <a:off x="1512707" y="2416925"/>
            <a:ext cx="320298" cy="16945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NNDV editable edge scene_object_model_scene_architecture_role_architecture_d20d0c15 000" descr="{&quot;architecture_direction&quot;:null,&quot;architecture_evidence_digest&quot;:&quot;b53e0933defbb0a89f4232c043692407e575e4b632e8e182b6e85ad8fc33cb9e&quot;,&quot;architecture_role&quot;:&quot;image-lane&quot;,&quot;architecture_role_graph_digest&quot;:&quot;e7711c317dd07f5ced02dff846f4ce06a1e44e150885a788ca9c266036142157&quot;,&quot;architecture_role_graph_edge_id&quot;:null,&quot;architecture_role_id&quot;:&quot;architecture_role_image_lane_0_node_fx_image_0_a96ed448_modu_eea979b1&quot;,&quot;architecture_route_id&quot;:null,&quot;architecture_route_role&quot;:null,&quot;depth&quot;:29.091092099999997,&quot;endpoint_object_ids&quot;:[],&quot;endpoint_role_ids&quot;:[],&quot;kind&quot;:&quot;edge&quot;,&quot;object_id&quot;:&quot;scene_object_model_scene_architecture_role_architecture_d20d0c15&quot;,&quot;repeat_count&quot;:1,&quot;source_digest&quot;:&quot;bc2f1fbe56c01cf01708c70382c1eb3f33791801522f8fa59dd3c64b9ec8e611&quot;}"/>
          <p:cNvCxnSpPr/>
          <p:nvPr/>
        </p:nvCxnSpPr>
        <p:spPr>
          <a:xfrm flipV="1">
            <a:off x="1512707" y="2586381"/>
            <a:ext cx="0" cy="41153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NNDV editable edge scene_object_model_scene_architecture_role_architecture_d20d0c15 000" descr="{&quot;architecture_direction&quot;:null,&quot;architecture_evidence_digest&quot;:&quot;b53e0933defbb0a89f4232c043692407e575e4b632e8e182b6e85ad8fc33cb9e&quot;,&quot;architecture_role&quot;:&quot;image-lane&quot;,&quot;architecture_role_graph_digest&quot;:&quot;e7711c317dd07f5ced02dff846f4ce06a1e44e150885a788ca9c266036142157&quot;,&quot;architecture_role_graph_edge_id&quot;:null,&quot;architecture_role_id&quot;:&quot;architecture_role_image_lane_0_node_fx_image_0_a96ed448_modu_eea979b1&quot;,&quot;architecture_route_id&quot;:null,&quot;architecture_route_role&quot;:null,&quot;depth&quot;:28.85292725,&quot;endpoint_object_ids&quot;:[],&quot;endpoint_role_ids&quot;:[],&quot;kind&quot;:&quot;edge&quot;,&quot;object_id&quot;:&quot;scene_object_model_scene_architecture_role_architecture_d20d0c15&quot;,&quot;repeat_count&quot;:1,&quot;source_digest&quot;:&quot;bc2f1fbe56c01cf01708c70382c1eb3f33791801522f8fa59dd3c64b9ec8e611&quot;}"/>
          <p:cNvCxnSpPr/>
          <p:nvPr/>
        </p:nvCxnSpPr>
        <p:spPr>
          <a:xfrm flipH="1" flipV="1">
            <a:off x="1315395" y="2509687"/>
            <a:ext cx="197312" cy="7669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NNDV editable edge scene_object_model_scene_architecture_role_architecture_2e3964f2 000" descr="{&quot;architecture_direction&quot;:null,&quot;architecture_evidence_digest&quot;:&quot;b53e0933defbb0a89f4232c043692407e575e4b632e8e182b6e85ad8fc33cb9e&quot;,&quot;architecture_role&quot;:&quot;text-lane&quot;,&quot;architecture_role_graph_digest&quot;:&quot;e7711c317dd07f5ced02dff846f4ce06a1e44e150885a788ca9c266036142157&quot;,&quot;architecture_role_graph_edge_id&quot;:null,&quot;architecture_role_id&quot;:&quot;architecture_role_text_lane_1_node_fx_mean_12_0803e404_modul_faa01af6&quot;,&quot;architecture_route_id&quot;:null,&quot;architecture_route_role&quot;:null,&quot;depth&quot;:24.529737,&quot;endpoint_object_ids&quot;:[],&quot;endpoint_role_ids&quot;:[],&quot;kind&quot;:&quot;edge&quot;,&quot;object_id&quot;:&quot;scene_object_model_scene_architecture_role_architecture_2e3964f2&quot;,&quot;repeat_count&quot;:1,&quot;source_digest&quot;:&quot;bc2f1fbe56c01cf01708c70382c1eb3f33791801522f8fa59dd3c64b9ec8e611&quot;}"/>
          <p:cNvCxnSpPr/>
          <p:nvPr/>
        </p:nvCxnSpPr>
        <p:spPr>
          <a:xfrm flipH="1" flipV="1">
            <a:off x="1434858" y="907819"/>
            <a:ext cx="164427" cy="6391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NNDV editable edge scene_object_model_scene_architecture_role_architecture_2e3964f2 000" descr="{&quot;architecture_direction&quot;:null,&quot;architecture_evidence_digest&quot;:&quot;b53e0933defbb0a89f4232c043692407e575e4b632e8e182b6e85ad8fc33cb9e&quot;,&quot;architecture_role&quot;:&quot;text-lane&quot;,&quot;architecture_role_graph_digest&quot;:&quot;e7711c317dd07f5ced02dff846f4ce06a1e44e150885a788ca9c266036142157&quot;,&quot;architecture_role_graph_edge_id&quot;:null,&quot;architecture_role_id&quot;:&quot;architecture_role_text_lane_1_node_fx_mean_12_0803e404_modul_faa01af6&quot;,&quot;architecture_route_id&quot;:null,&quot;architecture_route_role&quot;:null,&quot;depth&quot;:24.45346,&quot;endpoint_object_ids&quot;:[],&quot;endpoint_role_ids&quot;:[],&quot;kind&quot;:&quot;edge&quot;,&quot;object_id&quot;:&quot;scene_object_model_scene_architecture_role_architecture_2e3964f2&quot;,&quot;repeat_count&quot;:1,&quot;source_digest&quot;:&quot;bc2f1fbe56c01cf01708c70382c1eb3f33791801522f8fa59dd3c64b9ec8e611&quot;}"/>
          <p:cNvCxnSpPr/>
          <p:nvPr/>
        </p:nvCxnSpPr>
        <p:spPr>
          <a:xfrm flipV="1">
            <a:off x="1599285" y="971731"/>
            <a:ext cx="0" cy="16901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NNDV editable edge scene_object_model_scene_architecture_role_architecture_2e3964f2 000" descr="{&quot;architecture_direction&quot;:null,&quot;architecture_evidence_digest&quot;:&quot;b53e0933defbb0a89f4232c043692407e575e4b632e8e182b6e85ad8fc33cb9e&quot;,&quot;architecture_role&quot;:&quot;text-lane&quot;,&quot;architecture_role_graph_digest&quot;:&quot;e7711c317dd07f5ced02dff846f4ce06a1e44e150885a788ca9c266036142157&quot;,&quot;architecture_role_graph_edge_id&quot;:null,&quot;architecture_role_id&quot;:&quot;architecture_role_text_lane_1_node_fx_mean_12_0803e404_modul_faa01af6&quot;,&quot;architecture_route_id&quot;:null,&quot;architecture_route_role&quot;:null,&quot;depth&quot;:23.9628985,&quot;endpoint_object_ids&quot;:[],&quot;endpoint_role_ids&quot;:[],&quot;kind&quot;:&quot;edge&quot;,&quot;object_id&quot;:&quot;scene_object_model_scene_architecture_role_architecture_2e3964f2&quot;,&quot;repeat_count&quot;:1,&quot;source_digest&quot;:&quot;bc2f1fbe56c01cf01708c70382c1eb3f33791801522f8fa59dd3c64b9ec8e611&quot;}"/>
          <p:cNvCxnSpPr/>
          <p:nvPr/>
        </p:nvCxnSpPr>
        <p:spPr>
          <a:xfrm flipH="1">
            <a:off x="1114560" y="907819"/>
            <a:ext cx="320298" cy="16945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NNDV editable arrow scene_object_model_scene_architecture_route_architectur_9ea5e956 000" descr="{&quot;architecture_direction&quot;:&quot;source-to-target&quot;,&quot;architecture_evidence_digest&quot;:&quot;b53e0933defbb0a89f4232c043692407e575e4b632e8e182b6e85ad8fc33cb9e&quot;,&quot;architecture_role&quot;:&quot;arrow&quot;,&quot;architecture_role_graph_digest&quot;:&quot;e7711c317dd07f5ced02dff846f4ce06a1e44e150885a788ca9c266036142157&quot;,&quot;architecture_role_graph_edge_id&quot;:&quot;architecture_role_flow_architecture_role_image_lane_0_node_fx_ima_a7f81804&quot;,&quot;architecture_role_id&quot;:null,&quot;architecture_route_id&quot;:null,&quot;architecture_route_role&quot;:&quot;arrow&quot;,&quot;depth&quot;:24.5384398140625,&quot;endpoint_object_ids&quot;:[&quot;scene_object_model_scene_architecture_role_architecture_d20d0c15&quot;,&quot;scene_object_model_scene_architecture_role_architecture_3d003159&quot;],&quot;endpoint_role_ids&quot;:[&quot;architecture_role_image_lane_0_node_fx_image_0_a96ed448_modu_eea979b1&quot;,&quot;architecture_role_fusion_2_node_fx_cat_15_cd86490b_module_mo_6d6dcedf&quot;],&quot;kind&quot;:&quot;arrow&quot;,&quot;object_id&quot;:&quot;scene_object_model_scene_architecture_route_architectur_9ea5e956&quot;,&quot;repeat_count&quot;:1,&quot;source_digest&quot;:&quot;bc2f1fbe56c01cf01708c70382c1eb3f33791801522f8fa59dd3c64b9ec8e611&quot;}"/>
          <p:cNvCxnSpPr/>
          <p:nvPr/>
        </p:nvCxnSpPr>
        <p:spPr>
          <a:xfrm>
            <a:off x="1680576" y="2676771"/>
            <a:ext cx="1329697" cy="96221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NNDV editable polyline scene_object_model_scene_architecture_route_architectur_2b72a654 000" descr="{&quot;architecture_direction&quot;:&quot;source-to-target&quot;,&quot;architecture_evidence_digest&quot;:&quot;b53e0933defbb0a89f4232c043692407e575e4b632e8e182b6e85ad8fc33cb9e&quot;,&quot;architecture_role&quot;:&quot;multimodal-stream&quot;,&quot;architecture_role_graph_digest&quot;:&quot;e7711c317dd07f5ced02dff846f4ce06a1e44e150885a788ca9c266036142157&quot;,&quot;architecture_role_graph_edge_id&quot;:&quot;architecture_route_multimodal_stream_architecture_role_image__0f30e47c&quot;,&quot;architecture_role_id&quot;:null,&quot;architecture_route_id&quot;:&quot;architecture_route_multimodal_stream_architecture_role_image__0f30e47c&quot;,&quot;architecture_route_role&quot;:&quot;multimodal-stream&quot;,&quot;depth&quot;:26.689652525,&quot;endpoint_object_ids&quot;:[&quot;scene_object_model_scene_architecture_role_architecture_d20d0c15&quot;,&quot;scene_object_model_scene_architecture_role_architecture_3d003159&quot;],&quot;endpoint_role_ids&quot;:[&quot;architecture_role_image_lane_0_node_fx_image_0_a96ed448_modu_eea979b1&quot;,&quot;architecture_role_fusion_2_node_fx_cat_15_cd86490b_module_mo_6d6dcedf&quot;],&quot;kind&quot;:&quot;polyline&quot;,&quot;object_id&quot;:&quot;scene_object_model_scene_architecture_route_architectur_2b72a654&quot;,&quot;repeat_count&quot;:1,&quot;source_digest&quot;:&quot;bc2f1fbe56c01cf01708c70382c1eb3f33791801522f8fa59dd3c64b9ec8e611&quot;}"/>
          <p:cNvCxnSpPr/>
          <p:nvPr/>
        </p:nvCxnSpPr>
        <p:spPr>
          <a:xfrm>
            <a:off x="1648461" y="2746106"/>
            <a:ext cx="519829" cy="53922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NNDV editable arrow scene_object_model_scene_architecture_route_architectur_2b72a654 000" descr="{&quot;architecture_direction&quot;:&quot;source-to-target&quot;,&quot;architecture_evidence_digest&quot;:&quot;b53e0933defbb0a89f4232c043692407e575e4b632e8e182b6e85ad8fc33cb9e&quot;,&quot;architecture_role&quot;:&quot;multimodal-stream&quot;,&quot;architecture_role_graph_digest&quot;:&quot;e7711c317dd07f5ced02dff846f4ce06a1e44e150885a788ca9c266036142157&quot;,&quot;architecture_role_graph_edge_id&quot;:&quot;architecture_route_multimodal_stream_architecture_role_image__0f30e47c&quot;,&quot;architecture_role_id&quot;:null,&quot;architecture_route_id&quot;:&quot;architecture_route_multimodal_stream_architecture_role_image__0f30e47c&quot;,&quot;architecture_route_role&quot;:&quot;multimodal-stream&quot;,&quot;depth&quot;:21.4141738375,&quot;endpoint_object_ids&quot;:[&quot;scene_object_model_scene_architecture_role_architecture_d20d0c15&quot;,&quot;scene_object_model_scene_architecture_role_architecture_3d003159&quot;],&quot;endpoint_role_ids&quot;:[&quot;architecture_role_image_lane_0_node_fx_image_0_a96ed448_modu_eea979b1&quot;,&quot;architecture_role_fusion_2_node_fx_cat_15_cd86490b_module_mo_6d6dcedf&quot;],&quot;kind&quot;:&quot;arrow&quot;,&quot;object_id&quot;:&quot;scene_object_model_scene_architecture_route_architectur_2b72a654&quot;,&quot;repeat_count&quot;:1,&quot;source_digest&quot;:&quot;bc2f1fbe56c01cf01708c70382c1eb3f33791801522f8fa59dd3c64b9ec8e611&quot;}"/>
          <p:cNvCxnSpPr/>
          <p:nvPr/>
        </p:nvCxnSpPr>
        <p:spPr>
          <a:xfrm flipV="1">
            <a:off x="2168290" y="2915511"/>
            <a:ext cx="830942" cy="369822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NNDV editable edge scene_object_model_scene_architecture_role_architecture_2e3964f2 000" descr="{&quot;architecture_direction&quot;:null,&quot;architecture_evidence_digest&quot;:&quot;b53e0933defbb0a89f4232c043692407e575e4b632e8e182b6e85ad8fc33cb9e&quot;,&quot;architecture_role&quot;:&quot;text-lane&quot;,&quot;architecture_role_graph_digest&quot;:&quot;e7711c317dd07f5ced02dff846f4ce06a1e44e150885a788ca9c266036142157&quot;,&quot;architecture_role_graph_edge_id&quot;:null,&quot;architecture_role_id&quot;:&quot;architecture_role_text_lane_1_node_fx_mean_12_0803e404_modul_faa01af6&quot;,&quot;architecture_route_id&quot;:null,&quot;architecture_route_role&quot;:null,&quot;depth&quot;:23.8103445,&quot;endpoint_object_ids&quot;:[],&quot;endpoint_role_ids&quot;:[],&quot;kind&quot;:&quot;edge&quot;,&quot;object_id&quot;:&quot;scene_object_model_scene_architecture_role_architecture_2e3964f2&quot;,&quot;repeat_count&quot;:1,&quot;source_digest&quot;:&quot;bc2f1fbe56c01cf01708c70382c1eb3f33791801522f8fa59dd3c64b9ec8e611&quot;}"/>
          <p:cNvCxnSpPr/>
          <p:nvPr/>
        </p:nvCxnSpPr>
        <p:spPr>
          <a:xfrm flipH="1">
            <a:off x="1278986" y="1140741"/>
            <a:ext cx="320299" cy="16945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NNDV editable edge scene_object_model_scene_architecture_role_architecture_2e3964f2 000" descr="{&quot;architecture_direction&quot;:null,&quot;architecture_evidence_digest&quot;:&quot;b53e0933defbb0a89f4232c043692407e575e4b632e8e182b6e85ad8fc33cb9e&quot;,&quot;architecture_role&quot;:&quot;text-lane&quot;,&quot;architecture_role_graph_digest&quot;:&quot;e7711c317dd07f5ced02dff846f4ce06a1e44e150885a788ca9c266036142157&quot;,&quot;architecture_role_graph_edge_id&quot;:null,&quot;architecture_role_id&quot;:&quot;architecture_role_text_lane_1_node_fx_mean_12_0803e404_modul_faa01af6&quot;,&quot;architecture_route_id&quot;:null,&quot;architecture_route_role&quot;:null,&quot;depth&quot;:23.319783049999998,&quot;endpoint_object_ids&quot;:[],&quot;endpoint_role_ids&quot;:[],&quot;kind&quot;:&quot;edge&quot;,&quot;object_id&quot;:&quot;scene_object_model_scene_architecture_role_architecture_2e3964f2&quot;,&quot;repeat_count&quot;:1,&quot;source_digest&quot;:&quot;bc2f1fbe56c01cf01708c70382c1eb3f33791801522f8fa59dd3c64b9ec8e611&quot;}"/>
          <p:cNvCxnSpPr/>
          <p:nvPr/>
        </p:nvCxnSpPr>
        <p:spPr>
          <a:xfrm flipV="1">
            <a:off x="1114560" y="1077274"/>
            <a:ext cx="0" cy="16901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NNDV editable edge scene_object_model_scene_architecture_role_architecture_2e3964f2 000" descr="{&quot;architecture_direction&quot;:null,&quot;architecture_evidence_digest&quot;:&quot;b53e0933defbb0a89f4232c043692407e575e4b632e8e182b6e85ad8fc33cb9e&quot;,&quot;architecture_role&quot;:&quot;text-lane&quot;,&quot;architecture_role_graph_digest&quot;:&quot;e7711c317dd07f5ced02dff846f4ce06a1e44e150885a788ca9c266036142157&quot;,&quot;architecture_role_graph_edge_id&quot;:null,&quot;architecture_role_id&quot;:&quot;architecture_role_text_lane_1_node_fx_mean_12_0803e404_modul_faa01af6&quot;,&quot;architecture_route_id&quot;:null,&quot;architecture_route_role&quot;:null,&quot;depth&quot;:23.276405500000003,&quot;endpoint_object_ids&quot;:[],&quot;endpoint_role_ids&quot;:[],&quot;kind&quot;:&quot;edge&quot;,&quot;object_id&quot;:&quot;scene_object_model_scene_architecture_role_architecture_2e3964f2&quot;,&quot;repeat_count&quot;:1,&quot;source_digest&quot;:&quot;bc2f1fbe56c01cf01708c70382c1eb3f33791801522f8fa59dd3c64b9ec8e611&quot;}"/>
          <p:cNvCxnSpPr/>
          <p:nvPr/>
        </p:nvCxnSpPr>
        <p:spPr>
          <a:xfrm flipH="1">
            <a:off x="1278986" y="971731"/>
            <a:ext cx="320299" cy="16945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NNDV editable edge scene_object_model_scene_architecture_role_architecture_2e3964f2 000" descr="{&quot;architecture_direction&quot;:null,&quot;architecture_evidence_digest&quot;:&quot;b53e0933defbb0a89f4232c043692407e575e4b632e8e182b6e85ad8fc33cb9e&quot;,&quot;architecture_role&quot;:&quot;text-lane&quot;,&quot;architecture_role_graph_digest&quot;:&quot;e7711c317dd07f5ced02dff846f4ce06a1e44e150885a788ca9c266036142157&quot;,&quot;architecture_role_graph_edge_id&quot;:null,&quot;architecture_role_id&quot;:&quot;architecture_role_text_lane_1_node_fx_mean_12_0803e404_modul_faa01af6&quot;,&quot;architecture_route_id&quot;:null,&quot;architecture_route_role&quot;:null,&quot;depth&quot;:23.24350605,&quot;endpoint_object_ids&quot;:[],&quot;endpoint_role_ids&quot;:[],&quot;kind&quot;:&quot;edge&quot;,&quot;object_id&quot;:&quot;scene_object_model_scene_architecture_role_architecture_2e3964f2&quot;,&quot;repeat_count&quot;:1,&quot;source_digest&quot;:&quot;bc2f1fbe56c01cf01708c70382c1eb3f33791801522f8fa59dd3c64b9ec8e611&quot;}"/>
          <p:cNvCxnSpPr/>
          <p:nvPr/>
        </p:nvCxnSpPr>
        <p:spPr>
          <a:xfrm>
            <a:off x="1114560" y="1246285"/>
            <a:ext cx="164426" cy="6391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NNDV editable edge scene_object_model_scene_architecture_role_architecture_2e3964f2 000" descr="{&quot;architecture_direction&quot;:null,&quot;architecture_evidence_digest&quot;:&quot;b53e0933defbb0a89f4232c043692407e575e4b632e8e182b6e85ad8fc33cb9e&quot;,&quot;architecture_role&quot;:&quot;text-lane&quot;,&quot;architecture_role_graph_digest&quot;:&quot;e7711c317dd07f5ced02dff846f4ce06a1e44e150885a788ca9c266036142157&quot;,&quot;architecture_role_graph_edge_id&quot;:null,&quot;architecture_role_id&quot;:&quot;architecture_role_text_lane_1_node_fx_mean_12_0803e404_modul_faa01af6&quot;,&quot;architecture_route_id&quot;:null,&quot;architecture_route_role&quot;:null,&quot;depth&quot;:22.709567,&quot;endpoint_object_ids&quot;:[],&quot;endpoint_role_ids&quot;:[],&quot;kind&quot;:&quot;edge&quot;,&quot;object_id&quot;:&quot;scene_object_model_scene_architecture_role_architecture_2e3964f2&quot;,&quot;repeat_count&quot;:1,&quot;source_digest&quot;:&quot;bc2f1fbe56c01cf01708c70382c1eb3f33791801522f8fa59dd3c64b9ec8e611&quot;}"/>
          <p:cNvCxnSpPr/>
          <p:nvPr/>
        </p:nvCxnSpPr>
        <p:spPr>
          <a:xfrm flipH="1" flipV="1">
            <a:off x="1114560" y="1077274"/>
            <a:ext cx="164426" cy="6391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NNDV editable edge scene_object_model_scene_architecture_role_architecture_2e3964f2 000" descr="{&quot;architecture_direction&quot;:null,&quot;architecture_evidence_digest&quot;:&quot;b53e0933defbb0a89f4232c043692407e575e4b632e8e182b6e85ad8fc33cb9e&quot;,&quot;architecture_role&quot;:&quot;text-lane&quot;,&quot;architecture_role_graph_digest&quot;:&quot;e7711c317dd07f5ced02dff846f4ce06a1e44e150885a788ca9c266036142157&quot;,&quot;architecture_role_graph_edge_id&quot;:null,&quot;architecture_role_id&quot;:&quot;architecture_role_text_lane_1_node_fx_mean_12_0803e404_modul_faa01af6&quot;,&quot;architecture_route_id&quot;:null,&quot;architecture_route_role&quot;:null,&quot;depth&quot;:22.633290000000002,&quot;endpoint_object_ids&quot;:[],&quot;endpoint_role_ids&quot;:[],&quot;kind&quot;:&quot;edge&quot;,&quot;object_id&quot;:&quot;scene_object_model_scene_architecture_role_architecture_2e3964f2&quot;,&quot;repeat_count&quot;:1,&quot;source_digest&quot;:&quot;bc2f1fbe56c01cf01708c70382c1eb3f33791801522f8fa59dd3c64b9ec8e611&quot;}"/>
          <p:cNvCxnSpPr/>
          <p:nvPr/>
        </p:nvCxnSpPr>
        <p:spPr>
          <a:xfrm flipV="1">
            <a:off x="1278986" y="1141186"/>
            <a:ext cx="0" cy="16901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NNDV editable arrow scene_object_model_scene_architecture_route_architectur_1593c961 000" descr="{&quot;architecture_direction&quot;:&quot;source-to-target&quot;,&quot;architecture_evidence_digest&quot;:&quot;b53e0933defbb0a89f4232c043692407e575e4b632e8e182b6e85ad8fc33cb9e&quot;,&quot;architecture_role&quot;:&quot;arrow&quot;,&quot;architecture_role_graph_digest&quot;:&quot;e7711c317dd07f5ced02dff846f4ce06a1e44e150885a788ca9c266036142157&quot;,&quot;architecture_role_graph_edge_id&quot;:&quot;architecture_role_flow_architecture_role_text_lane_1_node_fx_mean_304f2a02&quot;,&quot;architecture_role_id&quot;:null,&quot;architecture_route_id&quot;:null,&quot;architecture_route_role&quot;:&quot;arrow&quot;,&quot;depth&quot;:20.667493450000002,&quot;endpoint_object_ids&quot;:[&quot;scene_object_model_scene_architecture_role_architecture_2e3964f2&quot;,&quot;scene_object_model_scene_architecture_role_architecture_3d003159&quot;],&quot;endpoint_role_ids&quot;:[&quot;architecture_role_text_lane_1_node_fx_mean_12_0803e404_modul_faa01af6&quot;,&quot;architecture_role_fusion_2_node_fx_cat_15_cd86490b_module_mo_6d6dcedf&quot;],&quot;kind&quot;:&quot;arrow&quot;,&quot;object_id&quot;:&quot;scene_object_model_scene_architecture_route_architectur_1593c961&quot;,&quot;repeat_count&quot;:1,&quot;source_digest&quot;:&quot;bc2f1fbe56c01cf01708c70382c1eb3f33791801522f8fa59dd3c64b9ec8e611&quot;}"/>
          <p:cNvCxnSpPr/>
          <p:nvPr/>
        </p:nvCxnSpPr>
        <p:spPr>
          <a:xfrm>
            <a:off x="1476878" y="1214210"/>
            <a:ext cx="1679379" cy="1472825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NNDV editable polyline scene_object_model_scene_architecture_route_architectur_60607fc1 000" descr="{&quot;architecture_direction&quot;:&quot;source-to-target&quot;,&quot;architecture_evidence_digest&quot;:&quot;b53e0933defbb0a89f4232c043692407e575e4b632e8e182b6e85ad8fc33cb9e&quot;,&quot;architecture_role&quot;:&quot;multimodal-stream&quot;,&quot;architecture_role_graph_digest&quot;:&quot;e7711c317dd07f5ced02dff846f4ce06a1e44e150885a788ca9c266036142157&quot;,&quot;architecture_role_graph_edge_id&quot;:&quot;architecture_route_multimodal_stream_architecture_role_text_l_a26e3dbf&quot;,&quot;architecture_role_id&quot;:null,&quot;architecture_route_id&quot;:&quot;architecture_route_multimodal_stream_architecture_role_text_l_a26e3dbf&quot;,&quot;architecture_route_role&quot;:&quot;multimodal-stream&quot;,&quot;depth&quot;:20.941874625,&quot;endpoint_object_ids&quot;:[&quot;scene_object_model_scene_architecture_role_architecture_2e3964f2&quot;,&quot;scene_object_model_scene_architecture_role_architecture_3d003159&quot;],&quot;endpoint_role_ids&quot;:[&quot;architecture_role_text_lane_1_node_fx_mean_12_0803e404_modul_faa01af6&quot;,&quot;architecture_role_fusion_2_node_fx_cat_15_cd86490b_module_mo_6d6dcedf&quot;],&quot;kind&quot;:&quot;polyline&quot;,&quot;object_id&quot;:&quot;scene_object_model_scene_architecture_route_architectur_60607fc1&quot;,&quot;repeat_count&quot;:1,&quot;source_digest&quot;:&quot;bc2f1fbe56c01cf01708c70382c1eb3f33791801522f8fa59dd3c64b9ec8e611&quot;}"/>
          <p:cNvCxnSpPr/>
          <p:nvPr/>
        </p:nvCxnSpPr>
        <p:spPr>
          <a:xfrm>
            <a:off x="1432988" y="1156005"/>
            <a:ext cx="735302" cy="45431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NNDV editable arrow scene_object_model_scene_architecture_route_architectur_60607fc1 000" descr="{&quot;architecture_direction&quot;:&quot;source-to-target&quot;,&quot;architecture_evidence_digest&quot;:&quot;b53e0933defbb0a89f4232c043692407e575e4b632e8e182b6e85ad8fc33cb9e&quot;,&quot;architecture_role&quot;:&quot;multimodal-stream&quot;,&quot;architecture_role_graph_digest&quot;:&quot;e7711c317dd07f5ced02dff846f4ce06a1e44e150885a788ca9c266036142157&quot;,&quot;architecture_role_graph_edge_id&quot;:&quot;architecture_route_multimodal_stream_architecture_role_text_l_a26e3dbf&quot;,&quot;architecture_role_id&quot;:null,&quot;architecture_route_id&quot;:&quot;architecture_route_multimodal_stream_architecture_role_text_l_a26e3dbf&quot;,&quot;architecture_route_role&quot;:&quot;multimodal-stream&quot;,&quot;depth&quot;:18.024539829687498,&quot;endpoint_object_ids&quot;:[&quot;scene_object_model_scene_architecture_role_architecture_2e3964f2&quot;,&quot;scene_object_model_scene_architecture_role_architecture_3d003159&quot;],&quot;endpoint_role_ids&quot;:[&quot;architecture_role_text_lane_1_node_fx_mean_12_0803e404_modul_faa01af6&quot;,&quot;architecture_role_fusion_2_node_fx_cat_15_cd86490b_module_mo_6d6dcedf&quot;],&quot;kind&quot;:&quot;arrow&quot;,&quot;object_id&quot;:&quot;scene_object_model_scene_architecture_route_architectur_60607fc1&quot;,&quot;repeat_count&quot;:1,&quot;source_digest&quot;:&quot;bc2f1fbe56c01cf01708c70382c1eb3f33791801522f8fa59dd3c64b9ec8e611&quot;}"/>
          <p:cNvCxnSpPr/>
          <p:nvPr/>
        </p:nvCxnSpPr>
        <p:spPr>
          <a:xfrm>
            <a:off x="2168290" y="1610315"/>
            <a:ext cx="1004055" cy="1071116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NNDV editable edge scene_object_model_scene_architecture_role_architecture_3d003159 000" descr="{&quot;architecture_direction&quot;:null,&quot;architecture_evidence_digest&quot;:&quot;b53e0933defbb0a89f4232c043692407e575e4b632e8e182b6e85ad8fc33cb9e&quot;,&quot;architecture_role&quot;:&quot;fusion&quot;,&quot;architecture_role_graph_digest&quot;:&quot;e7711c317dd07f5ced02dff846f4ce06a1e44e150885a788ca9c266036142157&quot;,&quot;architecture_role_graph_edge_id&quot;:null,&quot;architecture_role_id&quot;:&quot;architecture_role_fusion_2_node_fx_cat_15_cd86490b_module_mo_6d6dcedf&quot;,&quot;architecture_route_id&quot;:null,&quot;architecture_route_role&quot;:null,&quot;depth&quot;:18.197079000000002,&quot;endpoint_object_ids&quot;:[],&quot;endpoint_role_ids&quot;:[],&quot;kind&quot;:&quot;edge&quot;,&quot;object_id&quot;:&quot;scene_object_model_scene_architecture_role_architecture_3d003159&quot;,&quot;repeat_count&quot;:1,&quot;source_digest&quot;:&quot;bc2f1fbe56c01cf01708c70382c1eb3f33791801522f8fa59dd3c64b9ec8e611&quot;}"/>
          <p:cNvCxnSpPr/>
          <p:nvPr/>
        </p:nvCxnSpPr>
        <p:spPr>
          <a:xfrm flipH="1" flipV="1">
            <a:off x="3372731" y="2581217"/>
            <a:ext cx="164426" cy="6391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NNDV editable edge scene_object_model_scene_architecture_role_architecture_3d003159 000" descr="{&quot;architecture_direction&quot;:null,&quot;architecture_evidence_digest&quot;:&quot;b53e0933defbb0a89f4232c043692407e575e4b632e8e182b6e85ad8fc33cb9e&quot;,&quot;architecture_role&quot;:&quot;fusion&quot;,&quot;architecture_role_graph_digest&quot;:&quot;e7711c317dd07f5ced02dff846f4ce06a1e44e150885a788ca9c266036142157&quot;,&quot;architecture_role_graph_edge_id&quot;:null,&quot;architecture_role_id&quot;:&quot;architecture_role_fusion_2_node_fx_cat_15_cd86490b_module_mo_6d6dcedf&quot;,&quot;architecture_route_id&quot;:null,&quot;architecture_route_role&quot;:null,&quot;depth&quot;:18.120801999999998,&quot;endpoint_object_ids&quot;:[],&quot;endpoint_role_ids&quot;:[],&quot;kind&quot;:&quot;edge&quot;,&quot;object_id&quot;:&quot;scene_object_model_scene_architecture_role_architecture_3d003159&quot;,&quot;repeat_count&quot;:1,&quot;source_digest&quot;:&quot;bc2f1fbe56c01cf01708c70382c1eb3f33791801522f8fa59dd3c64b9ec8e611&quot;}"/>
          <p:cNvCxnSpPr/>
          <p:nvPr/>
        </p:nvCxnSpPr>
        <p:spPr>
          <a:xfrm flipV="1">
            <a:off x="3537157" y="2645128"/>
            <a:ext cx="0" cy="16901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NNDV editable edge scene_object_model_scene_architecture_role_architecture_3d003159 000" descr="{&quot;architecture_direction&quot;:null,&quot;architecture_evidence_digest&quot;:&quot;b53e0933defbb0a89f4232c043692407e575e4b632e8e182b6e85ad8fc33cb9e&quot;,&quot;architecture_role&quot;:&quot;fusion&quot;,&quot;architecture_role_graph_digest&quot;:&quot;e7711c317dd07f5ced02dff846f4ce06a1e44e150885a788ca9c266036142157&quot;,&quot;architecture_role_graph_edge_id&quot;:null,&quot;architecture_role_id&quot;:&quot;architecture_role_fusion_2_node_fx_cat_15_cd86490b_module_mo_6d6dcedf&quot;,&quot;architecture_route_id&quot;:null,&quot;architecture_route_role&quot;:null,&quot;depth&quot;:17.5246424,&quot;endpoint_object_ids&quot;:[],&quot;endpoint_role_ids&quot;:[],&quot;kind&quot;:&quot;edge&quot;,&quot;object_id&quot;:&quot;scene_object_model_scene_architecture_role_architecture_3d003159&quot;,&quot;repeat_count&quot;:1,&quot;source_digest&quot;:&quot;bc2f1fbe56c01cf01708c70382c1eb3f33791801522f8fa59dd3c64b9ec8e611&quot;}"/>
          <p:cNvCxnSpPr/>
          <p:nvPr/>
        </p:nvCxnSpPr>
        <p:spPr>
          <a:xfrm flipH="1">
            <a:off x="3015268" y="2581217"/>
            <a:ext cx="357463" cy="18911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NNDV editable edge scene_object_model_scene_architecture_role_architecture_3d003159 000" descr="{&quot;architecture_direction&quot;:null,&quot;architecture_evidence_digest&quot;:&quot;b53e0933defbb0a89f4232c043692407e575e4b632e8e182b6e85ad8fc33cb9e&quot;,&quot;architecture_role&quot;:&quot;fusion&quot;,&quot;architecture_role_graph_digest&quot;:&quot;e7711c317dd07f5ced02dff846f4ce06a1e44e150885a788ca9c266036142157&quot;,&quot;architecture_role_graph_edge_id&quot;:null,&quot;architecture_role_id&quot;:&quot;architecture_role_fusion_2_node_fx_cat_15_cd86490b_module_mo_6d6dcedf&quot;,&quot;architecture_route_id&quot;:null,&quot;architecture_route_role&quot;:null,&quot;depth&quot;:17.37208835,&quot;endpoint_object_ids&quot;:[],&quot;endpoint_role_ids&quot;:[],&quot;kind&quot;:&quot;edge&quot;,&quot;object_id&quot;:&quot;scene_object_model_scene_architecture_role_architecture_3d003159&quot;,&quot;repeat_count&quot;:1,&quot;source_digest&quot;:&quot;bc2f1fbe56c01cf01708c70382c1eb3f33791801522f8fa59dd3c64b9ec8e611&quot;}"/>
          <p:cNvCxnSpPr/>
          <p:nvPr/>
        </p:nvCxnSpPr>
        <p:spPr>
          <a:xfrm flipH="1">
            <a:off x="3179694" y="2814139"/>
            <a:ext cx="357463" cy="18911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NNDV editable edge scene_object_model_scene_architecture_role_architecture_3d003159 000" descr="{&quot;architecture_direction&quot;:null,&quot;architecture_evidence_digest&quot;:&quot;b53e0933defbb0a89f4232c043692407e575e4b632e8e182b6e85ad8fc33cb9e&quot;,&quot;architecture_role&quot;:&quot;fusion&quot;,&quot;architecture_role_graph_digest&quot;:&quot;e7711c317dd07f5ced02dff846f4ce06a1e44e150885a788ca9c266036142157&quot;,&quot;architecture_role_graph_edge_id&quot;:null,&quot;architecture_role_id&quot;:&quot;architecture_role_fusion_2_node_fx_cat_15_cd86490b_module_mo_6d6dcedf&quot;,&quot;architecture_route_id&quot;:null,&quot;architecture_route_role&quot;:null,&quot;depth&quot;:16.83814935,&quot;endpoint_object_ids&quot;:[],&quot;endpoint_role_ids&quot;:[],&quot;kind&quot;:&quot;edge&quot;,&quot;object_id&quot;:&quot;scene_object_model_scene_architecture_role_architecture_3d003159&quot;,&quot;repeat_count&quot;:1,&quot;source_digest&quot;:&quot;bc2f1fbe56c01cf01708c70382c1eb3f33791801522f8fa59dd3c64b9ec8e611&quot;}"/>
          <p:cNvCxnSpPr/>
          <p:nvPr/>
        </p:nvCxnSpPr>
        <p:spPr>
          <a:xfrm flipH="1">
            <a:off x="3179694" y="2645128"/>
            <a:ext cx="357463" cy="18911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NNDV editable edge scene_object_model_scene_architecture_role_architecture_3d003159 000" descr="{&quot;architecture_direction&quot;:null,&quot;architecture_evidence_digest&quot;:&quot;b53e0933defbb0a89f4232c043692407e575e4b632e8e182b6e85ad8fc33cb9e&quot;,&quot;architecture_role&quot;:&quot;fusion&quot;,&quot;architecture_role_graph_digest&quot;:&quot;e7711c317dd07f5ced02dff846f4ce06a1e44e150885a788ca9c266036142157&quot;,&quot;architecture_role_graph_edge_id&quot;:null,&quot;architecture_role_id&quot;:&quot;architecture_role_fusion_2_node_fx_cat_15_cd86490b_module_mo_6d6dcedf&quot;,&quot;architecture_route_id&quot;:null,&quot;architecture_route_role&quot;:null,&quot;depth&quot;:16.775928800000003,&quot;endpoint_object_ids&quot;:[],&quot;endpoint_role_ids&quot;:[],&quot;kind&quot;:&quot;edge&quot;,&quot;object_id&quot;:&quot;scene_object_model_scene_architecture_role_architecture_3d003159&quot;,&quot;repeat_count&quot;:1,&quot;source_digest&quot;:&quot;bc2f1fbe56c01cf01708c70382c1eb3f33791801522f8fa59dd3c64b9ec8e611&quot;}"/>
          <p:cNvCxnSpPr/>
          <p:nvPr/>
        </p:nvCxnSpPr>
        <p:spPr>
          <a:xfrm flipV="1">
            <a:off x="3015268" y="2770334"/>
            <a:ext cx="0" cy="16901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NNDV editable edge scene_object_model_scene_architecture_role_architecture_3d003159 000" descr="{&quot;architecture_direction&quot;:null,&quot;architecture_evidence_digest&quot;:&quot;b53e0933defbb0a89f4232c043692407e575e4b632e8e182b6e85ad8fc33cb9e&quot;,&quot;architecture_role&quot;:&quot;fusion&quot;,&quot;architecture_role_graph_digest&quot;:&quot;e7711c317dd07f5ced02dff846f4ce06a1e44e150885a788ca9c266036142157&quot;,&quot;architecture_role_graph_edge_id&quot;:null,&quot;architecture_role_id&quot;:&quot;architecture_role_fusion_2_node_fx_cat_15_cd86490b_module_mo_6d6dcedf&quot;,&quot;architecture_route_id&quot;:null,&quot;architecture_route_role&quot;:null,&quot;depth&quot;:16.69965175,&quot;endpoint_object_ids&quot;:[],&quot;endpoint_role_ids&quot;:[],&quot;kind&quot;:&quot;edge&quot;,&quot;object_id&quot;:&quot;scene_object_model_scene_architecture_role_architecture_3d003159&quot;,&quot;repeat_count&quot;:1,&quot;source_digest&quot;:&quot;bc2f1fbe56c01cf01708c70382c1eb3f33791801522f8fa59dd3c64b9ec8e611&quot;}"/>
          <p:cNvCxnSpPr/>
          <p:nvPr/>
        </p:nvCxnSpPr>
        <p:spPr>
          <a:xfrm>
            <a:off x="3015268" y="2939345"/>
            <a:ext cx="164426" cy="6391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NNDV editable edge scene_object_model_scene_architecture_role_architecture_3d003159 000" descr="{&quot;architecture_direction&quot;:null,&quot;architecture_evidence_digest&quot;:&quot;b53e0933defbb0a89f4232c043692407e575e4b632e8e182b6e85ad8fc33cb9e&quot;,&quot;architecture_role&quot;:&quot;fusion&quot;,&quot;architecture_role_graph_digest&quot;:&quot;e7711c317dd07f5ced02dff846f4ce06a1e44e150885a788ca9c266036142157&quot;,&quot;architecture_role_graph_edge_id&quot;:null,&quot;architecture_role_id&quot;:&quot;architecture_role_fusion_2_node_fx_cat_15_cd86490b_module_mo_6d6dcedf&quot;,&quot;architecture_route_id&quot;:null,&quot;architecture_route_role&quot;:null,&quot;depth&quot;:16.16571275,&quot;endpoint_object_ids&quot;:[],&quot;endpoint_role_ids&quot;:[],&quot;kind&quot;:&quot;edge&quot;,&quot;object_id&quot;:&quot;scene_object_model_scene_architecture_role_architecture_3d003159&quot;,&quot;repeat_count&quot;:1,&quot;source_digest&quot;:&quot;bc2f1fbe56c01cf01708c70382c1eb3f33791801522f8fa59dd3c64b9ec8e611&quot;}"/>
          <p:cNvCxnSpPr/>
          <p:nvPr/>
        </p:nvCxnSpPr>
        <p:spPr>
          <a:xfrm flipH="1" flipV="1">
            <a:off x="3015268" y="2770334"/>
            <a:ext cx="164426" cy="6391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NNDV editable edge scene_object_model_scene_architecture_role_architecture_3d003159 000" descr="{&quot;architecture_direction&quot;:null,&quot;architecture_evidence_digest&quot;:&quot;b53e0933defbb0a89f4232c043692407e575e4b632e8e182b6e85ad8fc33cb9e&quot;,&quot;architecture_role&quot;:&quot;fusion&quot;,&quot;architecture_role_graph_digest&quot;:&quot;e7711c317dd07f5ced02dff846f4ce06a1e44e150885a788ca9c266036142157&quot;,&quot;architecture_role_graph_edge_id&quot;:null,&quot;architecture_role_id&quot;:&quot;architecture_role_fusion_2_node_fx_cat_15_cd86490b_module_mo_6d6dcedf&quot;,&quot;architecture_route_id&quot;:null,&quot;architecture_route_role&quot;:null,&quot;depth&quot;:16.0894357,&quot;endpoint_object_ids&quot;:[],&quot;endpoint_role_ids&quot;:[],&quot;kind&quot;:&quot;edge&quot;,&quot;object_id&quot;:&quot;scene_object_model_scene_architecture_role_architecture_3d003159&quot;,&quot;repeat_count&quot;:1,&quot;source_digest&quot;:&quot;bc2f1fbe56c01cf01708c70382c1eb3f33791801522f8fa59dd3c64b9ec8e611&quot;}"/>
          <p:cNvCxnSpPr/>
          <p:nvPr/>
        </p:nvCxnSpPr>
        <p:spPr>
          <a:xfrm flipV="1">
            <a:off x="3179694" y="2834246"/>
            <a:ext cx="0" cy="16901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NNDV editable arrow scene_object_model_scene_architecture_route_architectur_b6dea88c 000" descr="{&quot;architecture_direction&quot;:&quot;source-to-target&quot;,&quot;architecture_evidence_digest&quot;:&quot;b53e0933defbb0a89f4232c043692407e575e4b632e8e182b6e85ad8fc33cb9e&quot;,&quot;architecture_role&quot;:&quot;arrow&quot;,&quot;architecture_role_graph_digest&quot;:&quot;e7711c317dd07f5ced02dff846f4ce06a1e44e150885a788ca9c266036142157&quot;,&quot;architecture_role_graph_edge_id&quot;:&quot;architecture_role_flow_architecture_role_fusion_2_node_fx_cat_15__b39848c5&quot;,&quot;architecture_role_id&quot;:null,&quot;architecture_route_id&quot;:null,&quot;architecture_route_role&quot;:&quot;arrow&quot;,&quot;depth&quot;:15.339946743750001,&quot;endpoint_object_ids&quot;:[&quot;scene_object_model_scene_architecture_role_architecture_3d003159&quot;,&quot;scene_object_model_scene_architecture_role_architecture_93e25569&quot;],&quot;endpoint_role_ids&quot;:[&quot;architecture_role_fusion_2_node_fx_cat_15_cd86490b_module_mo_6d6dcedf&quot;,&quot;architecture_role_output_head_3_node_fx_sub_19_9f3908ea_node_962ae860&quot;],&quot;kind&quot;:&quot;arrow&quot;,&quot;object_id&quot;:&quot;scene_object_model_scene_architecture_route_architectur_b6dea88c&quot;,&quot;repeat_count&quot;:1,&quot;source_digest&quot;:&quot;bc2f1fbe56c01cf01708c70382c1eb3f33791801522f8fa59dd3c64b9ec8e611&quot;}"/>
          <p:cNvCxnSpPr/>
          <p:nvPr/>
        </p:nvCxnSpPr>
        <p:spPr>
          <a:xfrm>
            <a:off x="3391642" y="2818409"/>
            <a:ext cx="1500577" cy="340238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NNDV editable edge scene_object_model_scene_architecture_role_architecture_93e25569 000" descr="{&quot;architecture_direction&quot;:null,&quot;architecture_evidence_digest&quot;:&quot;b53e0933defbb0a89f4232c043692407e575e4b632e8e182b6e85ad8fc33cb9e&quot;,&quot;architecture_role&quot;:&quot;output-head&quot;,&quot;architecture_role_graph_digest&quot;:&quot;e7711c317dd07f5ced02dff846f4ce06a1e44e150885a788ca9c266036142157&quot;,&quot;architecture_role_graph_edge_id&quot;:null,&quot;architecture_role_id&quot;:&quot;architecture_role_output_head_3_node_fx_sub_19_9f3908ea_node_962ae860&quot;,&quot;architecture_route_id&quot;:null,&quot;architecture_route_role&quot;:null,&quot;depth&quot;:13.5935211,&quot;endpoint_object_ids&quot;:[],&quot;endpoint_role_ids&quot;:[],&quot;kind&quot;:&quot;edge&quot;,&quot;object_id&quot;:&quot;scene_object_model_scene_architecture_role_architecture_93e25569&quot;,&quot;repeat_count&quot;:1,&quot;source_digest&quot;:&quot;bc2f1fbe56c01cf01708c70382c1eb3f33791801522f8fa59dd3c64b9ec8e611&quot;}"/>
          <p:cNvCxnSpPr/>
          <p:nvPr/>
        </p:nvCxnSpPr>
        <p:spPr>
          <a:xfrm flipH="1" flipV="1">
            <a:off x="5201013" y="3009802"/>
            <a:ext cx="164427" cy="6391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NNDV editable edge scene_object_model_scene_architecture_role_architecture_93e25569 000" descr="{&quot;architecture_direction&quot;:null,&quot;architecture_evidence_digest&quot;:&quot;b53e0933defbb0a89f4232c043692407e575e4b632e8e182b6e85ad8fc33cb9e&quot;,&quot;architecture_role&quot;:&quot;output-head&quot;,&quot;architecture_role_graph_digest&quot;:&quot;e7711c317dd07f5ced02dff846f4ce06a1e44e150885a788ca9c266036142157&quot;,&quot;architecture_role_graph_edge_id&quot;:null,&quot;architecture_role_id&quot;:&quot;architecture_role_output_head_3_node_fx_sub_19_9f3908ea_node_962ae860&quot;,&quot;architecture_route_id&quot;:null,&quot;architecture_route_role&quot;:null,&quot;depth&quot;:13.5172441,&quot;endpoint_object_ids&quot;:[],&quot;endpoint_role_ids&quot;:[],&quot;kind&quot;:&quot;edge&quot;,&quot;object_id&quot;:&quot;scene_object_model_scene_architecture_role_architecture_93e25569&quot;,&quot;repeat_count&quot;:1,&quot;source_digest&quot;:&quot;bc2f1fbe56c01cf01708c70382c1eb3f33791801522f8fa59dd3c64b9ec8e611&quot;}"/>
          <p:cNvCxnSpPr/>
          <p:nvPr/>
        </p:nvCxnSpPr>
        <p:spPr>
          <a:xfrm flipV="1">
            <a:off x="5365440" y="3073714"/>
            <a:ext cx="0" cy="16901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NNDV editable edge scene_object_model_scene_architecture_role_architecture_93e25569 000" descr="{&quot;architecture_direction&quot;:null,&quot;architecture_evidence_digest&quot;:&quot;b53e0933defbb0a89f4232c043692407e575e4b632e8e182b6e85ad8fc33cb9e&quot;,&quot;architecture_role&quot;:&quot;output-head&quot;,&quot;architecture_role_graph_digest&quot;:&quot;e7711c317dd07f5ced02dff846f4ce06a1e44e150885a788ca9c266036142157&quot;,&quot;architecture_role_graph_edge_id&quot;:null,&quot;architecture_role_id&quot;:&quot;architecture_role_output_head_3_node_fx_sub_19_9f3908ea_node_962ae860&quot;,&quot;architecture_route_id&quot;:null,&quot;architecture_route_role&quot;:null,&quot;depth&quot;:13.026682600000001,&quot;endpoint_object_ids&quot;:[],&quot;endpoint_role_ids&quot;:[],&quot;kind&quot;:&quot;edge&quot;,&quot;object_id&quot;:&quot;scene_object_model_scene_architecture_role_architecture_93e25569&quot;,&quot;repeat_count&quot;:1,&quot;source_digest&quot;:&quot;bc2f1fbe56c01cf01708c70382c1eb3f33791801522f8fa59dd3c64b9ec8e611&quot;}"/>
          <p:cNvCxnSpPr/>
          <p:nvPr/>
        </p:nvCxnSpPr>
        <p:spPr>
          <a:xfrm flipH="1">
            <a:off x="4880714" y="3009802"/>
            <a:ext cx="320299" cy="16945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NNDV editable edge scene_object_model_scene_architecture_role_architecture_93e25569 000" descr="{&quot;architecture_direction&quot;:null,&quot;architecture_evidence_digest&quot;:&quot;b53e0933defbb0a89f4232c043692407e575e4b632e8e182b6e85ad8fc33cb9e&quot;,&quot;architecture_role&quot;:&quot;output-head&quot;,&quot;architecture_role_graph_digest&quot;:&quot;e7711c317dd07f5ced02dff846f4ce06a1e44e150885a788ca9c266036142157&quot;,&quot;architecture_role_graph_edge_id&quot;:null,&quot;architecture_role_id&quot;:&quot;architecture_role_output_head_3_node_fx_sub_19_9f3908ea_node_962ae860&quot;,&quot;architecture_route_id&quot;:null,&quot;architecture_route_role&quot;:null,&quot;depth&quot;:12.874128599999999,&quot;endpoint_object_ids&quot;:[],&quot;endpoint_role_ids&quot;:[],&quot;kind&quot;:&quot;edge&quot;,&quot;object_id&quot;:&quot;scene_object_model_scene_architecture_role_architecture_93e25569&quot;,&quot;repeat_count&quot;:1,&quot;source_digest&quot;:&quot;bc2f1fbe56c01cf01708c70382c1eb3f33791801522f8fa59dd3c64b9ec8e611&quot;}"/>
          <p:cNvCxnSpPr/>
          <p:nvPr/>
        </p:nvCxnSpPr>
        <p:spPr>
          <a:xfrm flipH="1">
            <a:off x="5045141" y="3242725"/>
            <a:ext cx="320299" cy="16945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NNDV editable edge scene_object_model_scene_architecture_role_architecture_93e25569 000" descr="{&quot;architecture_direction&quot;:null,&quot;architecture_evidence_digest&quot;:&quot;b53e0933defbb0a89f4232c043692407e575e4b632e8e182b6e85ad8fc33cb9e&quot;,&quot;architecture_role&quot;:&quot;output-head&quot;,&quot;architecture_role_graph_digest&quot;:&quot;e7711c317dd07f5ced02dff846f4ce06a1e44e150885a788ca9c266036142157&quot;,&quot;architecture_role_graph_edge_id&quot;:null,&quot;architecture_role_id&quot;:&quot;architecture_role_output_head_3_node_fx_sub_19_9f3908ea_node_962ae860&quot;,&quot;architecture_route_id&quot;:null,&quot;architecture_route_role&quot;:null,&quot;depth&quot;:12.383567150000001,&quot;endpoint_object_ids&quot;:[],&quot;endpoint_role_ids&quot;:[],&quot;kind&quot;:&quot;edge&quot;,&quot;object_id&quot;:&quot;scene_object_model_scene_architecture_role_architecture_93e25569&quot;,&quot;repeat_count&quot;:1,&quot;source_digest&quot;:&quot;bc2f1fbe56c01cf01708c70382c1eb3f33791801522f8fa59dd3c64b9ec8e611&quot;}"/>
          <p:cNvCxnSpPr/>
          <p:nvPr/>
        </p:nvCxnSpPr>
        <p:spPr>
          <a:xfrm flipV="1">
            <a:off x="4880714" y="3179258"/>
            <a:ext cx="0" cy="16901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NNDV editable edge scene_object_model_scene_architecture_role_architecture_93e25569 000" descr="{&quot;architecture_direction&quot;:null,&quot;architecture_evidence_digest&quot;:&quot;b53e0933defbb0a89f4232c043692407e575e4b632e8e182b6e85ad8fc33cb9e&quot;,&quot;architecture_role&quot;:&quot;output-head&quot;,&quot;architecture_role_graph_digest&quot;:&quot;e7711c317dd07f5ced02dff846f4ce06a1e44e150885a788ca9c266036142157&quot;,&quot;architecture_role_graph_edge_id&quot;:null,&quot;architecture_role_id&quot;:&quot;architecture_role_output_head_3_node_fx_sub_19_9f3908ea_node_962ae860&quot;,&quot;architecture_route_id&quot;:null,&quot;architecture_route_role&quot;:null,&quot;depth&quot;:12.340189599999999,&quot;endpoint_object_ids&quot;:[],&quot;endpoint_role_ids&quot;:[],&quot;kind&quot;:&quot;edge&quot;,&quot;object_id&quot;:&quot;scene_object_model_scene_architecture_role_architecture_93e25569&quot;,&quot;repeat_count&quot;:1,&quot;source_digest&quot;:&quot;bc2f1fbe56c01cf01708c70382c1eb3f33791801522f8fa59dd3c64b9ec8e611&quot;}"/>
          <p:cNvCxnSpPr/>
          <p:nvPr/>
        </p:nvCxnSpPr>
        <p:spPr>
          <a:xfrm flipH="1">
            <a:off x="5045141" y="3073714"/>
            <a:ext cx="320299" cy="16945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NNDV editable edge scene_object_model_scene_architecture_role_architecture_93e25569 000" descr="{&quot;architecture_direction&quot;:null,&quot;architecture_evidence_digest&quot;:&quot;b53e0933defbb0a89f4232c043692407e575e4b632e8e182b6e85ad8fc33cb9e&quot;,&quot;architecture_role&quot;:&quot;output-head&quot;,&quot;architecture_role_graph_digest&quot;:&quot;e7711c317dd07f5ced02dff846f4ce06a1e44e150885a788ca9c266036142157&quot;,&quot;architecture_role_graph_edge_id&quot;:null,&quot;architecture_role_id&quot;:&quot;architecture_role_output_head_3_node_fx_sub_19_9f3908ea_node_962ae860&quot;,&quot;architecture_route_id&quot;:null,&quot;architecture_route_role&quot;:null,&quot;depth&quot;:12.30729015,&quot;endpoint_object_ids&quot;:[],&quot;endpoint_role_ids&quot;:[],&quot;kind&quot;:&quot;edge&quot;,&quot;object_id&quot;:&quot;scene_object_model_scene_architecture_role_architecture_93e25569&quot;,&quot;repeat_count&quot;:1,&quot;source_digest&quot;:&quot;bc2f1fbe56c01cf01708c70382c1eb3f33791801522f8fa59dd3c64b9ec8e611&quot;}"/>
          <p:cNvCxnSpPr/>
          <p:nvPr/>
        </p:nvCxnSpPr>
        <p:spPr>
          <a:xfrm>
            <a:off x="4880714" y="3348268"/>
            <a:ext cx="164427" cy="6391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NNDV editable edge scene_object_model_scene_architecture_role_architecture_93e25569 000" descr="{&quot;architecture_direction&quot;:null,&quot;architecture_evidence_digest&quot;:&quot;b53e0933defbb0a89f4232c043692407e575e4b632e8e182b6e85ad8fc33cb9e&quot;,&quot;architecture_role&quot;:&quot;output-head&quot;,&quot;architecture_role_graph_digest&quot;:&quot;e7711c317dd07f5ced02dff846f4ce06a1e44e150885a788ca9c266036142157&quot;,&quot;architecture_role_graph_edge_id&quot;:null,&quot;architecture_role_id&quot;:&quot;architecture_role_output_head_3_node_fx_sub_19_9f3908ea_node_962ae860&quot;,&quot;architecture_route_id&quot;:null,&quot;architecture_route_role&quot;:null,&quot;depth&quot;:11.7733511,&quot;endpoint_object_ids&quot;:[],&quot;endpoint_role_ids&quot;:[],&quot;kind&quot;:&quot;edge&quot;,&quot;object_id&quot;:&quot;scene_object_model_scene_architecture_role_architecture_93e25569&quot;,&quot;repeat_count&quot;:1,&quot;source_digest&quot;:&quot;bc2f1fbe56c01cf01708c70382c1eb3f33791801522f8fa59dd3c64b9ec8e611&quot;}"/>
          <p:cNvCxnSpPr/>
          <p:nvPr/>
        </p:nvCxnSpPr>
        <p:spPr>
          <a:xfrm flipH="1" flipV="1">
            <a:off x="4880714" y="3179258"/>
            <a:ext cx="164427" cy="6391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NNDV editable edge scene_object_model_scene_architecture_role_architecture_93e25569 000" descr="{&quot;architecture_direction&quot;:null,&quot;architecture_evidence_digest&quot;:&quot;b53e0933defbb0a89f4232c043692407e575e4b632e8e182b6e85ad8fc33cb9e&quot;,&quot;architecture_role&quot;:&quot;output-head&quot;,&quot;architecture_role_graph_digest&quot;:&quot;e7711c317dd07f5ced02dff846f4ce06a1e44e150885a788ca9c266036142157&quot;,&quot;architecture_role_graph_edge_id&quot;:null,&quot;architecture_role_id&quot;:&quot;architecture_role_output_head_3_node_fx_sub_19_9f3908ea_node_962ae860&quot;,&quot;architecture_route_id&quot;:null,&quot;architecture_route_role&quot;:null,&quot;depth&quot;:11.6970741,&quot;endpoint_object_ids&quot;:[],&quot;endpoint_role_ids&quot;:[],&quot;kind&quot;:&quot;edge&quot;,&quot;object_id&quot;:&quot;scene_object_model_scene_architecture_role_architecture_93e25569&quot;,&quot;repeat_count&quot;:1,&quot;source_digest&quot;:&quot;bc2f1fbe56c01cf01708c70382c1eb3f33791801522f8fa59dd3c64b9ec8e611&quot;}"/>
          <p:cNvCxnSpPr/>
          <p:nvPr/>
        </p:nvCxnSpPr>
        <p:spPr>
          <a:xfrm flipV="1">
            <a:off x="5045141" y="3243169"/>
            <a:ext cx="0" cy="16901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NNDV editable leader scene_object_model_scene_architecture_role_architecture_93e25569 000" descr="{&quot;architecture_direction&quot;:null,&quot;architecture_evidence_digest&quot;:&quot;b53e0933defbb0a89f4232c043692407e575e4b632e8e182b6e85ad8fc33cb9e&quot;,&quot;architecture_role&quot;:&quot;output-head&quot;,&quot;architecture_role_graph_digest&quot;:&quot;e7711c317dd07f5ced02dff846f4ce06a1e44e150885a788ca9c266036142157&quot;,&quot;architecture_role_graph_edge_id&quot;:null,&quot;architecture_role_id&quot;:&quot;architecture_role_output_head_3_node_fx_sub_19_9f3908ea_node_962ae860&quot;,&quot;architecture_route_id&quot;:null,&quot;architecture_route_role&quot;:null,&quot;depth&quot;:12.9504056,&quot;endpoint_object_ids&quot;:[],&quot;endpoint_role_ids&quot;:[],&quot;kind&quot;:&quot;leader&quot;,&quot;object_id&quot;:&quot;scene_object_model_scene_architecture_role_architecture_93e25569&quot;,&quot;repeat_count&quot;:1,&quot;source_digest&quot;:&quot;bc2f1fbe56c01cf01708c70382c1eb3f33791801522f8fa59dd3c64b9ec8e611&quot;}"/>
          <p:cNvCxnSpPr/>
          <p:nvPr/>
        </p:nvCxnSpPr>
        <p:spPr>
          <a:xfrm>
            <a:off x="5123077" y="2954002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NNDV editable label scene_object_model_scene_architecture_role_architecture_93e25569 0056" descr="{&quot;architecture_direction&quot;:null,&quot;architecture_evidence_digest&quot;:&quot;b53e0933defbb0a89f4232c043692407e575e4b632e8e182b6e85ad8fc33cb9e&quot;,&quot;architecture_role&quot;:&quot;output-head&quot;,&quot;architecture_role_graph_digest&quot;:&quot;e7711c317dd07f5ced02dff846f4ce06a1e44e150885a788ca9c266036142157&quot;,&quot;architecture_role_graph_edge_id&quot;:null,&quot;architecture_role_id&quot;:&quot;architecture_role_output_head_3_node_fx_sub_19_9f3908ea_node_962ae860&quot;,&quot;architecture_route_id&quot;:null,&quot;architecture_route_role&quot;:null,&quot;depth&quot;:12.9504056,&quot;endpoint_object_ids&quot;:[],&quot;endpoint_role_ids&quot;:[],&quot;kind&quot;:&quot;label&quot;,&quot;object_id&quot;:&quot;scene_object_model_scene_architecture_role_architecture_93e25569&quot;,&quot;repeat_count&quot;:1,&quot;source_digest&quot;:&quot;bc2f1fbe56c01cf01708c70382c1eb3f33791801522f8fa59dd3c64b9ec8e611&quot;}"/>
          <p:cNvSpPr txBox="1"/>
          <p:nvPr/>
        </p:nvSpPr>
        <p:spPr>
          <a:xfrm>
            <a:off x="4819928" y="2842877"/>
            <a:ext cx="606298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Output head</a:t>
            </a:r>
          </a:p>
        </p:txBody>
      </p:sp>
      <p:cxnSp>
        <p:nvCxnSpPr>
          <p:cNvPr id="60" name="NNDV editable leader scene_object_model_scene_architecture_role_architecture_2e3964f2 000" descr="{&quot;architecture_direction&quot;:null,&quot;architecture_evidence_digest&quot;:&quot;b53e0933defbb0a89f4232c043692407e575e4b632e8e182b6e85ad8fc33cb9e&quot;,&quot;architecture_role&quot;:&quot;text-lane&quot;,&quot;architecture_role_graph_digest&quot;:&quot;e7711c317dd07f5ced02dff846f4ce06a1e44e150885a788ca9c266036142157&quot;,&quot;architecture_role_graph_edge_id&quot;:null,&quot;architecture_role_id&quot;:&quot;architecture_role_text_lane_1_node_fx_mean_12_0803e404_modul_faa01af6&quot;,&quot;architecture_route_id&quot;:null,&quot;architecture_route_role&quot;:null,&quot;depth&quot;:23.8866215,&quot;endpoint_object_ids&quot;:[],&quot;endpoint_role_ids&quot;:[],&quot;kind&quot;:&quot;leader&quot;,&quot;object_id&quot;:&quot;scene_object_model_scene_architecture_role_architecture_2e3964f2&quot;,&quot;repeat_count&quot;:1,&quot;source_digest&quot;:&quot;bc2f1fbe56c01cf01708c70382c1eb3f33791801522f8fa59dd3c64b9ec8e611&quot;}"/>
          <p:cNvCxnSpPr/>
          <p:nvPr/>
        </p:nvCxnSpPr>
        <p:spPr>
          <a:xfrm>
            <a:off x="1356922" y="852019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NNDV editable label scene_object_model_scene_architecture_role_architecture_2e3964f2 0058" descr="{&quot;architecture_direction&quot;:null,&quot;architecture_evidence_digest&quot;:&quot;b53e0933defbb0a89f4232c043692407e575e4b632e8e182b6e85ad8fc33cb9e&quot;,&quot;architecture_role&quot;:&quot;text-lane&quot;,&quot;architecture_role_graph_digest&quot;:&quot;e7711c317dd07f5ced02dff846f4ce06a1e44e150885a788ca9c266036142157&quot;,&quot;architecture_role_graph_edge_id&quot;:null,&quot;architecture_role_id&quot;:&quot;architecture_role_text_lane_1_node_fx_mean_12_0803e404_modul_faa01af6&quot;,&quot;architecture_route_id&quot;:null,&quot;architecture_route_role&quot;:null,&quot;depth&quot;:23.8866215,&quot;endpoint_object_ids&quot;:[],&quot;endpoint_role_ids&quot;:[],&quot;kind&quot;:&quot;label&quot;,&quot;object_id&quot;:&quot;scene_object_model_scene_architecture_role_architecture_2e3964f2&quot;,&quot;repeat_count&quot;:1,&quot;source_digest&quot;:&quot;bc2f1fbe56c01cf01708c70382c1eb3f33791801522f8fa59dd3c64b9ec8e611&quot;}"/>
          <p:cNvSpPr txBox="1"/>
          <p:nvPr/>
        </p:nvSpPr>
        <p:spPr>
          <a:xfrm>
            <a:off x="695506" y="740894"/>
            <a:ext cx="1322831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Text encoder / attention</a:t>
            </a:r>
          </a:p>
        </p:txBody>
      </p:sp>
      <p:cxnSp>
        <p:nvCxnSpPr>
          <p:cNvPr id="62" name="NNDV editable leader scene_object_model_scene_architecture_role_architecture_d20d0c15 000" descr="{&quot;architecture_direction&quot;:null,&quot;architecture_evidence_digest&quot;:&quot;b53e0933defbb0a89f4232c043692407e575e4b632e8e182b6e85ad8fc33cb9e&quot;,&quot;architecture_role&quot;:&quot;image-lane&quot;,&quot;architecture_role_graph_digest&quot;:&quot;e7711c317dd07f5ced02dff846f4ce06a1e44e150885a788ca9c266036142157&quot;,&quot;architecture_role_graph_edge_id&quot;:null,&quot;architecture_role_id&quot;:&quot;architecture_role_image_lane_0_node_fx_image_0_a96ed448_modu_eea979b1&quot;,&quot;architecture_route_id&quot;:null,&quot;architecture_route_role&quot;:null,&quot;depth&quot;:30.4130729,&quot;endpoint_object_ids&quot;:[],&quot;endpoint_role_ids&quot;:[],&quot;kind&quot;:&quot;leader&quot;,&quot;object_id&quot;:&quot;scene_object_model_scene_architecture_role_architecture_d20d0c15&quot;,&quot;repeat_count&quot;:1,&quot;source_digest&quot;:&quot;bc2f1fbe56c01cf01708c70382c1eb3f33791801522f8fa59dd3c64b9ec8e611&quot;}"/>
          <p:cNvCxnSpPr/>
          <p:nvPr/>
        </p:nvCxnSpPr>
        <p:spPr>
          <a:xfrm>
            <a:off x="1574200" y="2284431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NNDV editable label scene_object_model_scene_architecture_role_architecture_d20d0c15 0060" descr="{&quot;architecture_direction&quot;:null,&quot;architecture_evidence_digest&quot;:&quot;b53e0933defbb0a89f4232c043692407e575e4b632e8e182b6e85ad8fc33cb9e&quot;,&quot;architecture_role&quot;:&quot;image-lane&quot;,&quot;architecture_role_graph_digest&quot;:&quot;e7711c317dd07f5ced02dff846f4ce06a1e44e150885a788ca9c266036142157&quot;,&quot;architecture_role_graph_edge_id&quot;:null,&quot;architecture_role_id&quot;:&quot;architecture_role_image_lane_0_node_fx_image_0_a96ed448_modu_eea979b1&quot;,&quot;architecture_route_id&quot;:null,&quot;architecture_route_role&quot;:null,&quot;depth&quot;:30.4130729,&quot;endpoint_object_ids&quot;:[],&quot;endpoint_role_ids&quot;:[],&quot;kind&quot;:&quot;label&quot;,&quot;object_id&quot;:&quot;scene_object_model_scene_architecture_role_architecture_d20d0c15&quot;,&quot;repeat_count&quot;:1,&quot;source_digest&quot;:&quot;bc2f1fbe56c01cf01708c70382c1eb3f33791801522f8fa59dd3c64b9ec8e611&quot;}"/>
          <p:cNvSpPr txBox="1"/>
          <p:nvPr/>
        </p:nvSpPr>
        <p:spPr>
          <a:xfrm>
            <a:off x="747430" y="2173306"/>
            <a:ext cx="1653540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Image encoder / representation</a:t>
            </a:r>
          </a:p>
        </p:txBody>
      </p:sp>
      <p:cxnSp>
        <p:nvCxnSpPr>
          <p:cNvPr id="64" name="NNDV editable leader scene_object_model_scene_architecture_role_architecture_3d003159 000" descr="{&quot;architecture_direction&quot;:null,&quot;architecture_evidence_digest&quot;:&quot;b53e0933defbb0a89f4232c043692407e575e4b632e8e182b6e85ad8fc33cb9e&quot;,&quot;architecture_role&quot;:&quot;fusion&quot;,&quot;architecture_role_graph_digest&quot;:&quot;e7711c317dd07f5ced02dff846f4ce06a1e44e150885a788ca9c266036142157&quot;,&quot;architecture_role_graph_edge_id&quot;:null,&quot;architecture_role_id&quot;:&quot;architecture_role_fusion_2_node_fx_cat_15_cd86490b_module_mo_6d6dcedf&quot;,&quot;architecture_route_id&quot;:null,&quot;architecture_route_role&quot;:null,&quot;depth&quot;:17.4483654,&quot;endpoint_object_ids&quot;:[],&quot;endpoint_role_ids&quot;:[],&quot;kind&quot;:&quot;leader&quot;,&quot;object_id&quot;:&quot;scene_object_model_scene_architecture_role_architecture_3d003159&quot;,&quot;repeat_count&quot;:1,&quot;source_digest&quot;:&quot;bc2f1fbe56c01cf01708c70382c1eb3f33791801522f8fa59dd3c64b9ec8e611&quot;}"/>
          <p:cNvCxnSpPr/>
          <p:nvPr/>
        </p:nvCxnSpPr>
        <p:spPr>
          <a:xfrm flipV="1">
            <a:off x="3276213" y="3015857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NNDV editable label scene_object_model_scene_architecture_role_architecture_3d003159 0062" descr="{&quot;architecture_direction&quot;:null,&quot;architecture_evidence_digest&quot;:&quot;b53e0933defbb0a89f4232c043692407e575e4b632e8e182b6e85ad8fc33cb9e&quot;,&quot;architecture_role&quot;:&quot;fusion&quot;,&quot;architecture_role_graph_digest&quot;:&quot;e7711c317dd07f5ced02dff846f4ce06a1e44e150885a788ca9c266036142157&quot;,&quot;architecture_role_graph_edge_id&quot;:null,&quot;architecture_role_id&quot;:&quot;architecture_role_fusion_2_node_fx_cat_15_cd86490b_module_mo_6d6dcedf&quot;,&quot;architecture_route_id&quot;:null,&quot;architecture_route_role&quot;:null,&quot;depth&quot;:17.4483654,&quot;endpoint_object_ids&quot;:[],&quot;endpoint_role_ids&quot;:[],&quot;kind&quot;:&quot;label&quot;,&quot;object_id&quot;:&quot;scene_object_model_scene_architecture_role_architecture_3d003159&quot;,&quot;repeat_count&quot;:1,&quot;source_digest&quot;:&quot;bc2f1fbe56c01cf01708c70382c1eb3f33791801522f8fa59dd3c64b9ec8e611&quot;}"/>
          <p:cNvSpPr txBox="1"/>
          <p:nvPr/>
        </p:nvSpPr>
        <p:spPr>
          <a:xfrm>
            <a:off x="2945505" y="3059057"/>
            <a:ext cx="661415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Gated fusion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NN_DaVinci Scene scene_imagetextmultimodalmodel___module___archit_e340af85</dc:title>
  <dc:subject>Editable deterministic CPU projection of Scene IR 1.0</dc:subject>
  <dc:creator/>
  <cp:keywords/>
  <dc:description>NN_DaVinci 0.7.3;nndv-scene-export-1;camera=scene_camera_imagetextmultimodalmodel___module___archit_aad53342;digest=bc2f1fbe56c01cf01708c70382c1eb3f33791801522f8fa59dd3c64b9ec8e611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