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08000" cy="424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08000" cy="42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model_scene_node_node_fx_flatten_174_92054_d750874c 0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20.1830329,&quot;endpoint_object_ids&quot;:[],&quot;endpoint_role_ids&quot;:[],&quot;kind&quot;:&quot;face&quot;,&quot;object_id&quot;:&quot;scene_object_model_scene_node_node_fx_flatten_174_92054_d750874c&quot;,&quot;repeat_count&quot;:1,&quot;source_digest&quot;:&quot;4ecc2c4b4b712003e34b499e7fa116e69a7905dad0716bd64b43338352d79892&quot;}"/>
          <p:cNvSpPr/>
          <p:nvPr/>
        </p:nvSpPr>
        <p:spPr>
          <a:xfrm>
            <a:off x="1083096" y="1005407"/>
            <a:ext cx="1966280" cy="936764"/>
          </a:xfrm>
          <a:custGeom>
            <a:avLst/>
            <a:gdLst/>
            <a:ahLst/>
            <a:cxnLst/>
            <a:rect l="l" t="t" r="r" b="b"/>
            <a:pathLst>
              <a:path w="1966280" h="936764">
                <a:moveTo>
                  <a:pt x="1276726" y="0"/>
                </a:moveTo>
                <a:lnTo>
                  <a:pt x="0" y="670648"/>
                </a:lnTo>
                <a:lnTo>
                  <a:pt x="689554" y="936764"/>
                </a:lnTo>
                <a:lnTo>
                  <a:pt x="1966280" y="266116"/>
                </a:lnTo>
                <a:close/>
              </a:path>
            </a:pathLst>
          </a:custGeom>
          <a:solidFill>
            <a:srgbClr val="E2E8F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model_scene_node_node_fx_flatten_174_92054_d750874c 0001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9.877924874999998,&quot;endpoint_object_ids&quot;:[],&quot;endpoint_role_ids&quot;:[],&quot;kind&quot;:&quot;face&quot;,&quot;object_id&quot;:&quot;scene_object_model_scene_node_node_fx_flatten_174_92054_d750874c&quot;,&quot;repeat_count&quot;:1,&quot;source_digest&quot;:&quot;4ecc2c4b4b712003e34b499e7fa116e69a7905dad0716bd64b43338352d79892&quot;}"/>
          <p:cNvSpPr/>
          <p:nvPr/>
        </p:nvSpPr>
        <p:spPr>
          <a:xfrm>
            <a:off x="1772650" y="1271523"/>
            <a:ext cx="1276726" cy="1092886"/>
          </a:xfrm>
          <a:custGeom>
            <a:avLst/>
            <a:gdLst/>
            <a:ahLst/>
            <a:cxnLst/>
            <a:rect l="l" t="t" r="r" b="b"/>
            <a:pathLst>
              <a:path w="1276726" h="1092886">
                <a:moveTo>
                  <a:pt x="1276726" y="422238"/>
                </a:moveTo>
                <a:lnTo>
                  <a:pt x="1276726" y="0"/>
                </a:lnTo>
                <a:lnTo>
                  <a:pt x="0" y="670648"/>
                </a:lnTo>
                <a:lnTo>
                  <a:pt x="0" y="1092886"/>
                </a:lnTo>
                <a:close/>
              </a:path>
            </a:pathLst>
          </a:custGeom>
          <a:solidFill>
            <a:srgbClr val="E2E8F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model_scene_node_node_fx_flatten_174_92054_d750874c 0002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9.008291800000002,&quot;endpoint_object_ids&quot;:[],&quot;endpoint_role_ids&quot;:[],&quot;kind&quot;:&quot;face&quot;,&quot;object_id&quot;:&quot;scene_object_model_scene_node_node_fx_flatten_174_92054_d750874c&quot;,&quot;repeat_count&quot;:1,&quot;source_digest&quot;:&quot;4ecc2c4b4b712003e34b499e7fa116e69a7905dad0716bd64b43338352d79892&quot;}"/>
          <p:cNvSpPr/>
          <p:nvPr/>
        </p:nvSpPr>
        <p:spPr>
          <a:xfrm>
            <a:off x="1083096" y="1676055"/>
            <a:ext cx="689554" cy="688354"/>
          </a:xfrm>
          <a:custGeom>
            <a:avLst/>
            <a:gdLst/>
            <a:ahLst/>
            <a:cxnLst/>
            <a:rect l="l" t="t" r="r" b="b"/>
            <a:pathLst>
              <a:path w="689554" h="688354">
                <a:moveTo>
                  <a:pt x="0" y="422238"/>
                </a:moveTo>
                <a:lnTo>
                  <a:pt x="689554" y="688354"/>
                </a:lnTo>
                <a:lnTo>
                  <a:pt x="689554" y="266116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model_scene_node_node_fx_fc_175_9af358a5_cec4c414 0003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8.18076145,&quot;endpoint_object_ids&quot;:[],&quot;endpoint_role_ids&quot;:[],&quot;kind&quot;:&quot;face&quot;,&quot;object_id&quot;:&quot;scene_object_model_scene_node_node_fx_fc_175_9af358a5_cec4c414&quot;,&quot;repeat_count&quot;:1,&quot;source_digest&quot;:&quot;4ecc2c4b4b712003e34b499e7fa116e69a7905dad0716bd64b43338352d79892&quot;}"/>
          <p:cNvSpPr/>
          <p:nvPr/>
        </p:nvSpPr>
        <p:spPr>
          <a:xfrm>
            <a:off x="2338682" y="1496780"/>
            <a:ext cx="1868547" cy="885426"/>
          </a:xfrm>
          <a:custGeom>
            <a:avLst/>
            <a:gdLst/>
            <a:ahLst/>
            <a:cxnLst/>
            <a:rect l="l" t="t" r="r" b="b"/>
            <a:pathLst>
              <a:path w="1868547" h="885426">
                <a:moveTo>
                  <a:pt x="1178993" y="0"/>
                </a:moveTo>
                <a:lnTo>
                  <a:pt x="0" y="619310"/>
                </a:lnTo>
                <a:lnTo>
                  <a:pt x="689554" y="885426"/>
                </a:lnTo>
                <a:lnTo>
                  <a:pt x="1868547" y="266116"/>
                </a:lnTo>
                <a:close/>
              </a:path>
            </a:pathLst>
          </a:custGeom>
          <a:solidFill>
            <a:srgbClr val="E2E8F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model_scene_node_node_fx_fc_175_9af358a5_cec4c414 0004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7.87565345,&quot;endpoint_object_ids&quot;:[],&quot;endpoint_role_ids&quot;:[],&quot;kind&quot;:&quot;face&quot;,&quot;object_id&quot;:&quot;scene_object_model_scene_node_node_fx_fc_175_9af358a5_cec4c414&quot;,&quot;repeat_count&quot;:1,&quot;source_digest&quot;:&quot;4ecc2c4b4b712003e34b499e7fa116e69a7905dad0716bd64b43338352d79892&quot;}"/>
          <p:cNvSpPr/>
          <p:nvPr/>
        </p:nvSpPr>
        <p:spPr>
          <a:xfrm>
            <a:off x="3028236" y="1762896"/>
            <a:ext cx="1178993" cy="1041548"/>
          </a:xfrm>
          <a:custGeom>
            <a:avLst/>
            <a:gdLst/>
            <a:ahLst/>
            <a:cxnLst/>
            <a:rect l="l" t="t" r="r" b="b"/>
            <a:pathLst>
              <a:path w="1178993" h="1041548">
                <a:moveTo>
                  <a:pt x="1178993" y="422238"/>
                </a:moveTo>
                <a:lnTo>
                  <a:pt x="1178993" y="0"/>
                </a:lnTo>
                <a:lnTo>
                  <a:pt x="0" y="619310"/>
                </a:lnTo>
                <a:lnTo>
                  <a:pt x="0" y="1041548"/>
                </a:lnTo>
                <a:close/>
              </a:path>
            </a:pathLst>
          </a:custGeom>
          <a:solidFill>
            <a:srgbClr val="E2E8F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model_scene_node_node_fx_fc_175_9af358a5_cec4c414 0005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7.1163832,&quot;endpoint_object_ids&quot;:[],&quot;endpoint_role_ids&quot;:[],&quot;kind&quot;:&quot;face&quot;,&quot;object_id&quot;:&quot;scene_object_model_scene_node_node_fx_fc_175_9af358a5_cec4c414&quot;,&quot;repeat_count&quot;:1,&quot;source_digest&quot;:&quot;4ecc2c4b4b712003e34b499e7fa116e69a7905dad0716bd64b43338352d79892&quot;}"/>
          <p:cNvSpPr/>
          <p:nvPr/>
        </p:nvSpPr>
        <p:spPr>
          <a:xfrm>
            <a:off x="2338682" y="2116090"/>
            <a:ext cx="689554" cy="688354"/>
          </a:xfrm>
          <a:custGeom>
            <a:avLst/>
            <a:gdLst/>
            <a:ahLst/>
            <a:cxnLst/>
            <a:rect l="l" t="t" r="r" b="b"/>
            <a:pathLst>
              <a:path w="689554" h="688354">
                <a:moveTo>
                  <a:pt x="0" y="422237"/>
                </a:moveTo>
                <a:lnTo>
                  <a:pt x="689554" y="688354"/>
                </a:lnTo>
                <a:lnTo>
                  <a:pt x="689554" y="266116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model_scene_node_node_fx_output_176_a4d4af_b668f309 0006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6.178490025,&quot;endpoint_object_ids&quot;:[],&quot;endpoint_role_ids&quot;:[],&quot;kind&quot;:&quot;face&quot;,&quot;object_id&quot;:&quot;scene_object_model_scene_node_node_fx_output_176_a4d4af_b668f309&quot;,&quot;repeat_count&quot;:1,&quot;source_digest&quot;:&quot;4ecc2c4b4b712003e34b499e7fa116e69a7905dad0716bd64b43338352d79892&quot;}"/>
          <p:cNvSpPr/>
          <p:nvPr/>
        </p:nvSpPr>
        <p:spPr>
          <a:xfrm>
            <a:off x="3683312" y="2015706"/>
            <a:ext cx="1592725" cy="778980"/>
          </a:xfrm>
          <a:custGeom>
            <a:avLst/>
            <a:gdLst/>
            <a:ahLst/>
            <a:cxnLst/>
            <a:rect l="l" t="t" r="r" b="b"/>
            <a:pathLst>
              <a:path w="1592725" h="778980">
                <a:moveTo>
                  <a:pt x="1178993" y="0"/>
                </a:moveTo>
                <a:lnTo>
                  <a:pt x="0" y="619310"/>
                </a:lnTo>
                <a:lnTo>
                  <a:pt x="413732" y="778980"/>
                </a:lnTo>
                <a:lnTo>
                  <a:pt x="1592725" y="15967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model_scene_node_node_fx_output_176_a4d4af_b668f309 0007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6.102213025,&quot;endpoint_object_ids&quot;:[],&quot;endpoint_role_ids&quot;:[],&quot;kind&quot;:&quot;face&quot;,&quot;object_id&quot;:&quot;scene_object_model_scene_node_node_fx_output_176_a4d4af_b668f309&quot;,&quot;repeat_count&quot;:1,&quot;source_digest&quot;:&quot;4ecc2c4b4b712003e34b499e7fa116e69a7905dad0716bd64b43338352d79892&quot;}"/>
          <p:cNvSpPr/>
          <p:nvPr/>
        </p:nvSpPr>
        <p:spPr>
          <a:xfrm>
            <a:off x="4097044" y="2175376"/>
            <a:ext cx="1178993" cy="1041548"/>
          </a:xfrm>
          <a:custGeom>
            <a:avLst/>
            <a:gdLst/>
            <a:ahLst/>
            <a:cxnLst/>
            <a:rect l="l" t="t" r="r" b="b"/>
            <a:pathLst>
              <a:path w="1178993" h="1041548">
                <a:moveTo>
                  <a:pt x="1178993" y="422238"/>
                </a:moveTo>
                <a:lnTo>
                  <a:pt x="1178993" y="0"/>
                </a:lnTo>
                <a:lnTo>
                  <a:pt x="0" y="619310"/>
                </a:lnTo>
                <a:lnTo>
                  <a:pt x="0" y="1041548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model_scene_node_node_fx_output_176_a4d4af_b668f309 0008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5.114111775,&quot;endpoint_object_ids&quot;:[],&quot;endpoint_role_ids&quot;:[],&quot;kind&quot;:&quot;face&quot;,&quot;object_id&quot;:&quot;scene_object_model_scene_node_node_fx_output_176_a4d4af_b668f309&quot;,&quot;repeat_count&quot;:1,&quot;source_digest&quot;:&quot;4ecc2c4b4b712003e34b499e7fa116e69a7905dad0716bd64b43338352d79892&quot;}"/>
          <p:cNvSpPr/>
          <p:nvPr/>
        </p:nvSpPr>
        <p:spPr>
          <a:xfrm>
            <a:off x="3683312" y="2635016"/>
            <a:ext cx="413732" cy="581908"/>
          </a:xfrm>
          <a:custGeom>
            <a:avLst/>
            <a:gdLst/>
            <a:ahLst/>
            <a:cxnLst/>
            <a:rect l="l" t="t" r="r" b="b"/>
            <a:pathLst>
              <a:path w="413732" h="581908">
                <a:moveTo>
                  <a:pt x="0" y="422238"/>
                </a:moveTo>
                <a:lnTo>
                  <a:pt x="413732" y="581908"/>
                </a:lnTo>
                <a:lnTo>
                  <a:pt x="413732" y="15967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21.624743549999998,&quot;endpoint_object_ids&quot;:[],&quot;endpoint_role_ids&quot;:[],&quot;kind&quot;:&quot;edge&quot;,&quot;object_id&quot;:&quot;scene_object_model_scene_node_node_fx_flatten_174_92054_d750874c&quot;,&quot;repeat_count&quot;:1,&quot;source_digest&quot;:&quot;4ecc2c4b4b712003e34b499e7fa116e69a7905dad0716bd64b43338352d79892&quot;}"/>
          <p:cNvCxnSpPr/>
          <p:nvPr/>
        </p:nvCxnSpPr>
        <p:spPr>
          <a:xfrm flipH="1" flipV="1">
            <a:off x="2359822" y="1005406"/>
            <a:ext cx="689554" cy="26611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21.319635499999997,&quot;endpoint_object_ids&quot;:[],&quot;endpoint_role_ids&quot;:[],&quot;kind&quot;:&quot;edge&quot;,&quot;object_id&quot;:&quot;scene_object_model_scene_node_node_fx_flatten_174_92054_d750874c&quot;,&quot;repeat_count&quot;:1,&quot;source_digest&quot;:&quot;4ecc2c4b4b712003e34b499e7fa116e69a7905dad0716bd64b43338352d79892&quot;}"/>
          <p:cNvCxnSpPr/>
          <p:nvPr/>
        </p:nvCxnSpPr>
        <p:spPr>
          <a:xfrm flipV="1">
            <a:off x="3049376" y="1271523"/>
            <a:ext cx="0" cy="422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20.75511045,&quot;endpoint_object_ids&quot;:[],&quot;endpoint_role_ids&quot;:[],&quot;kind&quot;:&quot;edge&quot;,&quot;object_id&quot;:&quot;scene_object_model_scene_node_node_fx_flatten_174_92054_d750874c&quot;,&quot;repeat_count&quot;:1,&quot;source_digest&quot;:&quot;4ecc2c4b4b712003e34b499e7fa116e69a7905dad0716bd64b43338352d79892&quot;}"/>
          <p:cNvCxnSpPr/>
          <p:nvPr/>
        </p:nvCxnSpPr>
        <p:spPr>
          <a:xfrm flipH="1">
            <a:off x="1083096" y="1005406"/>
            <a:ext cx="1276726" cy="67064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20.1448944,&quot;endpoint_object_ids&quot;:[],&quot;endpoint_role_ids&quot;:[],&quot;kind&quot;:&quot;edge&quot;,&quot;object_id&quot;:&quot;scene_object_model_scene_node_node_fx_flatten_174_92054_d750874c&quot;,&quot;repeat_count&quot;:1,&quot;source_digest&quot;:&quot;4ecc2c4b4b712003e34b499e7fa116e69a7905dad0716bd64b43338352d79892&quot;}"/>
          <p:cNvCxnSpPr/>
          <p:nvPr/>
        </p:nvCxnSpPr>
        <p:spPr>
          <a:xfrm flipH="1">
            <a:off x="1772649" y="1693761"/>
            <a:ext cx="1276727" cy="67064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9.610955349999998,&quot;endpoint_object_ids&quot;:[],&quot;endpoint_role_ids&quot;:[],&quot;kind&quot;:&quot;edge&quot;,&quot;object_id&quot;:&quot;scene_object_model_scene_node_node_fx_flatten_174_92054_d750874c&quot;,&quot;repeat_count&quot;:1,&quot;source_digest&quot;:&quot;4ecc2c4b4b712003e34b499e7fa116e69a7905dad0716bd64b43338352d79892&quot;}"/>
          <p:cNvCxnSpPr/>
          <p:nvPr/>
        </p:nvCxnSpPr>
        <p:spPr>
          <a:xfrm flipH="1">
            <a:off x="1772649" y="1271523"/>
            <a:ext cx="1276727" cy="67064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9.580369349999998,&quot;endpoint_object_ids&quot;:[],&quot;endpoint_role_ids&quot;:[],&quot;kind&quot;:&quot;edge&quot;,&quot;object_id&quot;:&quot;scene_object_model_scene_node_node_fx_flatten_174_92054_d750874c&quot;,&quot;repeat_count&quot;:1,&quot;source_digest&quot;:&quot;4ecc2c4b4b712003e34b499e7fa116e69a7905dad0716bd64b43338352d79892&quot;}"/>
          <p:cNvCxnSpPr/>
          <p:nvPr/>
        </p:nvCxnSpPr>
        <p:spPr>
          <a:xfrm flipV="1">
            <a:off x="1083096" y="1676055"/>
            <a:ext cx="0" cy="42223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9.51210925,&quot;endpoint_object_ids&quot;:[],&quot;endpoint_role_ids&quot;:[],&quot;kind&quot;:&quot;edge&quot;,&quot;object_id&quot;:&quot;scene_object_model_scene_node_node_fx_fc_175_9af358a5_cec4c414&quot;,&quot;repeat_count&quot;:1,&quot;source_digest&quot;:&quot;4ecc2c4b4b712003e34b499e7fa116e69a7905dad0716bd64b43338352d79892&quot;}"/>
          <p:cNvCxnSpPr/>
          <p:nvPr/>
        </p:nvCxnSpPr>
        <p:spPr>
          <a:xfrm flipH="1" flipV="1">
            <a:off x="3517674" y="1496779"/>
            <a:ext cx="689554" cy="26611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NNDV editable arrow scene_object_model_scene_edge_edge_node_fx_flatten_174__c0235d55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9.63657964375,&quot;endpoint_object_ids&quot;:[&quot;scene_object_model_scene_node_node_fx_flatten_174_92054_d750874c&quot;,&quot;scene_object_model_scene_node_node_fx_fc_175_9af358a5_cec4c414&quot;],&quot;endpoint_role_ids&quot;:[],&quot;kind&quot;:&quot;arrow&quot;,&quot;object_id&quot;:&quot;scene_object_model_scene_edge_edge_node_fx_flatten_174__c0235d55&quot;,&quot;repeat_count&quot;:1,&quot;source_digest&quot;:&quot;4ecc2c4b4b712003e34b499e7fa116e69a7905dad0716bd64b43338352d79892&quot;}"/>
          <p:cNvCxnSpPr/>
          <p:nvPr/>
        </p:nvCxnSpPr>
        <p:spPr>
          <a:xfrm>
            <a:off x="2443335" y="1830440"/>
            <a:ext cx="226260" cy="87319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9.27526135,&quot;endpoint_object_ids&quot;:[],&quot;endpoint_role_ids&quot;:[],&quot;kind&quot;:&quot;edge&quot;,&quot;object_id&quot;:&quot;scene_object_model_scene_node_node_fx_flatten_174_92054_d750874c&quot;,&quot;repeat_count&quot;:1,&quot;source_digest&quot;:&quot;4ecc2c4b4b712003e34b499e7fa116e69a7905dad0716bd64b43338352d79892&quot;}"/>
          <p:cNvCxnSpPr/>
          <p:nvPr/>
        </p:nvCxnSpPr>
        <p:spPr>
          <a:xfrm>
            <a:off x="1083096" y="2098292"/>
            <a:ext cx="689553" cy="26611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9.207001249999998,&quot;endpoint_object_ids&quot;:[],&quot;endpoint_role_ids&quot;:[],&quot;kind&quot;:&quot;edge&quot;,&quot;object_id&quot;:&quot;scene_object_model_scene_node_node_fx_fc_175_9af358a5_cec4c414&quot;,&quot;repeat_count&quot;:1,&quot;source_digest&quot;:&quot;4ecc2c4b4b712003e34b499e7fa116e69a7905dad0716bd64b43338352d79892&quot;}"/>
          <p:cNvCxnSpPr/>
          <p:nvPr/>
        </p:nvCxnSpPr>
        <p:spPr>
          <a:xfrm flipV="1">
            <a:off x="4207228" y="1762895"/>
            <a:ext cx="0" cy="422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8.752839,&quot;endpoint_object_ids&quot;:[],&quot;endpoint_role_ids&quot;:[],&quot;kind&quot;:&quot;edge&quot;,&quot;object_id&quot;:&quot;scene_object_model_scene_node_node_fx_fc_175_9af358a5_cec4c414&quot;,&quot;repeat_count&quot;:1,&quot;source_digest&quot;:&quot;4ecc2c4b4b712003e34b499e7fa116e69a7905dad0716bd64b43338352d79892&quot;}"/>
          <p:cNvCxnSpPr/>
          <p:nvPr/>
        </p:nvCxnSpPr>
        <p:spPr>
          <a:xfrm flipH="1">
            <a:off x="2338681" y="1496779"/>
            <a:ext cx="1178993" cy="6193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8.74132225,&quot;endpoint_object_ids&quot;:[],&quot;endpoint_role_ids&quot;:[],&quot;kind&quot;:&quot;edge&quot;,&quot;object_id&quot;:&quot;scene_object_model_scene_node_node_fx_flatten_174_92054_d750874c&quot;,&quot;repeat_count&quot;:1,&quot;source_digest&quot;:&quot;4ecc2c4b4b712003e34b499e7fa116e69a7905dad0716bd64b43338352d79892&quot;}"/>
          <p:cNvCxnSpPr/>
          <p:nvPr/>
        </p:nvCxnSpPr>
        <p:spPr>
          <a:xfrm flipH="1" flipV="1">
            <a:off x="1083096" y="1676055"/>
            <a:ext cx="689553" cy="26611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8.43621425,&quot;endpoint_object_ids&quot;:[],&quot;endpoint_role_ids&quot;:[],&quot;kind&quot;:&quot;edge&quot;,&quot;object_id&quot;:&quot;scene_object_model_scene_node_node_fx_flatten_174_92054_d750874c&quot;,&quot;repeat_count&quot;:1,&quot;source_digest&quot;:&quot;4ecc2c4b4b712003e34b499e7fa116e69a7905dad0716bd64b43338352d79892&quot;}"/>
          <p:cNvCxnSpPr/>
          <p:nvPr/>
        </p:nvCxnSpPr>
        <p:spPr>
          <a:xfrm flipV="1">
            <a:off x="1772649" y="1942171"/>
            <a:ext cx="0" cy="422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8.142623,&quot;endpoint_object_ids&quot;:[],&quot;endpoint_role_ids&quot;:[],&quot;kind&quot;:&quot;edge&quot;,&quot;object_id&quot;:&quot;scene_object_model_scene_node_node_fx_fc_175_9af358a5_cec4c414&quot;,&quot;repeat_count&quot;:1,&quot;source_digest&quot;:&quot;4ecc2c4b4b712003e34b499e7fa116e69a7905dad0716bd64b43338352d79892&quot;}"/>
          <p:cNvCxnSpPr/>
          <p:nvPr/>
        </p:nvCxnSpPr>
        <p:spPr>
          <a:xfrm flipH="1">
            <a:off x="3028235" y="2185133"/>
            <a:ext cx="1178993" cy="6193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7.688460749999997,&quot;endpoint_object_ids&quot;:[],&quot;endpoint_role_ids&quot;:[],&quot;kind&quot;:&quot;edge&quot;,&quot;object_id&quot;:&quot;scene_object_model_scene_node_node_fx_fc_175_9af358a5_cec4c414&quot;,&quot;repeat_count&quot;:1,&quot;source_digest&quot;:&quot;4ecc2c4b4b712003e34b499e7fa116e69a7905dad0716bd64b43338352d79892&quot;}"/>
          <p:cNvCxnSpPr/>
          <p:nvPr/>
        </p:nvCxnSpPr>
        <p:spPr>
          <a:xfrm flipV="1">
            <a:off x="2338681" y="2116089"/>
            <a:ext cx="0" cy="422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7.6086839,&quot;endpoint_object_ids&quot;:[],&quot;endpoint_role_ids&quot;:[],&quot;kind&quot;:&quot;edge&quot;,&quot;object_id&quot;:&quot;scene_object_model_scene_node_node_fx_fc_175_9af358a5_cec4c414&quot;,&quot;repeat_count&quot;:1,&quot;source_digest&quot;:&quot;4ecc2c4b4b712003e34b499e7fa116e69a7905dad0716bd64b43338352d79892&quot;}"/>
          <p:cNvCxnSpPr/>
          <p:nvPr/>
        </p:nvCxnSpPr>
        <p:spPr>
          <a:xfrm flipH="1">
            <a:off x="3028235" y="1762895"/>
            <a:ext cx="1178993" cy="6193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7.5098378,&quot;endpoint_object_ids&quot;:[],&quot;endpoint_role_ids&quot;:[],&quot;kind&quot;:&quot;edge&quot;,&quot;object_id&quot;:&quot;scene_object_model_scene_node_node_fx_output_176_a4d4af_b668f309&quot;,&quot;repeat_count&quot;:1,&quot;source_digest&quot;:&quot;4ecc2c4b4b712003e34b499e7fa116e69a7905dad0716bd64b43338352d79892&quot;}"/>
          <p:cNvCxnSpPr/>
          <p:nvPr/>
        </p:nvCxnSpPr>
        <p:spPr>
          <a:xfrm flipH="1" flipV="1">
            <a:off x="4862304" y="2015706"/>
            <a:ext cx="413733" cy="1596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arrow scene_object_model_scene_edge_edge_node_fx_fc_175_9af35_0bb22ed8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7.50916628125,&quot;endpoint_object_ids&quot;:[&quot;scene_object_model_scene_node_node_fx_fc_175_9af358a5_cec4c414&quot;,&quot;scene_object_model_scene_node_node_fx_output_176_a4d4af_b668f309&quot;],&quot;endpoint_role_ids&quot;:[],&quot;kind&quot;:&quot;arrow&quot;,&quot;object_id&quot;:&quot;scene_object_model_scene_edge_edge_node_fx_fc_175_9af35_0bb22ed8&quot;,&quot;repeat_count&quot;:1,&quot;source_digest&quot;:&quot;4ecc2c4b4b712003e34b499e7fa116e69a7905dad0716bd64b43338352d79892&quot;}"/>
          <p:cNvCxnSpPr/>
          <p:nvPr/>
        </p:nvCxnSpPr>
        <p:spPr>
          <a:xfrm>
            <a:off x="3650055" y="2296143"/>
            <a:ext cx="377099" cy="14553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7.433560800000002,&quot;endpoint_object_ids&quot;:[],&quot;endpoint_role_ids&quot;:[],&quot;kind&quot;:&quot;edge&quot;,&quot;object_id&quot;:&quot;scene_object_model_scene_node_node_fx_output_176_a4d4af_b668f309&quot;,&quot;repeat_count&quot;:1,&quot;source_digest&quot;:&quot;4ecc2c4b4b712003e34b499e7fa116e69a7905dad0716bd64b43338352d79892&quot;}"/>
          <p:cNvCxnSpPr/>
          <p:nvPr/>
        </p:nvCxnSpPr>
        <p:spPr>
          <a:xfrm flipV="1">
            <a:off x="5276037" y="2175376"/>
            <a:ext cx="0" cy="42223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7.38335275,&quot;endpoint_object_ids&quot;:[],&quot;endpoint_role_ids&quot;:[],&quot;kind&quot;:&quot;edge&quot;,&quot;object_id&quot;:&quot;scene_object_model_scene_node_node_fx_fc_175_9af358a5_cec4c414&quot;,&quot;repeat_count&quot;:1,&quot;source_digest&quot;:&quot;4ecc2c4b4b712003e34b499e7fa116e69a7905dad0716bd64b43338352d79892&quot;}"/>
          <p:cNvCxnSpPr/>
          <p:nvPr/>
        </p:nvCxnSpPr>
        <p:spPr>
          <a:xfrm>
            <a:off x="2338681" y="2538327"/>
            <a:ext cx="689554" cy="26611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6.84941365,&quot;endpoint_object_ids&quot;:[],&quot;endpoint_role_ids&quot;:[],&quot;kind&quot;:&quot;edge&quot;,&quot;object_id&quot;:&quot;scene_object_model_scene_node_node_fx_fc_175_9af358a5_cec4c414&quot;,&quot;repeat_count&quot;:1,&quot;source_digest&quot;:&quot;4ecc2c4b4b712003e34b499e7fa116e69a7905dad0716bd64b43338352d79892&quot;}"/>
          <p:cNvCxnSpPr/>
          <p:nvPr/>
        </p:nvCxnSpPr>
        <p:spPr>
          <a:xfrm flipH="1" flipV="1">
            <a:off x="2338681" y="2116089"/>
            <a:ext cx="689554" cy="26611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6.54430565,&quot;endpoint_object_ids&quot;:[],&quot;endpoint_role_ids&quot;:[],&quot;kind&quot;:&quot;edge&quot;,&quot;object_id&quot;:&quot;scene_object_model_scene_node_node_fx_fc_175_9af358a5_cec4c414&quot;,&quot;repeat_count&quot;:1,&quot;source_digest&quot;:&quot;4ecc2c4b4b712003e34b499e7fa116e69a7905dad0716bd64b43338352d79892&quot;}"/>
          <p:cNvCxnSpPr/>
          <p:nvPr/>
        </p:nvCxnSpPr>
        <p:spPr>
          <a:xfrm flipV="1">
            <a:off x="3028235" y="2382205"/>
            <a:ext cx="0" cy="422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6.52173655,&quot;endpoint_object_ids&quot;:[],&quot;endpoint_role_ids&quot;:[],&quot;kind&quot;:&quot;edge&quot;,&quot;object_id&quot;:&quot;scene_object_model_scene_node_node_fx_output_176_a4d4af_b668f309&quot;,&quot;repeat_count&quot;:1,&quot;source_digest&quot;:&quot;4ecc2c4b4b712003e34b499e7fa116e69a7905dad0716bd64b43338352d79892&quot;}"/>
          <p:cNvCxnSpPr/>
          <p:nvPr/>
        </p:nvCxnSpPr>
        <p:spPr>
          <a:xfrm flipH="1">
            <a:off x="3683311" y="2015706"/>
            <a:ext cx="1178993" cy="6193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6.36918255,&quot;endpoint_object_ids&quot;:[],&quot;endpoint_role_ids&quot;:[],&quot;kind&quot;:&quot;edge&quot;,&quot;object_id&quot;:&quot;scene_object_model_scene_node_node_fx_output_176_a4d4af_b668f309&quot;,&quot;repeat_count&quot;:1,&quot;source_digest&quot;:&quot;4ecc2c4b4b712003e34b499e7fa116e69a7905dad0716bd64b43338352d79892&quot;}"/>
          <p:cNvCxnSpPr/>
          <p:nvPr/>
        </p:nvCxnSpPr>
        <p:spPr>
          <a:xfrm flipH="1">
            <a:off x="4097044" y="2597613"/>
            <a:ext cx="1178993" cy="6193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5.8352435,&quot;endpoint_object_ids&quot;:[],&quot;endpoint_role_ids&quot;:[],&quot;kind&quot;:&quot;edge&quot;,&quot;object_id&quot;:&quot;scene_object_model_scene_node_node_fx_output_176_a4d4af_b668f309&quot;,&quot;repeat_count&quot;:1,&quot;source_digest&quot;:&quot;4ecc2c4b4b712003e34b499e7fa116e69a7905dad0716bd64b43338352d79892&quot;}"/>
          <p:cNvCxnSpPr/>
          <p:nvPr/>
        </p:nvCxnSpPr>
        <p:spPr>
          <a:xfrm flipH="1">
            <a:off x="4097044" y="2175376"/>
            <a:ext cx="1178993" cy="6193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5.4573583,&quot;endpoint_object_ids&quot;:[],&quot;endpoint_role_ids&quot;:[],&quot;kind&quot;:&quot;edge&quot;,&quot;object_id&quot;:&quot;scene_object_model_scene_node_node_fx_output_176_a4d4af_b668f309&quot;,&quot;repeat_count&quot;:1,&quot;source_digest&quot;:&quot;4ecc2c4b4b712003e34b499e7fa116e69a7905dad0716bd64b43338352d79892&quot;}"/>
          <p:cNvCxnSpPr/>
          <p:nvPr/>
        </p:nvCxnSpPr>
        <p:spPr>
          <a:xfrm flipV="1">
            <a:off x="3683311" y="2635016"/>
            <a:ext cx="0" cy="422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5.3810813,&quot;endpoint_object_ids&quot;:[],&quot;endpoint_role_ids&quot;:[],&quot;kind&quot;:&quot;edge&quot;,&quot;object_id&quot;:&quot;scene_object_model_scene_node_node_fx_output_176_a4d4af_b668f309&quot;,&quot;repeat_count&quot;:1,&quot;source_digest&quot;:&quot;4ecc2c4b4b712003e34b499e7fa116e69a7905dad0716bd64b43338352d79892&quot;}"/>
          <p:cNvCxnSpPr/>
          <p:nvPr/>
        </p:nvCxnSpPr>
        <p:spPr>
          <a:xfrm>
            <a:off x="3683311" y="3057254"/>
            <a:ext cx="413733" cy="15966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4.84714225,&quot;endpoint_object_ids&quot;:[],&quot;endpoint_role_ids&quot;:[],&quot;kind&quot;:&quot;edge&quot;,&quot;object_id&quot;:&quot;scene_object_model_scene_node_node_fx_output_176_a4d4af_b668f309&quot;,&quot;repeat_count&quot;:1,&quot;source_digest&quot;:&quot;4ecc2c4b4b712003e34b499e7fa116e69a7905dad0716bd64b43338352d79892&quot;}"/>
          <p:cNvCxnSpPr/>
          <p:nvPr/>
        </p:nvCxnSpPr>
        <p:spPr>
          <a:xfrm flipH="1" flipV="1">
            <a:off x="3683311" y="2635016"/>
            <a:ext cx="413733" cy="1596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4.77086525,&quot;endpoint_object_ids&quot;:[],&quot;endpoint_role_ids&quot;:[],&quot;kind&quot;:&quot;edge&quot;,&quot;object_id&quot;:&quot;scene_object_model_scene_node_node_fx_output_176_a4d4af_b668f309&quot;,&quot;repeat_count&quot;:1,&quot;source_digest&quot;:&quot;4ecc2c4b4b712003e34b499e7fa116e69a7905dad0716bd64b43338352d79892&quot;}"/>
          <p:cNvCxnSpPr/>
          <p:nvPr/>
        </p:nvCxnSpPr>
        <p:spPr>
          <a:xfrm flipV="1">
            <a:off x="4097044" y="2794686"/>
            <a:ext cx="0" cy="42223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leader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6.4454596,&quot;endpoint_object_ids&quot;:[],&quot;endpoint_role_ids&quot;:[],&quot;kind&quot;:&quot;leader&quot;,&quot;object_id&quot;:&quot;scene_object_model_scene_node_node_fx_output_176_a4d4af_b668f309&quot;,&quot;repeat_count&quot;:1,&quot;source_digest&quot;:&quot;4ecc2c4b4b712003e34b499e7fa116e69a7905dad0716bd64b43338352d79892&quot;}"/>
          <p:cNvCxnSpPr/>
          <p:nvPr/>
        </p:nvCxnSpPr>
        <p:spPr>
          <a:xfrm>
            <a:off x="4479674" y="1959906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NNDV editable label scene_object_model_scene_node_node_fx_output_176_a4d4af_b668f309 0039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6.4454596,&quot;endpoint_object_ids&quot;:[],&quot;endpoint_role_ids&quot;:[],&quot;kind&quot;:&quot;label&quot;,&quot;object_id&quot;:&quot;scene_object_model_scene_node_node_fx_output_176_a4d4af_b668f309&quot;,&quot;repeat_count&quot;:1,&quot;source_digest&quot;:&quot;4ecc2c4b4b712003e34b499e7fa116e69a7905dad0716bd64b43338352d79892&quot;}"/>
          <p:cNvSpPr txBox="1"/>
          <p:nvPr/>
        </p:nvSpPr>
        <p:spPr>
          <a:xfrm>
            <a:off x="4314320" y="1848781"/>
            <a:ext cx="330707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output</a:t>
            </a:r>
          </a:p>
        </p:txBody>
      </p:sp>
      <p:cxnSp>
        <p:nvCxnSpPr>
          <p:cNvPr id="43" name="NNDV editable leader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20.4500024,&quot;endpoint_object_ids&quot;:[],&quot;endpoint_role_ids&quot;:[],&quot;kind&quot;:&quot;leader&quot;,&quot;object_id&quot;:&quot;scene_object_model_scene_node_node_fx_flatten_174_92054_d750874c&quot;,&quot;repeat_count&quot;:1,&quot;source_digest&quot;:&quot;4ecc2c4b4b712003e34b499e7fa116e69a7905dad0716bd64b43338352d79892&quot;}"/>
          <p:cNvCxnSpPr/>
          <p:nvPr/>
        </p:nvCxnSpPr>
        <p:spPr>
          <a:xfrm>
            <a:off x="2066236" y="949606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NNDV editable label scene_object_model_scene_node_node_fx_flatten_174_92054_d750874c 0041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20.4500024,&quot;endpoint_object_ids&quot;:[],&quot;endpoint_role_ids&quot;:[],&quot;kind&quot;:&quot;label&quot;,&quot;object_id&quot;:&quot;scene_object_model_scene_node_node_fx_flatten_174_92054_d750874c&quot;,&quot;repeat_count&quot;:1,&quot;source_digest&quot;:&quot;4ecc2c4b4b712003e34b499e7fa116e69a7905dad0716bd64b43338352d79892&quot;}"/>
          <p:cNvSpPr txBox="1"/>
          <p:nvPr/>
        </p:nvSpPr>
        <p:spPr>
          <a:xfrm>
            <a:off x="1873323" y="838481"/>
            <a:ext cx="385826" cy="1111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flatten</a:t>
            </a:r>
          </a:p>
        </p:txBody>
      </p:sp>
      <p:cxnSp>
        <p:nvCxnSpPr>
          <p:cNvPr id="45" name="NNDV editable leader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8.447731,&quot;endpoint_object_ids&quot;:[],&quot;endpoint_role_ids&quot;:[],&quot;kind&quot;:&quot;leader&quot;,&quot;object_id&quot;:&quot;scene_object_model_scene_node_node_fx_fc_175_9af358a5_cec4c414&quot;,&quot;repeat_count&quot;:1,&quot;source_digest&quot;:&quot;4ecc2c4b4b712003e34b499e7fa116e69a7905dad0716bd64b43338352d79892&quot;}"/>
          <p:cNvCxnSpPr/>
          <p:nvPr/>
        </p:nvCxnSpPr>
        <p:spPr>
          <a:xfrm>
            <a:off x="3272955" y="1440979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NNDV editable label scene_object_model_scene_node_node_fx_fc_175_9af358a5_cec4c414 0043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8.447731,&quot;endpoint_object_ids&quot;:[],&quot;endpoint_role_ids&quot;:[],&quot;kind&quot;:&quot;label&quot;,&quot;object_id&quot;:&quot;scene_object_model_scene_node_node_fx_fc_175_9af358a5_cec4c414&quot;,&quot;repeat_count&quot;:1,&quot;source_digest&quot;:&quot;4ecc2c4b4b712003e34b499e7fa116e69a7905dad0716bd64b43338352d79892&quot;}"/>
          <p:cNvSpPr txBox="1"/>
          <p:nvPr/>
        </p:nvSpPr>
        <p:spPr>
          <a:xfrm>
            <a:off x="3217392" y="1329854"/>
            <a:ext cx="111125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fc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scene_resnet___3d_455448d7</dc:title>
  <dc:subject>Editable deterministic CPU projection of Scene IR 1.0</dc:subject>
  <dc:creator/>
  <cp:keywords/>
  <dc:description>NN_DaVinci 0.7.3;nndv-scene-export-1;camera=scene_camera_resnet___3d_camera_isometric_ad0bf323;digest=4ecc2c4b4b712003e34b499e7fa116e69a7905dad0716bd64b43338352d79892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