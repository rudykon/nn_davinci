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19066ff9 0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05990555,&quot;endpoint_object_ids&quot;:[],&quot;endpoint_role_ids&quot;:[],&quot;kind&quot;:&quot;face&quot;,&quot;object_id&quot;:&quot;scene_object_model_scene_architecture_role_architecture_19066ff9&quot;,&quot;repeat_count&quot;:1,&quot;source_digest&quot;:&quot;21b0de1ad04dffc2b3a3b2faf5b52943da92f77b1c77152d1c46c457849e326e&quot;}"/>
          <p:cNvSpPr/>
          <p:nvPr/>
        </p:nvSpPr>
        <p:spPr>
          <a:xfrm>
            <a:off x="1292256" y="1106442"/>
            <a:ext cx="238306" cy="432264"/>
          </a:xfrm>
          <a:custGeom>
            <a:avLst/>
            <a:gdLst/>
            <a:ahLst/>
            <a:cxnLst/>
            <a:rect l="l" t="t" r="r" b="b"/>
            <a:pathLst>
              <a:path w="238306" h="432264">
                <a:moveTo>
                  <a:pt x="238306" y="306187"/>
                </a:moveTo>
                <a:lnTo>
                  <a:pt x="238306" y="0"/>
                </a:lnTo>
                <a:lnTo>
                  <a:pt x="0" y="126077"/>
                </a:lnTo>
                <a:lnTo>
                  <a:pt x="0" y="432264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19066ff9 0001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29.925804425,&quot;endpoint_object_ids&quot;:[],&quot;endpoint_role_ids&quot;:[],&quot;kind&quot;:&quot;face&quot;,&quot;object_id&quot;:&quot;scene_object_model_scene_architecture_role_architecture_19066ff9&quot;,&quot;repeat_count&quot;:1,&quot;source_digest&quot;:&quot;21b0de1ad04dffc2b3a3b2faf5b52943da92f77b1c77152d1c46c457849e326e&quot;}"/>
          <p:cNvSpPr/>
          <p:nvPr/>
        </p:nvSpPr>
        <p:spPr>
          <a:xfrm>
            <a:off x="1114560" y="1037372"/>
            <a:ext cx="416002" cy="195147"/>
          </a:xfrm>
          <a:custGeom>
            <a:avLst/>
            <a:gdLst/>
            <a:ahLst/>
            <a:cxnLst/>
            <a:rect l="l" t="t" r="r" b="b"/>
            <a:pathLst>
              <a:path w="416002" h="195147">
                <a:moveTo>
                  <a:pt x="238306" y="0"/>
                </a:moveTo>
                <a:lnTo>
                  <a:pt x="0" y="126077"/>
                </a:lnTo>
                <a:lnTo>
                  <a:pt x="177696" y="195147"/>
                </a:lnTo>
                <a:lnTo>
                  <a:pt x="416002" y="6907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19066ff9 0002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29.6956189,&quot;endpoint_object_ids&quot;:[],&quot;endpoint_role_ids&quot;:[],&quot;kind&quot;:&quot;face&quot;,&quot;object_id&quot;:&quot;scene_object_model_scene_architecture_role_architecture_19066ff9&quot;,&quot;repeat_count&quot;:1,&quot;source_digest&quot;:&quot;21b0de1ad04dffc2b3a3b2faf5b52943da92f77b1c77152d1c46c457849e326e&quot;}"/>
          <p:cNvSpPr/>
          <p:nvPr/>
        </p:nvSpPr>
        <p:spPr>
          <a:xfrm>
            <a:off x="1114560" y="1163449"/>
            <a:ext cx="177696" cy="375257"/>
          </a:xfrm>
          <a:custGeom>
            <a:avLst/>
            <a:gdLst/>
            <a:ahLst/>
            <a:cxnLst/>
            <a:rect l="l" t="t" r="r" b="b"/>
            <a:pathLst>
              <a:path w="177696" h="375257">
                <a:moveTo>
                  <a:pt x="0" y="306187"/>
                </a:moveTo>
                <a:lnTo>
                  <a:pt x="177696" y="375257"/>
                </a:lnTo>
                <a:lnTo>
                  <a:pt x="177696" y="6907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7cb62660 0003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5.5890318,&quot;endpoint_object_ids&quot;:[],&quot;endpoint_role_ids&quot;:[],&quot;kind&quot;:&quot;face&quot;,&quot;object_id&quot;:&quot;scene_object_model_scene_architecture_role_architecture_7cb62660&quot;,&quot;repeat_count&quot;:1,&quot;source_digest&quot;:&quot;21b0de1ad04dffc2b3a3b2faf5b52943da92f77b1c77152d1c46c457849e326e&quot;}"/>
          <p:cNvSpPr/>
          <p:nvPr/>
        </p:nvSpPr>
        <p:spPr>
          <a:xfrm>
            <a:off x="1731072" y="1747696"/>
            <a:ext cx="522142" cy="232160"/>
          </a:xfrm>
          <a:custGeom>
            <a:avLst/>
            <a:gdLst/>
            <a:ahLst/>
            <a:cxnLst/>
            <a:rect l="l" t="t" r="r" b="b"/>
            <a:pathLst>
              <a:path w="522142" h="232160">
                <a:moveTo>
                  <a:pt x="208079" y="0"/>
                </a:moveTo>
                <a:lnTo>
                  <a:pt x="0" y="110085"/>
                </a:lnTo>
                <a:lnTo>
                  <a:pt x="314063" y="232160"/>
                </a:lnTo>
                <a:lnTo>
                  <a:pt x="522142" y="12207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7cb62660 0004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5.388043,&quot;endpoint_object_ids&quot;:[],&quot;endpoint_role_ids&quot;:[],&quot;kind&quot;:&quot;face&quot;,&quot;object_id&quot;:&quot;scene_object_model_scene_architecture_role_architecture_7cb62660&quot;,&quot;repeat_count&quot;:1,&quot;source_digest&quot;:&quot;21b0de1ad04dffc2b3a3b2faf5b52943da92f77b1c77152d1c46c457849e326e&quot;}"/>
          <p:cNvSpPr/>
          <p:nvPr/>
        </p:nvSpPr>
        <p:spPr>
          <a:xfrm>
            <a:off x="1731072" y="1857781"/>
            <a:ext cx="314063" cy="389425"/>
          </a:xfrm>
          <a:custGeom>
            <a:avLst/>
            <a:gdLst/>
            <a:ahLst/>
            <a:cxnLst/>
            <a:rect l="l" t="t" r="r" b="b"/>
            <a:pathLst>
              <a:path w="314063" h="389425">
                <a:moveTo>
                  <a:pt x="0" y="267351"/>
                </a:moveTo>
                <a:lnTo>
                  <a:pt x="314063" y="389425"/>
                </a:lnTo>
                <a:lnTo>
                  <a:pt x="314063" y="122075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7cb62660 0005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5.311430899999998,&quot;endpoint_object_ids&quot;:[],&quot;endpoint_role_ids&quot;:[],&quot;kind&quot;:&quot;face&quot;,&quot;object_id&quot;:&quot;scene_object_model_scene_architecture_role_architecture_7cb62660&quot;,&quot;repeat_count&quot;:1,&quot;source_digest&quot;:&quot;21b0de1ad04dffc2b3a3b2faf5b52943da92f77b1c77152d1c46c457849e326e&quot;}"/>
          <p:cNvSpPr/>
          <p:nvPr/>
        </p:nvSpPr>
        <p:spPr>
          <a:xfrm>
            <a:off x="2045135" y="1869770"/>
            <a:ext cx="208079" cy="377436"/>
          </a:xfrm>
          <a:custGeom>
            <a:avLst/>
            <a:gdLst/>
            <a:ahLst/>
            <a:cxnLst/>
            <a:rect l="l" t="t" r="r" b="b"/>
            <a:pathLst>
              <a:path w="208079" h="377436">
                <a:moveTo>
                  <a:pt x="208079" y="267351"/>
                </a:moveTo>
                <a:lnTo>
                  <a:pt x="208079" y="0"/>
                </a:lnTo>
                <a:lnTo>
                  <a:pt x="0" y="110086"/>
                </a:lnTo>
                <a:lnTo>
                  <a:pt x="0" y="377436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ee66cefc 0006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297314450000002,&quot;endpoint_object_ids&quot;:[],&quot;endpoint_role_ids&quot;:[],&quot;kind&quot;:&quot;face&quot;,&quot;object_id&quot;:&quot;scene_object_model_scene_architecture_role_architecture_ee66cefc&quot;,&quot;repeat_count&quot;:1,&quot;source_digest&quot;:&quot;21b0de1ad04dffc2b3a3b2faf5b52943da92f77b1c77152d1c46c457849e326e&quot;}"/>
          <p:cNvSpPr/>
          <p:nvPr/>
        </p:nvSpPr>
        <p:spPr>
          <a:xfrm>
            <a:off x="2564266" y="2815667"/>
            <a:ext cx="438402" cy="199610"/>
          </a:xfrm>
          <a:custGeom>
            <a:avLst/>
            <a:gdLst/>
            <a:ahLst/>
            <a:cxnLst/>
            <a:rect l="l" t="t" r="r" b="b"/>
            <a:pathLst>
              <a:path w="438402" h="199610">
                <a:moveTo>
                  <a:pt x="208079" y="0"/>
                </a:moveTo>
                <a:lnTo>
                  <a:pt x="0" y="110085"/>
                </a:lnTo>
                <a:lnTo>
                  <a:pt x="230323" y="199610"/>
                </a:lnTo>
                <a:lnTo>
                  <a:pt x="438402" y="89525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ee66cefc 0007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22770885,&quot;endpoint_object_ids&quot;:[],&quot;endpoint_role_ids&quot;:[],&quot;kind&quot;:&quot;face&quot;,&quot;object_id&quot;:&quot;scene_object_model_scene_architecture_role_architecture_ee66cefc&quot;,&quot;repeat_count&quot;:1,&quot;source_digest&quot;:&quot;21b0de1ad04dffc2b3a3b2faf5b52943da92f77b1c77152d1c46c457849e326e&quot;}"/>
          <p:cNvSpPr/>
          <p:nvPr/>
        </p:nvSpPr>
        <p:spPr>
          <a:xfrm>
            <a:off x="2794589" y="2905192"/>
            <a:ext cx="208079" cy="377436"/>
          </a:xfrm>
          <a:custGeom>
            <a:avLst/>
            <a:gdLst/>
            <a:ahLst/>
            <a:cxnLst/>
            <a:rect l="l" t="t" r="r" b="b"/>
            <a:pathLst>
              <a:path w="208079" h="377436">
                <a:moveTo>
                  <a:pt x="208079" y="267350"/>
                </a:moveTo>
                <a:lnTo>
                  <a:pt x="208079" y="0"/>
                </a:lnTo>
                <a:lnTo>
                  <a:pt x="0" y="110085"/>
                </a:lnTo>
                <a:lnTo>
                  <a:pt x="0" y="377436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ee66cefc 0008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0963257,&quot;endpoint_object_ids&quot;:[],&quot;endpoint_role_ids&quot;:[],&quot;kind&quot;:&quot;face&quot;,&quot;object_id&quot;:&quot;scene_object_model_scene_architecture_role_architecture_ee66cefc&quot;,&quot;repeat_count&quot;:1,&quot;source_digest&quot;:&quot;21b0de1ad04dffc2b3a3b2faf5b52943da92f77b1c77152d1c46c457849e326e&quot;}"/>
          <p:cNvSpPr/>
          <p:nvPr/>
        </p:nvSpPr>
        <p:spPr>
          <a:xfrm>
            <a:off x="2564266" y="2925752"/>
            <a:ext cx="230323" cy="356876"/>
          </a:xfrm>
          <a:custGeom>
            <a:avLst/>
            <a:gdLst/>
            <a:ahLst/>
            <a:cxnLst/>
            <a:rect l="l" t="t" r="r" b="b"/>
            <a:pathLst>
              <a:path w="230323" h="356876">
                <a:moveTo>
                  <a:pt x="0" y="267351"/>
                </a:moveTo>
                <a:lnTo>
                  <a:pt x="230323" y="356876"/>
                </a:lnTo>
                <a:lnTo>
                  <a:pt x="230323" y="89525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1dc64fca 0009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4.932605200000001,&quot;endpoint_object_ids&quot;:[],&quot;endpoint_role_ids&quot;:[],&quot;kind&quot;:&quot;face&quot;,&quot;object_id&quot;:&quot;scene_object_model_scene_architecture_role_architecture_1dc64fca&quot;,&quot;repeat_count&quot;:1,&quot;source_digest&quot;:&quot;21b0de1ad04dffc2b3a3b2faf5b52943da92f77b1c77152d1c46c457849e326e&quot;}"/>
          <p:cNvSpPr/>
          <p:nvPr/>
        </p:nvSpPr>
        <p:spPr>
          <a:xfrm>
            <a:off x="3864466" y="2555393"/>
            <a:ext cx="516329" cy="234143"/>
          </a:xfrm>
          <a:custGeom>
            <a:avLst/>
            <a:gdLst/>
            <a:ahLst/>
            <a:cxnLst/>
            <a:rect l="l" t="t" r="r" b="b"/>
            <a:pathLst>
              <a:path w="516329" h="234143">
                <a:moveTo>
                  <a:pt x="238306" y="0"/>
                </a:moveTo>
                <a:lnTo>
                  <a:pt x="0" y="126077"/>
                </a:lnTo>
                <a:lnTo>
                  <a:pt x="278023" y="234143"/>
                </a:lnTo>
                <a:lnTo>
                  <a:pt x="516329" y="108066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1dc64fca 001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4.81751245,&quot;endpoint_object_ids&quot;:[],&quot;endpoint_role_ids&quot;:[],&quot;kind&quot;:&quot;face&quot;,&quot;object_id&quot;:&quot;scene_object_model_scene_architecture_role_architecture_1dc64fca&quot;,&quot;repeat_count&quot;:1,&quot;source_digest&quot;:&quot;21b0de1ad04dffc2b3a3b2faf5b52943da92f77b1c77152d1c46c457849e326e&quot;}"/>
          <p:cNvSpPr/>
          <p:nvPr/>
        </p:nvSpPr>
        <p:spPr>
          <a:xfrm>
            <a:off x="4142489" y="2663459"/>
            <a:ext cx="238306" cy="432264"/>
          </a:xfrm>
          <a:custGeom>
            <a:avLst/>
            <a:gdLst/>
            <a:ahLst/>
            <a:cxnLst/>
            <a:rect l="l" t="t" r="r" b="b"/>
            <a:pathLst>
              <a:path w="238306" h="432264">
                <a:moveTo>
                  <a:pt x="238306" y="306187"/>
                </a:moveTo>
                <a:lnTo>
                  <a:pt x="238306" y="0"/>
                </a:lnTo>
                <a:lnTo>
                  <a:pt x="0" y="126077"/>
                </a:lnTo>
                <a:lnTo>
                  <a:pt x="0" y="43226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1dc64fca 0011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4.702419675,&quot;endpoint_object_ids&quot;:[],&quot;endpoint_role_ids&quot;:[],&quot;kind&quot;:&quot;face&quot;,&quot;object_id&quot;:&quot;scene_object_model_scene_architecture_role_architecture_1dc64fca&quot;,&quot;repeat_count&quot;:1,&quot;source_digest&quot;:&quot;21b0de1ad04dffc2b3a3b2faf5b52943da92f77b1c77152d1c46c457849e326e&quot;}"/>
          <p:cNvSpPr/>
          <p:nvPr/>
        </p:nvSpPr>
        <p:spPr>
          <a:xfrm>
            <a:off x="3864466" y="2681470"/>
            <a:ext cx="278023" cy="414253"/>
          </a:xfrm>
          <a:custGeom>
            <a:avLst/>
            <a:gdLst/>
            <a:ahLst/>
            <a:cxnLst/>
            <a:rect l="l" t="t" r="r" b="b"/>
            <a:pathLst>
              <a:path w="278023" h="414253">
                <a:moveTo>
                  <a:pt x="0" y="306187"/>
                </a:moveTo>
                <a:lnTo>
                  <a:pt x="278023" y="414253"/>
                </a:lnTo>
                <a:lnTo>
                  <a:pt x="278023" y="108066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57be87f8 0012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113559925,&quot;endpoint_object_ids&quot;:[],&quot;endpoint_role_ids&quot;:[],&quot;kind&quot;:&quot;face&quot;,&quot;object_id&quot;:&quot;scene_object_model_scene_architecture_role_architecture_57be87f8&quot;,&quot;repeat_count&quot;:1,&quot;source_digest&quot;:&quot;21b0de1ad04dffc2b3a3b2faf5b52943da92f77b1c77152d1c46c457849e326e&quot;}"/>
          <p:cNvSpPr/>
          <p:nvPr/>
        </p:nvSpPr>
        <p:spPr>
          <a:xfrm>
            <a:off x="2348650" y="1138830"/>
            <a:ext cx="248749" cy="112205"/>
          </a:xfrm>
          <a:custGeom>
            <a:avLst/>
            <a:gdLst/>
            <a:ahLst/>
            <a:cxnLst/>
            <a:rect l="l" t="t" r="r" b="b"/>
            <a:pathLst>
              <a:path w="248749" h="112205">
                <a:moveTo>
                  <a:pt x="110555" y="0"/>
                </a:moveTo>
                <a:lnTo>
                  <a:pt x="0" y="58490"/>
                </a:lnTo>
                <a:lnTo>
                  <a:pt x="138194" y="112205"/>
                </a:lnTo>
                <a:lnTo>
                  <a:pt x="248749" y="53716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57be87f8 0013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037282925,&quot;endpoint_object_ids&quot;:[],&quot;endpoint_role_ids&quot;:[],&quot;kind&quot;:&quot;face&quot;,&quot;object_id&quot;:&quot;scene_object_model_scene_architecture_role_architecture_57be87f8&quot;,&quot;repeat_count&quot;:1,&quot;source_digest&quot;:&quot;21b0de1ad04dffc2b3a3b2faf5b52943da92f77b1c77152d1c46c457849e326e&quot;}"/>
          <p:cNvSpPr/>
          <p:nvPr/>
        </p:nvSpPr>
        <p:spPr>
          <a:xfrm>
            <a:off x="2486844" y="1192546"/>
            <a:ext cx="110555" cy="200536"/>
          </a:xfrm>
          <a:custGeom>
            <a:avLst/>
            <a:gdLst/>
            <a:ahLst/>
            <a:cxnLst/>
            <a:rect l="l" t="t" r="r" b="b"/>
            <a:pathLst>
              <a:path w="110555" h="200536">
                <a:moveTo>
                  <a:pt x="110555" y="142046"/>
                </a:moveTo>
                <a:lnTo>
                  <a:pt x="110555" y="0"/>
                </a:lnTo>
                <a:lnTo>
                  <a:pt x="0" y="58489"/>
                </a:lnTo>
                <a:lnTo>
                  <a:pt x="0" y="200536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768400b5 0014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009723000000001,&quot;endpoint_object_ids&quot;:[],&quot;endpoint_role_ids&quot;:[],&quot;kind&quot;:&quot;face&quot;,&quot;object_id&quot;:&quot;scene_object_model_scene_architecture_role_architecture_768400b5&quot;,&quot;repeat_count&quot;:1,&quot;source_digest&quot;:&quot;21b0de1ad04dffc2b3a3b2faf5b52943da92f77b1c77152d1c46c457849e326e&quot;}"/>
          <p:cNvSpPr/>
          <p:nvPr/>
        </p:nvSpPr>
        <p:spPr>
          <a:xfrm>
            <a:off x="5127134" y="2597035"/>
            <a:ext cx="238306" cy="432264"/>
          </a:xfrm>
          <a:custGeom>
            <a:avLst/>
            <a:gdLst/>
            <a:ahLst/>
            <a:cxnLst/>
            <a:rect l="l" t="t" r="r" b="b"/>
            <a:pathLst>
              <a:path w="238306" h="432264">
                <a:moveTo>
                  <a:pt x="238306" y="306187"/>
                </a:moveTo>
                <a:lnTo>
                  <a:pt x="238306" y="0"/>
                </a:lnTo>
                <a:lnTo>
                  <a:pt x="0" y="126077"/>
                </a:lnTo>
                <a:lnTo>
                  <a:pt x="0" y="432264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model_scene_architecture_role_architecture_57be87f8 0015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006772125,&quot;endpoint_object_ids&quot;:[],&quot;endpoint_role_ids&quot;:[],&quot;kind&quot;:&quot;face&quot;,&quot;object_id&quot;:&quot;scene_object_model_scene_architecture_role_architecture_57be87f8&quot;,&quot;repeat_count&quot;:1,&quot;source_digest&quot;:&quot;21b0de1ad04dffc2b3a3b2faf5b52943da92f77b1c77152d1c46c457849e326e&quot;}"/>
          <p:cNvSpPr/>
          <p:nvPr/>
        </p:nvSpPr>
        <p:spPr>
          <a:xfrm>
            <a:off x="2348650" y="1197320"/>
            <a:ext cx="138194" cy="195762"/>
          </a:xfrm>
          <a:custGeom>
            <a:avLst/>
            <a:gdLst/>
            <a:ahLst/>
            <a:cxnLst/>
            <a:rect l="l" t="t" r="r" b="b"/>
            <a:pathLst>
              <a:path w="138194" h="195762">
                <a:moveTo>
                  <a:pt x="0" y="142047"/>
                </a:moveTo>
                <a:lnTo>
                  <a:pt x="138194" y="195762"/>
                </a:lnTo>
                <a:lnTo>
                  <a:pt x="138194" y="5371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model_scene_architecture_role_architecture_768400b5 0016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0.8756219,&quot;endpoint_object_ids&quot;:[],&quot;endpoint_role_ids&quot;:[],&quot;kind&quot;:&quot;face&quot;,&quot;object_id&quot;:&quot;scene_object_model_scene_architecture_role_architecture_768400b5&quot;,&quot;repeat_count&quot;:1,&quot;source_digest&quot;:&quot;21b0de1ad04dffc2b3a3b2faf5b52943da92f77b1c77152d1c46c457849e326e&quot;}"/>
          <p:cNvSpPr/>
          <p:nvPr/>
        </p:nvSpPr>
        <p:spPr>
          <a:xfrm>
            <a:off x="4949438" y="2527965"/>
            <a:ext cx="416002" cy="195147"/>
          </a:xfrm>
          <a:custGeom>
            <a:avLst/>
            <a:gdLst/>
            <a:ahLst/>
            <a:cxnLst/>
            <a:rect l="l" t="t" r="r" b="b"/>
            <a:pathLst>
              <a:path w="416002" h="195147">
                <a:moveTo>
                  <a:pt x="238306" y="0"/>
                </a:moveTo>
                <a:lnTo>
                  <a:pt x="0" y="126078"/>
                </a:lnTo>
                <a:lnTo>
                  <a:pt x="177696" y="195147"/>
                </a:lnTo>
                <a:lnTo>
                  <a:pt x="416002" y="6907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model_scene_architecture_role_architecture_768400b5 0017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0.645436400000001,&quot;endpoint_object_ids&quot;:[],&quot;endpoint_role_ids&quot;:[],&quot;kind&quot;:&quot;face&quot;,&quot;object_id&quot;:&quot;scene_object_model_scene_architecture_role_architecture_768400b5&quot;,&quot;repeat_count&quot;:1,&quot;source_digest&quot;:&quot;21b0de1ad04dffc2b3a3b2faf5b52943da92f77b1c77152d1c46c457849e326e&quot;}"/>
          <p:cNvSpPr/>
          <p:nvPr/>
        </p:nvSpPr>
        <p:spPr>
          <a:xfrm>
            <a:off x="4949438" y="2654043"/>
            <a:ext cx="177696" cy="375256"/>
          </a:xfrm>
          <a:custGeom>
            <a:avLst/>
            <a:gdLst/>
            <a:ahLst/>
            <a:cxnLst/>
            <a:rect l="l" t="t" r="r" b="b"/>
            <a:pathLst>
              <a:path w="177696" h="375256">
                <a:moveTo>
                  <a:pt x="0" y="306187"/>
                </a:moveTo>
                <a:lnTo>
                  <a:pt x="177696" y="375256"/>
                </a:lnTo>
                <a:lnTo>
                  <a:pt x="177696" y="69069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8655549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V="1">
            <a:off x="1530562" y="1106441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73145375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1352865" y="1037372"/>
            <a:ext cx="177697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635369349999998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H="1">
            <a:off x="1292256" y="1412628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3671671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H="1">
            <a:off x="1114560" y="1037372"/>
            <a:ext cx="238305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2710827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>
            <a:off x="1114560" y="1469636"/>
            <a:ext cx="177696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1369816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V="1">
            <a:off x="1114560" y="1163449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29.484441750000002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H="1">
            <a:off x="1292256" y="1106441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29.2542562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V="1">
            <a:off x="1292256" y="1232518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29.120155099999998,&quot;endpoint_object_ids&quot;:[],&quot;endpoint_role_ids&quot;:[],&quot;kind&quot;:&quot;edge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1114560" y="1163449"/>
            <a:ext cx="177696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arrow scene_object_model_scene_architecture_route_architectur_53fc820a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input_0_node_fx_noisy_la_99bfa4b7&quot;,&quot;architecture_role_id&quot;:null,&quot;architecture_route_id&quot;:null,&quot;architecture_route_role&quot;:&quot;arrow&quot;,&quot;depth&quot;:28.64089884375,&quot;endpoint_object_ids&quot;:[&quot;scene_object_model_scene_architecture_role_architecture_19066ff9&quot;,&quot;scene_object_model_scene_architecture_role_architecture_7cb62660&quot;],&quot;endpoint_role_ids&quot;:[&quot;architecture_role_input_0_node_fx_noisy_latent_0_6bca5c91_e18d48aa&quot;,&quot;architecture_role_down_path_2_module_downsample_fce0c560_mod_31673ef0&quot;],&quot;kind&quot;:&quot;arrow&quot;,&quot;object_id&quot;:&quot;scene_object_model_scene_architecture_route_architectur_53fc820a&quot;,&quot;repeat_count&quot;:1,&quot;source_digest&quot;:&quot;21b0de1ad04dffc2b3a3b2faf5b52943da92f77b1c77152d1c46c457849e326e&quot;}"/>
          <p:cNvCxnSpPr/>
          <p:nvPr/>
        </p:nvCxnSpPr>
        <p:spPr>
          <a:xfrm>
            <a:off x="1406258" y="1376715"/>
            <a:ext cx="397565" cy="42121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6.369104649999997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H="1">
            <a:off x="1731071" y="1747695"/>
            <a:ext cx="208079" cy="1100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6.29249255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1939150" y="1747695"/>
            <a:ext cx="314064" cy="12207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6.16811585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V="1">
            <a:off x="1731071" y="1857781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6.01489165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V="1">
            <a:off x="2253214" y="1869770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5.89051495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>
            <a:off x="1731071" y="2125131"/>
            <a:ext cx="314064" cy="12207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5.813902849999998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H="1">
            <a:off x="2045135" y="2137120"/>
            <a:ext cx="208079" cy="1100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4.88557105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1731071" y="1857781"/>
            <a:ext cx="314064" cy="1220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4.808958949999997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H="1">
            <a:off x="2045135" y="1869770"/>
            <a:ext cx="208079" cy="1100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4.60797015,&quot;endpoint_object_ids&quot;:[],&quot;endpoint_role_ids&quot;:[],&quot;kind&quot;:&quot;edge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 flipV="1">
            <a:off x="2045135" y="1979855"/>
            <a:ext cx="0" cy="2673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arrow scene_object_model_scene_architecture_route_architectur_43c5974f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down_path_2_module_downs_b6720dce&quot;,&quot;architecture_role_id&quot;:null,&quot;architecture_route_id&quot;:null,&quot;architecture_route_role&quot;:&quot;arrow&quot;,&quot;depth&quot;:23.528328184375,&quot;endpoint_object_ids&quot;:[&quot;scene_object_model_scene_architecture_role_architecture_7cb62660&quot;,&quot;scene_object_model_scene_architecture_role_architecture_ee66cefc&quot;],&quot;endpoint_role_ids&quot;:[&quot;architecture_role_down_path_2_module_downsample_fce0c560_mod_31673ef0&quot;,&quot;architecture_role_bottleneck_3_node_fx_silu_1_20_0560e3e3_mo_9e2af987&quot;],&quot;kind&quot;:&quot;arrow&quot;,&quot;object_id&quot;:&quot;scene_object_model_scene_architecture_route_architectur_43c5974f&quot;,&quot;repeat_count&quot;:1,&quot;source_digest&quot;:&quot;21b0de1ad04dffc2b3a3b2faf5b52943da92f77b1c77152d1c46c457849e326e&quot;}"/>
          <p:cNvCxnSpPr/>
          <p:nvPr/>
        </p:nvCxnSpPr>
        <p:spPr>
          <a:xfrm>
            <a:off x="2115787" y="2161778"/>
            <a:ext cx="519306" cy="69017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1.00077515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2772345" y="2815666"/>
            <a:ext cx="230323" cy="8952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93116955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V="1">
            <a:off x="3002668" y="2905192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869391999999998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H="1">
            <a:off x="2564265" y="2815666"/>
            <a:ext cx="208080" cy="1100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arrow scene_object_model_scene_architecture_route_architectur_5bf7be80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down_path_2_module_downs_bbbf8c05&quot;,&quot;architecture_role_id&quot;:null,&quot;architecture_route_id&quot;:null,&quot;architecture_route_role&quot;:&quot;arrow&quot;,&quot;depth&quot;:20.96515256875,&quot;endpoint_object_ids&quot;:[&quot;scene_object_model_scene_architecture_role_architecture_7cb62660&quot;,&quot;scene_object_model_scene_architecture_role_architecture_1dc64fca&quot;],&quot;endpoint_role_ids&quot;:[&quot;architecture_role_down_path_2_module_downsample_fce0c560_mod_31673ef0&quot;,&quot;architecture_role_up_path_4_module_decoder_conditioned_conv1_a17fc891&quot;],&quot;kind&quot;:&quot;arrow&quot;,&quot;object_id&quot;:&quot;scene_object_model_scene_architecture_route_architectur_5bf7be80&quot;,&quot;repeat_count&quot;:1,&quot;source_digest&quot;:&quot;21b0de1ad04dffc2b3a3b2faf5b52943da92f77b1c77152d1c46c457849e326e&quot;}"/>
          <p:cNvCxnSpPr/>
          <p:nvPr/>
        </p:nvCxnSpPr>
        <p:spPr>
          <a:xfrm>
            <a:off x="2191876" y="2075086"/>
            <a:ext cx="1664443" cy="64695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7301808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H="1">
            <a:off x="2794588" y="3172542"/>
            <a:ext cx="208080" cy="1100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66840325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V="1">
            <a:off x="2564265" y="2925752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59879765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>
            <a:off x="2564265" y="3193102"/>
            <a:ext cx="230323" cy="8952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19.7252369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H="1">
            <a:off x="2794588" y="2905192"/>
            <a:ext cx="208080" cy="1100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19.59385375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2564265" y="2925752"/>
            <a:ext cx="230323" cy="8952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19.52424815,&quot;endpoint_object_ids&quot;:[],&quot;endpoint_role_ids&quot;:[],&quot;kind&quot;:&quot;edge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V="1">
            <a:off x="2794588" y="3015277"/>
            <a:ext cx="0" cy="2673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arrow scene_object_model_scene_architecture_route_architectur_43807050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down_path_2_module_downs_f7471ddc&quot;,&quot;architecture_role_id&quot;:null,&quot;architecture_route_id&quot;:null,&quot;architecture_route_role&quot;:&quot;arrow&quot;,&quot;depth&quot;:19.195734596875,&quot;endpoint_object_ids&quot;:[&quot;scene_object_model_scene_architecture_role_architecture_7cb62660&quot;,&quot;scene_object_model_scene_architecture_role_architecture_57be87f8&quot;],&quot;endpoint_role_ids&quot;:[&quot;architecture_role_down_path_2_module_downsample_fce0c560_mod_31673ef0&quot;,&quot;architecture_role_conditioning_1_node_fx_float_1_3_cfe5efc3__2f493561&quot;],&quot;kind&quot;:&quot;arrow&quot;,&quot;object_id&quot;:&quot;scene_object_model_scene_architecture_route_architectur_43807050&quot;,&quot;repeat_count&quot;:1,&quot;source_digest&quot;:&quot;21b0de1ad04dffc2b3a3b2faf5b52943da92f77b1c77152d1c46c457849e326e&quot;}"/>
          <p:cNvCxnSpPr/>
          <p:nvPr/>
        </p:nvCxnSpPr>
        <p:spPr>
          <a:xfrm flipV="1">
            <a:off x="2037225" y="1380252"/>
            <a:ext cx="360661" cy="5486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arrow scene_object_model_scene_architecture_route_architectur_8e450f5c 000" descr="{&quot;architecture_direction&quot;:&quot;source-to-target&quot;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&quot;architecture_route_conditioning_architecture_role_conditionin_78458789&quot;,&quot;architecture_role_id&quot;:null,&quot;architecture_route_id&quot;:&quot;architecture_route_conditioning_architecture_role_conditionin_78458789&quot;,&quot;architecture_route_role&quot;:&quot;conditioning&quot;,&quot;depth&quot;:19.195734596875003,&quot;endpoint_object_ids&quot;:[&quot;scene_object_model_scene_architecture_role_architecture_57be87f8&quot;,&quot;scene_object_model_scene_architecture_role_architecture_7cb62660&quot;],&quot;endpoint_role_ids&quot;:[&quot;architecture_role_conditioning_1_node_fx_float_1_3_cfe5efc3__2f493561&quot;,&quot;architecture_role_down_path_2_module_downsample_fce0c560_mod_31673ef0&quot;],&quot;kind&quot;:&quot;arrow&quot;,&quot;object_id&quot;:&quot;scene_object_model_scene_architecture_route_architectur_8e450f5c&quot;,&quot;repeat_count&quot;:1,&quot;source_digest&quot;:&quot;21b0de1ad04dffc2b3a3b2faf5b52943da92f77b1c77152d1c46c457849e326e&quot;}"/>
          <p:cNvCxnSpPr/>
          <p:nvPr/>
        </p:nvCxnSpPr>
        <p:spPr>
          <a:xfrm flipH="1">
            <a:off x="2037225" y="1380252"/>
            <a:ext cx="360661" cy="5486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arrow scene_object_model_scene_architecture_route_architectur_f664db28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conditioning_1_node_fx_f_4f963c0e&quot;,&quot;architecture_role_id&quot;:null,&quot;architecture_route_id&quot;:null,&quot;architecture_route_role&quot;:&quot;arrow&quot;,&quot;depth&quot;:19.195734596875003,&quot;endpoint_object_ids&quot;:[&quot;scene_object_model_scene_architecture_role_architecture_57be87f8&quot;,&quot;scene_object_model_scene_architecture_role_architecture_7cb62660&quot;],&quot;endpoint_role_ids&quot;:[&quot;architecture_role_conditioning_1_node_fx_float_1_3_cfe5efc3__2f493561&quot;,&quot;architecture_role_down_path_2_module_downsample_fce0c560_mod_31673ef0&quot;],&quot;kind&quot;:&quot;arrow&quot;,&quot;object_id&quot;:&quot;scene_object_model_scene_architecture_route_architectur_f664db28&quot;,&quot;repeat_count&quot;:1,&quot;source_digest&quot;:&quot;21b0de1ad04dffc2b3a3b2faf5b52943da92f77b1c77152d1c46c457849e326e&quot;}"/>
          <p:cNvCxnSpPr/>
          <p:nvPr/>
        </p:nvCxnSpPr>
        <p:spPr>
          <a:xfrm flipH="1">
            <a:off x="2037225" y="1380252"/>
            <a:ext cx="360661" cy="5486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52e3a503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bottleneck_3_node_fx_sil_be16fea1&quot;,&quot;architecture_role_id&quot;:null,&quot;architecture_route_id&quot;:null,&quot;architecture_route_role&quot;:&quot;arrow&quot;,&quot;depth&quot;:18.401976953125,&quot;endpoint_object_ids&quot;:[&quot;scene_object_model_scene_architecture_role_architecture_ee66cefc&quot;,&quot;scene_object_model_scene_architecture_role_architecture_1dc64fca&quot;],&quot;endpoint_role_ids&quot;:[&quot;architecture_role_bottleneck_3_node_fx_silu_1_20_0560e3e3_mo_9e2af987&quot;,&quot;architecture_role_up_path_4_module_decoder_conditioned_conv1_a17fc891&quot;],&quot;kind&quot;:&quot;arrow&quot;,&quot;object_id&quot;:&quot;scene_object_model_scene_architecture_route_architectur_52e3a503&quot;,&quot;repeat_count&quot;:1,&quot;source_digest&quot;:&quot;21b0de1ad04dffc2b3a3b2faf5b52943da92f77b1c77152d1c46c457849e326e&quot;}"/>
          <p:cNvCxnSpPr/>
          <p:nvPr/>
        </p:nvCxnSpPr>
        <p:spPr>
          <a:xfrm flipV="1">
            <a:off x="2950862" y="2874468"/>
            <a:ext cx="878826" cy="14673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arrow scene_object_model_scene_architecture_route_architectur_303b6627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bottleneck_3_node_fx_sil_4b50aac4&quot;,&quot;architecture_role_id&quot;:null,&quot;architecture_route_id&quot;:null,&quot;architecture_route_role&quot;:&quot;arrow&quot;,&quot;depth&quot;:16.09015795,&quot;endpoint_object_ids&quot;:[&quot;scene_object_model_scene_architecture_role_architecture_ee66cefc&quot;,&quot;scene_object_model_scene_architecture_role_architecture_57be87f8&quot;],&quot;endpoint_role_ids&quot;:[&quot;architecture_role_bottleneck_3_node_fx_silu_1_20_0560e3e3_mo_9e2af987&quot;,&quot;architecture_role_conditioning_1_node_fx_float_1_3_cfe5efc3__2f493561&quot;],&quot;kind&quot;:&quot;arrow&quot;,&quot;object_id&quot;:&quot;scene_object_model_scene_architecture_route_architectur_303b6627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2502128" y="1433130"/>
            <a:ext cx="252234" cy="14488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arrow scene_object_model_scene_architecture_route_architectur_4ca19ed8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conditioning_1_node_fx_f_968274ba&quot;,&quot;architecture_role_id&quot;:null,&quot;architecture_route_id&quot;:null,&quot;architecture_route_role&quot;:&quot;arrow&quot;,&quot;depth&quot;:16.09015795,&quot;endpoint_object_ids&quot;:[&quot;scene_object_model_scene_architecture_role_architecture_57be87f8&quot;,&quot;scene_object_model_scene_architecture_role_architecture_ee66cefc&quot;],&quot;endpoint_role_ids&quot;:[&quot;architecture_role_conditioning_1_node_fx_float_1_3_cfe5efc3__2f493561&quot;,&quot;architecture_role_bottleneck_3_node_fx_silu_1_20_0560e3e3_mo_9e2af987&quot;],&quot;kind&quot;:&quot;arrow&quot;,&quot;object_id&quot;:&quot;scene_object_model_scene_architecture_route_architectur_4ca19ed8&quot;,&quot;repeat_count&quot;:1,&quot;source_digest&quot;:&quot;21b0de1ad04dffc2b3a3b2faf5b52943da92f77b1c77152d1c46c457849e326e&quot;}"/>
          <p:cNvCxnSpPr/>
          <p:nvPr/>
        </p:nvCxnSpPr>
        <p:spPr>
          <a:xfrm>
            <a:off x="2502128" y="1433130"/>
            <a:ext cx="252234" cy="14488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model_scene_architecture_route_architectur_e3f23e97 000" descr="{&quot;architecture_direction&quot;:&quot;source-to-target&quot;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&quot;architecture_route_conditioning_architecture_role_conditionin_ecd61e1c&quot;,&quot;architecture_role_id&quot;:null,&quot;architecture_route_id&quot;:&quot;architecture_route_conditioning_architecture_role_conditionin_ecd61e1c&quot;,&quot;architecture_route_role&quot;:&quot;conditioning&quot;,&quot;depth&quot;:16.09015795,&quot;endpoint_object_ids&quot;:[&quot;scene_object_model_scene_architecture_role_architecture_57be87f8&quot;,&quot;scene_object_model_scene_architecture_role_architecture_ee66cefc&quot;],&quot;endpoint_role_ids&quot;:[&quot;architecture_role_conditioning_1_node_fx_float_1_3_cfe5efc3__2f493561&quot;,&quot;architecture_role_bottleneck_3_node_fx_silu_1_20_0560e3e3_mo_9e2af987&quot;],&quot;kind&quot;:&quot;arrow&quot;,&quot;object_id&quot;:&quot;scene_object_model_scene_architecture_route_architectur_e3f23e97&quot;,&quot;repeat_count&quot;:1,&quot;source_digest&quot;:&quot;21b0de1ad04dffc2b3a3b2faf5b52943da92f77b1c77152d1c46c457849e326e&quot;}"/>
          <p:cNvCxnSpPr/>
          <p:nvPr/>
        </p:nvCxnSpPr>
        <p:spPr>
          <a:xfrm>
            <a:off x="2502128" y="1433130"/>
            <a:ext cx="252234" cy="14488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73825455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4102771" y="2555393"/>
            <a:ext cx="278024" cy="108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6231618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V="1">
            <a:off x="4380795" y="2663459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623161750000001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H="1">
            <a:off x="3864465" y="2555393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39297625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H="1">
            <a:off x="4142489" y="2969646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39297625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V="1">
            <a:off x="3864465" y="2681470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277883500000002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>
            <a:off x="3864465" y="2987657"/>
            <a:ext cx="278024" cy="108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4.242048650000001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H="1">
            <a:off x="4142489" y="2663459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4.12695585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3864465" y="2681470"/>
            <a:ext cx="278024" cy="108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4.0118631,&quot;endpoint_object_ids&quot;:[],&quot;endpoint_role_ids&quot;:[],&quot;kind&quot;:&quot;edge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V="1">
            <a:off x="4142489" y="2789536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arrow scene_object_model_scene_architecture_route_architectur_f721937d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up_path_4_module_decoder_d0c902c5&quot;,&quot;architecture_role_id&quot;:null,&quot;architecture_route_id&quot;:null,&quot;architecture_route_role&quot;:&quot;arrow&quot;,&quot;depth&quot;:13.5429677140625,&quot;endpoint_object_ids&quot;:[&quot;scene_object_model_scene_architecture_role_architecture_1dc64fca&quot;,&quot;scene_object_model_scene_architecture_role_architecture_768400b5&quot;],&quot;endpoint_role_ids&quot;:[&quot;architecture_role_up_path_4_module_decoder_conditioned_conv1_a17fc891&quot;,&quot;architecture_role_output_head_5_module_denoised_output_91b07_3425aee8&quot;],&quot;kind&quot;:&quot;arrow&quot;,&quot;object_id&quot;:&quot;scene_object_model_scene_architecture_route_architectur_f721937d&quot;,&quot;repeat_count&quot;:1,&quot;source_digest&quot;:&quot;21b0de1ad04dffc2b3a3b2faf5b52943da92f77b1c77152d1c46c457849e326e&quot;}"/>
          <p:cNvCxnSpPr/>
          <p:nvPr/>
        </p:nvCxnSpPr>
        <p:spPr>
          <a:xfrm flipV="1">
            <a:off x="4316657" y="2788897"/>
            <a:ext cx="614417" cy="2786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arrow scene_object_model_scene_architecture_route_architectur_355adb8e 000" descr="{&quot;architecture_direction&quot;:&quot;source-to-target&quot;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&quot;architecture_route_conditioning_architecture_role_conditionin_fde454d9&quot;,&quot;architecture_role_id&quot;:null,&quot;architecture_route_id&quot;:&quot;architecture_route_conditioning_architecture_role_conditionin_fde454d9&quot;,&quot;architecture_route_role&quot;:&quot;conditioning&quot;,&quot;depth&quot;:13.315313640625,&quot;endpoint_object_ids&quot;:[&quot;scene_object_model_scene_architecture_role_architecture_57be87f8&quot;,&quot;scene_object_model_scene_architecture_role_architecture_1dc64fca&quot;],&quot;endpoint_role_ids&quot;:[&quot;architecture_role_conditioning_1_node_fx_float_1_3_cfe5efc3__2f493561&quot;,&quot;architecture_role_up_path_4_module_decoder_conditioned_conv1_a17fc891&quot;],&quot;kind&quot;:&quot;arrow&quot;,&quot;object_id&quot;:&quot;scene_object_model_scene_architecture_route_architectur_355adb8e&quot;,&quot;repeat_count&quot;:1,&quot;source_digest&quot;:&quot;21b0de1ad04dffc2b3a3b2faf5b52943da92f77b1c77152d1c46c457849e326e&quot;}"/>
          <p:cNvCxnSpPr/>
          <p:nvPr/>
        </p:nvCxnSpPr>
        <p:spPr>
          <a:xfrm>
            <a:off x="2576124" y="1363431"/>
            <a:ext cx="1340305" cy="126717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arrow scene_object_model_scene_architecture_route_architectur_43f590ff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conditioning_1_node_fx_f_2487670b&quot;,&quot;architecture_role_id&quot;:null,&quot;architecture_route_id&quot;:null,&quot;architecture_route_role&quot;:&quot;arrow&quot;,&quot;depth&quot;:13.315313640625,&quot;endpoint_object_ids&quot;:[&quot;scene_object_model_scene_architecture_role_architecture_57be87f8&quot;,&quot;scene_object_model_scene_architecture_role_architecture_1dc64fca&quot;],&quot;endpoint_role_ids&quot;:[&quot;architecture_role_conditioning_1_node_fx_float_1_3_cfe5efc3__2f493561&quot;,&quot;architecture_role_up_path_4_module_decoder_conditioned_conv1_a17fc891&quot;],&quot;kind&quot;:&quot;arrow&quot;,&quot;object_id&quot;:&quot;scene_object_model_scene_architecture_route_architectur_43f590ff&quot;,&quot;repeat_count&quot;:1,&quot;source_digest&quot;:&quot;21b0de1ad04dffc2b3a3b2faf5b52943da92f77b1c77152d1c46c457849e326e&quot;}"/>
          <p:cNvCxnSpPr/>
          <p:nvPr/>
        </p:nvCxnSpPr>
        <p:spPr>
          <a:xfrm>
            <a:off x="2576124" y="1363431"/>
            <a:ext cx="1340305" cy="126717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arrow scene_object_model_scene_architecture_route_architectur_68fbab04 000" descr="{&quot;architecture_direction&quot;:&quot;source-to-target&quot;,&quot;architecture_evidence_digest&quot;:&quot;442b31afdb7706d39955659deb0dffca18f62e993e297c4ef49adfe660f67e77&quot;,&quot;architecture_role&quot;:&quot;arrow&quot;,&quot;architecture_role_graph_digest&quot;:&quot;c4a2f89826e2f181875d453601d6a05c1a8f43565e7ed03d8ff98c0199448559&quot;,&quot;architecture_role_graph_edge_id&quot;:&quot;architecture_role_flow_architecture_role_up_path_4_module_decoder_d082e83d&quot;,&quot;architecture_role_id&quot;:null,&quot;architecture_route_id&quot;:null,&quot;architecture_route_role&quot;:&quot;arrow&quot;,&quot;depth&quot;:13.315313640625,&quot;endpoint_object_ids&quot;:[&quot;scene_object_model_scene_architecture_role_architecture_1dc64fca&quot;,&quot;scene_object_model_scene_architecture_role_architecture_57be87f8&quot;],&quot;endpoint_role_ids&quot;:[&quot;architecture_role_up_path_4_module_decoder_conditioned_conv1_a17fc891&quot;,&quot;architecture_role_conditioning_1_node_fx_float_1_3_cfe5efc3__2f493561&quot;],&quot;kind&quot;:&quot;arrow&quot;,&quot;object_id&quot;:&quot;scene_object_model_scene_architecture_route_architectur_68fbab04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2576124" y="1363431"/>
            <a:ext cx="1340305" cy="126717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8153723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V="1">
            <a:off x="5365440" y="2597034"/>
            <a:ext cx="0" cy="3061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681271200000001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5187743" y="2527965"/>
            <a:ext cx="177697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585186799999999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H="1">
            <a:off x="5127134" y="2903222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48731725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2459205" y="1138830"/>
            <a:ext cx="138193" cy="537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45680645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H="1">
            <a:off x="2348649" y="1138830"/>
            <a:ext cx="110556" cy="5849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41104025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V="1">
            <a:off x="2597398" y="1192545"/>
            <a:ext cx="0" cy="1420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350018649999999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V="1">
            <a:off x="2348649" y="1197320"/>
            <a:ext cx="0" cy="1420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316984600000001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H="1">
            <a:off x="4949437" y="2527965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30425245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H="1">
            <a:off x="2486843" y="1334592"/>
            <a:ext cx="110555" cy="584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27374165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>
            <a:off x="2348649" y="1339366"/>
            <a:ext cx="138194" cy="537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220900199999999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>
            <a:off x="4949437" y="2960229"/>
            <a:ext cx="177697" cy="690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0867991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V="1">
            <a:off x="4949437" y="2654042"/>
            <a:ext cx="0" cy="3061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0.7703134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H="1">
            <a:off x="2486843" y="1192545"/>
            <a:ext cx="110555" cy="5849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0.7398026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2348649" y="1197320"/>
            <a:ext cx="138194" cy="537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edge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0.6635256,&quot;endpoint_object_ids&quot;:[],&quot;endpoint_role_ids&quot;:[],&quot;kind&quot;:&quot;edge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V="1">
            <a:off x="2486843" y="1251035"/>
            <a:ext cx="0" cy="1420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0.4342592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H="1">
            <a:off x="5127134" y="2597034"/>
            <a:ext cx="238306" cy="1260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0.2040737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V="1">
            <a:off x="5127134" y="2723111"/>
            <a:ext cx="0" cy="3061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0.0699726,&quot;endpoint_object_ids&quot;:[],&quot;endpoint_role_ids&quot;:[],&quot;kind&quot;:&quot;edge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 flipH="1" flipV="1">
            <a:off x="4949437" y="2654042"/>
            <a:ext cx="177697" cy="690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leader scene_object_model_scene_architecture_role_architecture_19066ff9 000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5012682,&quot;endpoint_object_ids&quot;:[],&quot;endpoint_role_ids&quot;:[],&quot;kind&quot;:&quot;leader&quot;,&quot;object_id&quot;:&quot;scene_object_model_scene_architecture_role_architecture_19066ff9&quot;,&quot;repeat_count&quot;:1,&quot;source_digest&quot;:&quot;21b0de1ad04dffc2b3a3b2faf5b52943da92f77b1c77152d1c46c457849e326e&quot;}"/>
          <p:cNvCxnSpPr/>
          <p:nvPr/>
        </p:nvCxnSpPr>
        <p:spPr>
          <a:xfrm>
            <a:off x="1322561" y="98157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NNDV editable label scene_object_model_scene_architecture_role_architecture_19066ff9 0087" descr="{&quot;architecture_direction&quot;:null,&quot;architecture_evidence_digest&quot;:&quot;442b31afdb7706d39955659deb0dffca18f62e993e297c4ef49adfe660f67e77&quot;,&quot;architecture_role&quot;:&quot;input&quot;,&quot;architecture_role_graph_digest&quot;:&quot;c4a2f89826e2f181875d453601d6a05c1a8f43565e7ed03d8ff98c0199448559&quot;,&quot;architecture_role_graph_edge_id&quot;:null,&quot;architecture_role_id&quot;:&quot;architecture_role_input_0_node_fx_noisy_latent_0_6bca5c91_e18d48aa&quot;,&quot;architecture_route_id&quot;:null,&quot;architecture_route_role&quot;:null,&quot;depth&quot;:30.5012682,&quot;endpoint_object_ids&quot;:[],&quot;endpoint_role_ids&quot;:[],&quot;kind&quot;:&quot;label&quot;,&quot;object_id&quot;:&quot;scene_object_model_scene_architecture_role_architecture_19066ff9&quot;,&quot;repeat_count&quot;:1,&quot;source_digest&quot;:&quot;21b0de1ad04dffc2b3a3b2faf5b52943da92f77b1c77152d1c46c457849e326e&quot;}"/>
          <p:cNvSpPr txBox="1"/>
          <p:nvPr/>
        </p:nvSpPr>
        <p:spPr>
          <a:xfrm>
            <a:off x="771381" y="870447"/>
            <a:ext cx="1102359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Noisy latent / input</a:t>
            </a:r>
          </a:p>
        </p:txBody>
      </p:sp>
      <p:cxnSp>
        <p:nvCxnSpPr>
          <p:cNvPr id="91" name="NNDV editable leader scene_object_model_scene_architecture_role_architecture_768400b5 000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4510857,&quot;endpoint_object_ids&quot;:[],&quot;endpoint_role_ids&quot;:[],&quot;kind&quot;:&quot;leader&quot;,&quot;object_id&quot;:&quot;scene_object_model_scene_architecture_role_architecture_768400b5&quot;,&quot;repeat_count&quot;:1,&quot;source_digest&quot;:&quot;21b0de1ad04dffc2b3a3b2faf5b52943da92f77b1c77152d1c46c457849e326e&quot;}"/>
          <p:cNvCxnSpPr/>
          <p:nvPr/>
        </p:nvCxnSpPr>
        <p:spPr>
          <a:xfrm>
            <a:off x="5157438" y="247216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NNDV editable label scene_object_model_scene_architecture_role_architecture_768400b5 0089" descr="{&quot;architecture_direction&quot;:null,&quot;architecture_evidence_digest&quot;:&quot;442b31afdb7706d39955659deb0dffca18f62e993e297c4ef49adfe660f67e77&quot;,&quot;architecture_role&quot;:&quot;output-head&quot;,&quot;architecture_role_graph_digest&quot;:&quot;c4a2f89826e2f181875d453601d6a05c1a8f43565e7ed03d8ff98c0199448559&quot;,&quot;architecture_role_graph_edge_id&quot;:null,&quot;architecture_role_id&quot;:&quot;architecture_role_output_head_5_module_denoised_output_91b07_3425aee8&quot;,&quot;architecture_route_id&quot;:null,&quot;architecture_route_role&quot;:null,&quot;depth&quot;:11.4510857,&quot;endpoint_object_ids&quot;:[],&quot;endpoint_role_ids&quot;:[],&quot;kind&quot;:&quot;label&quot;,&quot;object_id&quot;:&quot;scene_object_model_scene_architecture_role_architecture_768400b5&quot;,&quot;repeat_count&quot;:1,&quot;source_digest&quot;:&quot;21b0de1ad04dffc2b3a3b2faf5b52943da92f77b1c77152d1c46c457849e326e&quot;}"/>
          <p:cNvSpPr txBox="1"/>
          <p:nvPr/>
        </p:nvSpPr>
        <p:spPr>
          <a:xfrm>
            <a:off x="4744053" y="2361040"/>
            <a:ext cx="82677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Denoised output</a:t>
            </a:r>
          </a:p>
        </p:txBody>
      </p:sp>
      <p:cxnSp>
        <p:nvCxnSpPr>
          <p:cNvPr id="93" name="NNDV editable leader scene_object_model_scene_architecture_role_architecture_7cb62660 000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6.0915038,&quot;endpoint_object_ids&quot;:[],&quot;endpoint_role_ids&quot;:[],&quot;kind&quot;:&quot;leader&quot;,&quot;object_id&quot;:&quot;scene_object_model_scene_architecture_role_architecture_7cb62660&quot;,&quot;repeat_count&quot;:1,&quot;source_digest&quot;:&quot;21b0de1ad04dffc2b3a3b2faf5b52943da92f77b1c77152d1c46c457849e326e&quot;}"/>
          <p:cNvCxnSpPr/>
          <p:nvPr/>
        </p:nvCxnSpPr>
        <p:spPr>
          <a:xfrm>
            <a:off x="1675271" y="1997450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NNDV editable label scene_object_model_scene_architecture_role_architecture_7cb62660 0091" descr="{&quot;architecture_direction&quot;:null,&quot;architecture_evidence_digest&quot;:&quot;442b31afdb7706d39955659deb0dffca18f62e993e297c4ef49adfe660f67e77&quot;,&quot;architecture_role&quot;:&quot;down-path&quot;,&quot;architecture_role_graph_digest&quot;:&quot;c4a2f89826e2f181875d453601d6a05c1a8f43565e7ed03d8ff98c0199448559&quot;,&quot;architecture_role_graph_edge_id&quot;:null,&quot;architecture_role_id&quot;:&quot;architecture_role_down_path_2_module_downsample_fce0c560_mod_31673ef0&quot;,&quot;architecture_route_id&quot;:null,&quot;architecture_route_role&quot;:null,&quot;depth&quot;:26.0915038,&quot;endpoint_object_ids&quot;:[],&quot;endpoint_role_ids&quot;:[],&quot;kind&quot;:&quot;label&quot;,&quot;object_id&quot;:&quot;scene_object_model_scene_architecture_role_architecture_7cb62660&quot;,&quot;repeat_count&quot;:1,&quot;source_digest&quot;:&quot;21b0de1ad04dffc2b3a3b2faf5b52943da92f77b1c77152d1c46c457849e326e&quot;}"/>
          <p:cNvSpPr txBox="1"/>
          <p:nvPr/>
        </p:nvSpPr>
        <p:spPr>
          <a:xfrm>
            <a:off x="517793" y="1941888"/>
            <a:ext cx="115747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Conditioned down path</a:t>
            </a:r>
          </a:p>
        </p:txBody>
      </p:sp>
      <p:cxnSp>
        <p:nvCxnSpPr>
          <p:cNvPr id="95" name="NNDV editable leader scene_object_model_scene_architecture_role_architecture_57be87f8 000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3805295,&quot;endpoint_object_ids&quot;:[],&quot;endpoint_role_ids&quot;:[],&quot;kind&quot;:&quot;leader&quot;,&quot;object_id&quot;:&quot;scene_object_model_scene_architecture_role_architecture_57be87f8&quot;,&quot;repeat_count&quot;:1,&quot;source_digest&quot;:&quot;21b0de1ad04dffc2b3a3b2faf5b52943da92f77b1c77152d1c46c457849e326e&quot;}"/>
          <p:cNvCxnSpPr/>
          <p:nvPr/>
        </p:nvCxnSpPr>
        <p:spPr>
          <a:xfrm flipH="1">
            <a:off x="2609998" y="1265956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NNDV editable label scene_object_model_scene_architecture_role_architecture_57be87f8 0093" descr="{&quot;architecture_direction&quot;:null,&quot;architecture_evidence_digest&quot;:&quot;442b31afdb7706d39955659deb0dffca18f62e993e297c4ef49adfe660f67e77&quot;,&quot;architecture_role&quot;:&quot;conditioning&quot;,&quot;architecture_role_graph_digest&quot;:&quot;c4a2f89826e2f181875d453601d6a05c1a8f43565e7ed03d8ff98c0199448559&quot;,&quot;architecture_role_graph_edge_id&quot;:null,&quot;architecture_role_id&quot;:&quot;architecture_role_conditioning_1_node_fx_float_1_3_cfe5efc3__2f493561&quot;,&quot;architecture_route_id&quot;:null,&quot;architecture_route_role&quot;:null,&quot;depth&quot;:11.3805295,&quot;endpoint_object_ids&quot;:[],&quot;endpoint_role_ids&quot;:[],&quot;kind&quot;:&quot;label&quot;,&quot;object_id&quot;:&quot;scene_object_model_scene_architecture_role_architecture_57be87f8&quot;,&quot;repeat_count&quot;:1,&quot;source_digest&quot;:&quot;21b0de1ad04dffc2b3a3b2faf5b52943da92f77b1c77152d1c46c457849e326e&quot;}"/>
          <p:cNvSpPr txBox="1"/>
          <p:nvPr/>
        </p:nvSpPr>
        <p:spPr>
          <a:xfrm>
            <a:off x="2653198" y="1210393"/>
            <a:ext cx="115747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Timestep conditioning</a:t>
            </a:r>
          </a:p>
        </p:txBody>
      </p:sp>
      <p:cxnSp>
        <p:nvCxnSpPr>
          <p:cNvPr id="97" name="NNDV editable leader scene_object_model_scene_architecture_role_architecture_ee66cefc 000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7997864,&quot;endpoint_object_ids&quot;:[],&quot;endpoint_role_ids&quot;:[],&quot;kind&quot;:&quot;leader&quot;,&quot;object_id&quot;:&quot;scene_object_model_scene_architecture_role_architecture_ee66cefc&quot;,&quot;repeat_count&quot;:1,&quot;source_digest&quot;:&quot;21b0de1ad04dffc2b3a3b2faf5b52943da92f77b1c77152d1c46c457849e326e&quot;}"/>
          <p:cNvCxnSpPr/>
          <p:nvPr/>
        </p:nvCxnSpPr>
        <p:spPr>
          <a:xfrm flipV="1">
            <a:off x="2783466" y="329522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NDV editable label scene_object_model_scene_architecture_role_architecture_ee66cefc 0095" descr="{&quot;architecture_direction&quot;:null,&quot;architecture_evidence_digest&quot;:&quot;442b31afdb7706d39955659deb0dffca18f62e993e297c4ef49adfe660f67e77&quot;,&quot;architecture_role&quot;:&quot;bottleneck&quot;,&quot;architecture_role_graph_digest&quot;:&quot;c4a2f89826e2f181875d453601d6a05c1a8f43565e7ed03d8ff98c0199448559&quot;,&quot;architecture_role_graph_edge_id&quot;:null,&quot;architecture_role_id&quot;:&quot;architecture_role_bottleneck_3_node_fx_silu_1_20_0560e3e3_mo_9e2af987&quot;,&quot;architecture_route_id&quot;:null,&quot;architecture_route_role&quot;:null,&quot;depth&quot;:20.7997864,&quot;endpoint_object_ids&quot;:[],&quot;endpoint_role_ids&quot;:[],&quot;kind&quot;:&quot;label&quot;,&quot;object_id&quot;:&quot;scene_object_model_scene_architecture_role_architecture_ee66cefc&quot;,&quot;repeat_count&quot;:1,&quot;source_digest&quot;:&quot;21b0de1ad04dffc2b3a3b2faf5b52943da92f77b1c77152d1c46c457849e326e&quot;}"/>
          <p:cNvSpPr txBox="1"/>
          <p:nvPr/>
        </p:nvSpPr>
        <p:spPr>
          <a:xfrm>
            <a:off x="2342522" y="3338427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Mid / bottleneck</a:t>
            </a:r>
          </a:p>
        </p:txBody>
      </p:sp>
      <p:cxnSp>
        <p:nvCxnSpPr>
          <p:cNvPr id="99" name="NNDV editable leader scene_object_model_scene_architecture_role_architecture_1dc64fca 000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508069,&quot;endpoint_object_ids&quot;:[],&quot;endpoint_role_ids&quot;:[],&quot;kind&quot;:&quot;leader&quot;,&quot;object_id&quot;:&quot;scene_object_model_scene_architecture_role_architecture_1dc64fca&quot;,&quot;repeat_count&quot;:1,&quot;source_digest&quot;:&quot;21b0de1ad04dffc2b3a3b2faf5b52943da92f77b1c77152d1c46c457849e326e&quot;}"/>
          <p:cNvCxnSpPr/>
          <p:nvPr/>
        </p:nvCxnSpPr>
        <p:spPr>
          <a:xfrm flipV="1">
            <a:off x="4122630" y="310832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NNDV editable label scene_object_model_scene_architecture_role_architecture_1dc64fca 0097" descr="{&quot;architecture_direction&quot;:null,&quot;architecture_evidence_digest&quot;:&quot;442b31afdb7706d39955659deb0dffca18f62e993e297c4ef49adfe660f67e77&quot;,&quot;architecture_role&quot;:&quot;up-path&quot;,&quot;architecture_role_graph_digest&quot;:&quot;c4a2f89826e2f181875d453601d6a05c1a8f43565e7ed03d8ff98c0199448559&quot;,&quot;architecture_role_graph_edge_id&quot;:null,&quot;architecture_role_id&quot;:&quot;architecture_role_up_path_4_module_decoder_conditioned_conv1_a17fc891&quot;,&quot;architecture_route_id&quot;:null,&quot;architecture_route_role&quot;:null,&quot;depth&quot;:15.508069,&quot;endpoint_object_ids&quot;:[],&quot;endpoint_role_ids&quot;:[],&quot;kind&quot;:&quot;label&quot;,&quot;object_id&quot;:&quot;scene_object_model_scene_architecture_role_architecture_1dc64fca&quot;,&quot;repeat_count&quot;:1,&quot;source_digest&quot;:&quot;21b0de1ad04dffc2b3a3b2faf5b52943da92f77b1c77152d1c46c457849e326e&quot;}"/>
          <p:cNvSpPr txBox="1"/>
          <p:nvPr/>
        </p:nvSpPr>
        <p:spPr>
          <a:xfrm>
            <a:off x="3599009" y="3151523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Conditioned up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scene_diffusionunet___module___architecture_evid_9d0c3da4</dc:title>
  <dc:subject>Editable deterministic CPU projection of Scene IR 1.0</dc:subject>
  <dc:creator/>
  <cp:keywords/>
  <dc:description>NN_DaVinci 0.7.3;nndv-scene-export-1;camera=scene_camera_diffusionunet___module___architecture_evid_53e50e46;digest=21b0de1ad04dffc2b3a3b2faf5b52943da92f77b1c77152d1c46c457849e326e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