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9d997826 0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02263,&quot;endpoint_object_ids&quot;:[],&quot;endpoint_role_ids&quot;:[],&quot;kind&quot;:&quot;face&quot;,&quot;object_id&quot;:&quot;scene_object_model_scene_architecture_role_architecture_9d997826&quot;,&quot;repeat_count&quot;:1,&quot;source_digest&quot;:&quot;e9166bf6518db0a2491439fd467b639c5b204c2a4811c03a716e84b8545de233&quot;}"/>
          <p:cNvSpPr/>
          <p:nvPr/>
        </p:nvSpPr>
        <p:spPr>
          <a:xfrm>
            <a:off x="1114560" y="1482870"/>
            <a:ext cx="353632" cy="167281"/>
          </a:xfrm>
          <a:custGeom>
            <a:avLst/>
            <a:gdLst/>
            <a:ahLst/>
            <a:cxnLst/>
            <a:rect l="l" t="t" r="r" b="b"/>
            <a:pathLst>
              <a:path w="353632" h="167281">
                <a:moveTo>
                  <a:pt x="212502" y="0"/>
                </a:moveTo>
                <a:lnTo>
                  <a:pt x="0" y="112425"/>
                </a:lnTo>
                <a:lnTo>
                  <a:pt x="141131" y="167281"/>
                </a:lnTo>
                <a:lnTo>
                  <a:pt x="353632" y="5485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9d997826 0001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946353000000002,&quot;endpoint_object_ids&quot;:[],&quot;endpoint_role_ids&quot;:[],&quot;kind&quot;:&quot;face&quot;,&quot;object_id&quot;:&quot;scene_object_model_scene_architecture_role_architecture_9d997826&quot;,&quot;repeat_count&quot;:1,&quot;source_digest&quot;:&quot;e9166bf6518db0a2491439fd467b639c5b204c2a4811c03a716e84b8545de233&quot;}"/>
          <p:cNvSpPr/>
          <p:nvPr/>
        </p:nvSpPr>
        <p:spPr>
          <a:xfrm>
            <a:off x="1255691" y="1537726"/>
            <a:ext cx="212501" cy="257491"/>
          </a:xfrm>
          <a:custGeom>
            <a:avLst/>
            <a:gdLst/>
            <a:ahLst/>
            <a:cxnLst/>
            <a:rect l="l" t="t" r="r" b="b"/>
            <a:pathLst>
              <a:path w="212501" h="257491">
                <a:moveTo>
                  <a:pt x="212501" y="145066"/>
                </a:moveTo>
                <a:lnTo>
                  <a:pt x="212501" y="0"/>
                </a:lnTo>
                <a:lnTo>
                  <a:pt x="0" y="112425"/>
                </a:lnTo>
                <a:lnTo>
                  <a:pt x="0" y="257491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9d997826 0002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5861388,&quot;endpoint_object_ids&quot;:[],&quot;endpoint_role_ids&quot;:[],&quot;kind&quot;:&quot;face&quot;,&quot;object_id&quot;:&quot;scene_object_model_scene_architecture_role_architecture_9d997826&quot;,&quot;repeat_count&quot;:1,&quot;source_digest&quot;:&quot;e9166bf6518db0a2491439fd467b639c5b204c2a4811c03a716e84b8545de233&quot;}"/>
          <p:cNvSpPr/>
          <p:nvPr/>
        </p:nvSpPr>
        <p:spPr>
          <a:xfrm>
            <a:off x="1114560" y="1595295"/>
            <a:ext cx="141131" cy="199922"/>
          </a:xfrm>
          <a:custGeom>
            <a:avLst/>
            <a:gdLst/>
            <a:ahLst/>
            <a:cxnLst/>
            <a:rect l="l" t="t" r="r" b="b"/>
            <a:pathLst>
              <a:path w="141131" h="199922">
                <a:moveTo>
                  <a:pt x="0" y="145065"/>
                </a:moveTo>
                <a:lnTo>
                  <a:pt x="141131" y="199922"/>
                </a:lnTo>
                <a:lnTo>
                  <a:pt x="141131" y="54856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357c18e 0003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2.4197193,&quot;endpoint_object_ids&quot;:[],&quot;endpoint_role_ids&quot;:[],&quot;kind&quot;:&quot;face&quot;,&quot;object_id&quot;:&quot;scene_object_model_scene_architecture_role_architecture_2357c18e&quot;,&quot;repeat_count&quot;:3,&quot;source_digest&quot;:&quot;e9166bf6518db0a2491439fd467b639c5b204c2a4811c03a716e84b8545de233&quot;}"/>
          <p:cNvSpPr/>
          <p:nvPr/>
        </p:nvSpPr>
        <p:spPr>
          <a:xfrm>
            <a:off x="1888563" y="1528265"/>
            <a:ext cx="404438" cy="487002"/>
          </a:xfrm>
          <a:custGeom>
            <a:avLst/>
            <a:gdLst/>
            <a:ahLst/>
            <a:cxnLst/>
            <a:rect l="l" t="t" r="r" b="b"/>
            <a:pathLst>
              <a:path w="404438" h="487002">
                <a:moveTo>
                  <a:pt x="404438" y="273032"/>
                </a:moveTo>
                <a:lnTo>
                  <a:pt x="404438" y="0"/>
                </a:lnTo>
                <a:lnTo>
                  <a:pt x="0" y="213970"/>
                </a:lnTo>
                <a:lnTo>
                  <a:pt x="0" y="487002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357c18e 0004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2.2376108,&quot;endpoint_object_ids&quot;:[],&quot;endpoint_role_ids&quot;:[],&quot;kind&quot;:&quot;face&quot;,&quot;object_id&quot;:&quot;scene_object_model_scene_architecture_role_architecture_2357c18e&quot;,&quot;repeat_count&quot;:3,&quot;source_digest&quot;:&quot;e9166bf6518db0a2491439fd467b639c5b204c2a4811c03a716e84b8545de233&quot;}"/>
          <p:cNvSpPr/>
          <p:nvPr/>
        </p:nvSpPr>
        <p:spPr>
          <a:xfrm>
            <a:off x="1756841" y="1477065"/>
            <a:ext cx="536160" cy="265170"/>
          </a:xfrm>
          <a:custGeom>
            <a:avLst/>
            <a:gdLst/>
            <a:ahLst/>
            <a:cxnLst/>
            <a:rect l="l" t="t" r="r" b="b"/>
            <a:pathLst>
              <a:path w="536160" h="265170">
                <a:moveTo>
                  <a:pt x="404437" y="0"/>
                </a:moveTo>
                <a:lnTo>
                  <a:pt x="0" y="213970"/>
                </a:lnTo>
                <a:lnTo>
                  <a:pt x="131722" y="265170"/>
                </a:lnTo>
                <a:lnTo>
                  <a:pt x="536160" y="51200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357c18e 0005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1.4012399,&quot;endpoint_object_ids&quot;:[],&quot;endpoint_role_ids&quot;:[],&quot;kind&quot;:&quot;face&quot;,&quot;object_id&quot;:&quot;scene_object_model_scene_architecture_role_architecture_2357c18e&quot;,&quot;repeat_count&quot;:3,&quot;source_digest&quot;:&quot;e9166bf6518db0a2491439fd467b639c5b204c2a4811c03a716e84b8545de233&quot;}"/>
          <p:cNvSpPr/>
          <p:nvPr/>
        </p:nvSpPr>
        <p:spPr>
          <a:xfrm>
            <a:off x="1756841" y="1691035"/>
            <a:ext cx="131722" cy="324232"/>
          </a:xfrm>
          <a:custGeom>
            <a:avLst/>
            <a:gdLst/>
            <a:ahLst/>
            <a:cxnLst/>
            <a:rect l="l" t="t" r="r" b="b"/>
            <a:pathLst>
              <a:path w="131722" h="324232">
                <a:moveTo>
                  <a:pt x="0" y="273032"/>
                </a:moveTo>
                <a:lnTo>
                  <a:pt x="131722" y="324232"/>
                </a:lnTo>
                <a:lnTo>
                  <a:pt x="131722" y="512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6b52c290 0006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9.856338,&quot;endpoint_object_ids&quot;:[],&quot;endpoint_role_ids&quot;:[],&quot;kind&quot;:&quot;face&quot;,&quot;object_id&quot;:&quot;scene_object_model_scene_architecture_role_architecture_6b52c290&quot;,&quot;repeat_count&quot;:3,&quot;source_digest&quot;:&quot;e9166bf6518db0a2491439fd467b639c5b204c2a4811c03a716e84b8545de233&quot;}"/>
          <p:cNvSpPr/>
          <p:nvPr/>
        </p:nvSpPr>
        <p:spPr>
          <a:xfrm>
            <a:off x="2574404" y="2560542"/>
            <a:ext cx="703812" cy="339340"/>
          </a:xfrm>
          <a:custGeom>
            <a:avLst/>
            <a:gdLst/>
            <a:ahLst/>
            <a:cxnLst/>
            <a:rect l="l" t="t" r="r" b="b"/>
            <a:pathLst>
              <a:path w="703812" h="339340">
                <a:moveTo>
                  <a:pt x="468594" y="0"/>
                </a:moveTo>
                <a:lnTo>
                  <a:pt x="0" y="247912"/>
                </a:lnTo>
                <a:lnTo>
                  <a:pt x="235218" y="339340"/>
                </a:lnTo>
                <a:lnTo>
                  <a:pt x="703812" y="91428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6b52c290 0007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9.786732399999998,&quot;endpoint_object_ids&quot;:[],&quot;endpoint_role_ids&quot;:[],&quot;kind&quot;:&quot;face&quot;,&quot;object_id&quot;:&quot;scene_object_model_scene_architecture_role_architecture_6b52c290&quot;,&quot;repeat_count&quot;:3,&quot;source_digest&quot;:&quot;e9166bf6518db0a2491439fd467b639c5b204c2a4811c03a716e84b8545de233&quot;}"/>
          <p:cNvSpPr/>
          <p:nvPr/>
        </p:nvSpPr>
        <p:spPr>
          <a:xfrm>
            <a:off x="2809622" y="2651970"/>
            <a:ext cx="468594" cy="520944"/>
          </a:xfrm>
          <a:custGeom>
            <a:avLst/>
            <a:gdLst/>
            <a:ahLst/>
            <a:cxnLst/>
            <a:rect l="l" t="t" r="r" b="b"/>
            <a:pathLst>
              <a:path w="468594" h="520944">
                <a:moveTo>
                  <a:pt x="468594" y="273032"/>
                </a:moveTo>
                <a:lnTo>
                  <a:pt x="468594" y="0"/>
                </a:lnTo>
                <a:lnTo>
                  <a:pt x="0" y="247912"/>
                </a:lnTo>
                <a:lnTo>
                  <a:pt x="0" y="52094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6b52c290 0008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8.8075873,&quot;endpoint_object_ids&quot;:[],&quot;endpoint_role_ids&quot;:[],&quot;kind&quot;:&quot;face&quot;,&quot;object_id&quot;:&quot;scene_object_model_scene_architecture_role_architecture_6b52c290&quot;,&quot;repeat_count&quot;:3,&quot;source_digest&quot;:&quot;e9166bf6518db0a2491439fd467b639c5b204c2a4811c03a716e84b8545de233&quot;}"/>
          <p:cNvSpPr/>
          <p:nvPr/>
        </p:nvSpPr>
        <p:spPr>
          <a:xfrm>
            <a:off x="2574404" y="2808454"/>
            <a:ext cx="235218" cy="364460"/>
          </a:xfrm>
          <a:custGeom>
            <a:avLst/>
            <a:gdLst/>
            <a:ahLst/>
            <a:cxnLst/>
            <a:rect l="l" t="t" r="r" b="b"/>
            <a:pathLst>
              <a:path w="235218" h="364460">
                <a:moveTo>
                  <a:pt x="0" y="273032"/>
                </a:moveTo>
                <a:lnTo>
                  <a:pt x="235218" y="364460"/>
                </a:lnTo>
                <a:lnTo>
                  <a:pt x="235218" y="91428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f9efacd6 0009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2.22434385,&quot;endpoint_object_ids&quot;:[],&quot;endpoint_role_ids&quot;:[],&quot;kind&quot;:&quot;face&quot;,&quot;object_id&quot;:&quot;scene_object_model_scene_architecture_role_architecture_f9efacd6&quot;,&quot;repeat_count&quot;:3,&quot;source_digest&quot;:&quot;e9166bf6518db0a2491439fd467b639c5b204c2a4811c03a716e84b8545de233&quot;}"/>
          <p:cNvSpPr/>
          <p:nvPr/>
        </p:nvSpPr>
        <p:spPr>
          <a:xfrm>
            <a:off x="3616743" y="2467000"/>
            <a:ext cx="404438" cy="487002"/>
          </a:xfrm>
          <a:custGeom>
            <a:avLst/>
            <a:gdLst/>
            <a:ahLst/>
            <a:cxnLst/>
            <a:rect l="l" t="t" r="r" b="b"/>
            <a:pathLst>
              <a:path w="404438" h="487002">
                <a:moveTo>
                  <a:pt x="404438" y="273032"/>
                </a:moveTo>
                <a:lnTo>
                  <a:pt x="404438" y="0"/>
                </a:lnTo>
                <a:lnTo>
                  <a:pt x="0" y="213970"/>
                </a:lnTo>
                <a:lnTo>
                  <a:pt x="0" y="487002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f9efacd6 001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2.042235325,&quot;endpoint_object_ids&quot;:[],&quot;endpoint_role_ids&quot;:[],&quot;kind&quot;:&quot;face&quot;,&quot;object_id&quot;:&quot;scene_object_model_scene_architecture_role_architecture_f9efacd6&quot;,&quot;repeat_count&quot;:3,&quot;source_digest&quot;:&quot;e9166bf6518db0a2491439fd467b639c5b204c2a4811c03a716e84b8545de233&quot;}"/>
          <p:cNvSpPr/>
          <p:nvPr/>
        </p:nvSpPr>
        <p:spPr>
          <a:xfrm>
            <a:off x="3485021" y="2415800"/>
            <a:ext cx="536160" cy="265170"/>
          </a:xfrm>
          <a:custGeom>
            <a:avLst/>
            <a:gdLst/>
            <a:ahLst/>
            <a:cxnLst/>
            <a:rect l="l" t="t" r="r" b="b"/>
            <a:pathLst>
              <a:path w="536160" h="265170">
                <a:moveTo>
                  <a:pt x="404438" y="0"/>
                </a:moveTo>
                <a:lnTo>
                  <a:pt x="0" y="213970"/>
                </a:lnTo>
                <a:lnTo>
                  <a:pt x="131722" y="265170"/>
                </a:lnTo>
                <a:lnTo>
                  <a:pt x="536160" y="5120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3498245a 0011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1.342391,&quot;endpoint_object_ids&quot;:[],&quot;endpoint_role_ids&quot;:[],&quot;kind&quot;:&quot;face&quot;,&quot;object_id&quot;:&quot;scene_object_model_scene_architecture_role_architecture_3498245a&quot;,&quot;repeat_count&quot;:1,&quot;source_digest&quot;:&quot;e9166bf6518db0a2491439fd467b639c5b204c2a4811c03a716e84b8545de233&quot;}"/>
          <p:cNvSpPr/>
          <p:nvPr/>
        </p:nvSpPr>
        <p:spPr>
          <a:xfrm>
            <a:off x="5007735" y="2921949"/>
            <a:ext cx="357705" cy="462278"/>
          </a:xfrm>
          <a:custGeom>
            <a:avLst/>
            <a:gdLst/>
            <a:ahLst/>
            <a:cxnLst/>
            <a:rect l="l" t="t" r="r" b="b"/>
            <a:pathLst>
              <a:path w="357705" h="462278">
                <a:moveTo>
                  <a:pt x="357705" y="273032"/>
                </a:moveTo>
                <a:lnTo>
                  <a:pt x="357705" y="0"/>
                </a:lnTo>
                <a:lnTo>
                  <a:pt x="0" y="189245"/>
                </a:lnTo>
                <a:lnTo>
                  <a:pt x="0" y="46227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f9efacd6 0012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1.2058644,&quot;endpoint_object_ids&quot;:[],&quot;endpoint_role_ids&quot;:[],&quot;kind&quot;:&quot;face&quot;,&quot;object_id&quot;:&quot;scene_object_model_scene_architecture_role_architecture_f9efacd6&quot;,&quot;repeat_count&quot;:3,&quot;source_digest&quot;:&quot;e9166bf6518db0a2491439fd467b639c5b204c2a4811c03a716e84b8545de233&quot;}"/>
          <p:cNvSpPr/>
          <p:nvPr/>
        </p:nvSpPr>
        <p:spPr>
          <a:xfrm>
            <a:off x="3485021" y="2629770"/>
            <a:ext cx="131722" cy="324232"/>
          </a:xfrm>
          <a:custGeom>
            <a:avLst/>
            <a:gdLst/>
            <a:ahLst/>
            <a:cxnLst/>
            <a:rect l="l" t="t" r="r" b="b"/>
            <a:pathLst>
              <a:path w="131722" h="324232">
                <a:moveTo>
                  <a:pt x="0" y="273032"/>
                </a:moveTo>
                <a:lnTo>
                  <a:pt x="131722" y="324232"/>
                </a:lnTo>
                <a:lnTo>
                  <a:pt x="131722" y="512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3498245a 0013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1.16028245,&quot;endpoint_object_ids&quot;:[],&quot;endpoint_role_ids&quot;:[],&quot;kind&quot;:&quot;face&quot;,&quot;object_id&quot;:&quot;scene_object_model_scene_architecture_role_architecture_3498245a&quot;,&quot;repeat_count&quot;:1,&quot;source_digest&quot;:&quot;e9166bf6518db0a2491439fd467b639c5b204c2a4811c03a716e84b8545de233&quot;}"/>
          <p:cNvSpPr/>
          <p:nvPr/>
        </p:nvSpPr>
        <p:spPr>
          <a:xfrm>
            <a:off x="4876013" y="2870749"/>
            <a:ext cx="489427" cy="240445"/>
          </a:xfrm>
          <a:custGeom>
            <a:avLst/>
            <a:gdLst/>
            <a:ahLst/>
            <a:cxnLst/>
            <a:rect l="l" t="t" r="r" b="b"/>
            <a:pathLst>
              <a:path w="489427" h="240445">
                <a:moveTo>
                  <a:pt x="357705" y="0"/>
                </a:moveTo>
                <a:lnTo>
                  <a:pt x="0" y="189246"/>
                </a:lnTo>
                <a:lnTo>
                  <a:pt x="131722" y="240445"/>
                </a:lnTo>
                <a:lnTo>
                  <a:pt x="489427" y="5120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3498245a 0014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0.47861485,&quot;endpoint_object_ids&quot;:[],&quot;endpoint_role_ids&quot;:[],&quot;kind&quot;:&quot;face&quot;,&quot;object_id&quot;:&quot;scene_object_model_scene_architecture_role_architecture_3498245a&quot;,&quot;repeat_count&quot;:1,&quot;source_digest&quot;:&quot;e9166bf6518db0a2491439fd467b639c5b204c2a4811c03a716e84b8545de233&quot;}"/>
          <p:cNvSpPr/>
          <p:nvPr/>
        </p:nvSpPr>
        <p:spPr>
          <a:xfrm>
            <a:off x="4876013" y="3059995"/>
            <a:ext cx="131722" cy="324232"/>
          </a:xfrm>
          <a:custGeom>
            <a:avLst/>
            <a:gdLst/>
            <a:ahLst/>
            <a:cxnLst/>
            <a:rect l="l" t="t" r="r" b="b"/>
            <a:pathLst>
              <a:path w="131722" h="324232">
                <a:moveTo>
                  <a:pt x="0" y="273032"/>
                </a:moveTo>
                <a:lnTo>
                  <a:pt x="131722" y="324232"/>
                </a:lnTo>
                <a:lnTo>
                  <a:pt x="131722" y="51199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7260907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1327061" y="1482869"/>
            <a:ext cx="141131" cy="548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6498137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V="1">
            <a:off x="1468192" y="1537726"/>
            <a:ext cx="0" cy="1450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365876550000003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H="1">
            <a:off x="1114560" y="1482869"/>
            <a:ext cx="212501" cy="1124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2133225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H="1">
            <a:off x="1255690" y="1682791"/>
            <a:ext cx="212502" cy="1124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9293853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V="1">
            <a:off x="1114560" y="1595294"/>
            <a:ext cx="0" cy="145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8531083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>
            <a:off x="1114560" y="1740360"/>
            <a:ext cx="141130" cy="548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679383450000003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H="1">
            <a:off x="1255690" y="1537726"/>
            <a:ext cx="212502" cy="11242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3191692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1114560" y="1595294"/>
            <a:ext cx="141130" cy="548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29.24289225,&quot;endpoint_object_ids&quot;:[],&quot;endpoint_role_ids&quot;:[],&quot;kind&quot;:&quot;edge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 flipV="1">
            <a:off x="1255690" y="1650151"/>
            <a:ext cx="0" cy="14506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92367373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embedding_0_node_fx_toke_93345368&quot;,&quot;architecture_role_id&quot;:null,&quot;architecture_route_id&quot;:null,&quot;architecture_route_role&quot;:&quot;arrow&quot;,&quot;depth&quot;:27.5764919359375,&quot;endpoint_object_ids&quot;:[&quot;scene_object_model_scene_architecture_role_architecture_9d997826&quot;,&quot;scene_object_model_scene_architecture_role_architecture_2357c18e&quot;],&quot;endpoint_role_ids&quot;:[&quot;architecture_role_embedding_0_node_fx_token_ids_0_2186a7db_m_5f5b5fd0&quot;,&quot;architecture_role_attention_1_module_encoder_0_self_attentio_1eb4f949&quot;],&quot;kind&quot;:&quot;arrow&quot;,&quot;object_id&quot;:&quot;scene_object_model_scene_architecture_route_architectur_92367373&quot;,&quot;repeat_count&quot;:1,&quot;source_digest&quot;:&quot;e9166bf6518db0a2491439fd467b639c5b204c2a4811c03a716e84b8545de233&quot;}"/>
          <p:cNvCxnSpPr/>
          <p:nvPr/>
        </p:nvCxnSpPr>
        <p:spPr>
          <a:xfrm>
            <a:off x="1360145" y="1649085"/>
            <a:ext cx="389696" cy="5690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3.75856215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V="1">
            <a:off x="2293000" y="1528264"/>
            <a:ext cx="0" cy="2730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3.576453649999998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H="1" flipV="1">
            <a:off x="2161278" y="1477065"/>
            <a:ext cx="131722" cy="511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2.922191249999997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H="1">
            <a:off x="1888562" y="1801296"/>
            <a:ext cx="404438" cy="2139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2.55797425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H="1">
            <a:off x="1756840" y="1477065"/>
            <a:ext cx="404438" cy="2139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1.91724735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H="1">
            <a:off x="1888562" y="1528264"/>
            <a:ext cx="404438" cy="2139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1.90371185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>
            <a:off x="1756840" y="1964067"/>
            <a:ext cx="131722" cy="51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1.72160335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V="1">
            <a:off x="1756840" y="1691035"/>
            <a:ext cx="0" cy="2730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polyline scene_object_model_scene_architecture_route_architectur_d3018bc8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embedding_0_node_fx_toke_fdfa1000&quot;,&quot;architecture_role_id&quot;:null,&quot;architecture_route_id&quot;:null,&quot;architecture_route_role&quot;:&quot;arrow&quot;,&quot;depth&quot;:28.348751915625,&quot;endpoint_object_ids&quot;:[&quot;scene_object_model_scene_architecture_role_architecture_9d997826&quot;,&quot;scene_object_model_scene_architecture_role_architecture_f9efacd6&quot;],&quot;endpoint_role_ids&quot;:[&quot;architecture_role_embedding_0_node_fx_token_ids_0_2186a7db_m_5f5b5fd0&quot;,&quot;architecture_role_residual_norm_3_module_encoder_1_output_no_0831d771&quot;],&quot;kind&quot;:&quot;polyline&quot;,&quot;object_id&quot;:&quot;scene_object_model_scene_architecture_route_architectur_d3018bc8&quot;,&quot;repeat_count&quot;:1,&quot;source_digest&quot;:&quot;e9166bf6518db0a2491439fd467b639c5b204c2a4811c03a716e84b8545de233&quot;}"/>
          <p:cNvCxnSpPr/>
          <p:nvPr/>
        </p:nvCxnSpPr>
        <p:spPr>
          <a:xfrm>
            <a:off x="1368305" y="1671726"/>
            <a:ext cx="384644" cy="1634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model_scene_architecture_route_architectur_d3018bc8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embedding_0_node_fx_toke_fdfa1000&quot;,&quot;architecture_role_id&quot;:null,&quot;architecture_route_id&quot;:null,&quot;architecture_route_role&quot;:&quot;arrow&quot;,&quot;depth&quot;:19.476305815625,&quot;endpoint_object_ids&quot;:[&quot;scene_object_model_scene_architecture_role_architecture_9d997826&quot;,&quot;scene_object_model_scene_architecture_role_architecture_f9efacd6&quot;],&quot;endpoint_role_ids&quot;:[&quot;architecture_role_embedding_0_node_fx_token_ids_0_2186a7db_m_5f5b5fd0&quot;,&quot;architecture_role_residual_norm_3_module_encoder_1_output_no_0831d771&quot;],&quot;kind&quot;:&quot;arrow&quot;,&quot;object_id&quot;:&quot;scene_object_model_scene_architecture_route_architectur_d3018bc8&quot;,&quot;repeat_count&quot;:1,&quot;source_digest&quot;:&quot;e9166bf6518db0a2491439fd467b639c5b204c2a4811c03a716e84b8545de233&quot;}"/>
          <p:cNvCxnSpPr/>
          <p:nvPr/>
        </p:nvCxnSpPr>
        <p:spPr>
          <a:xfrm>
            <a:off x="2060665" y="1965873"/>
            <a:ext cx="1461649" cy="62097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21.4075606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H="1" flipV="1">
            <a:off x="3042997" y="2560542"/>
            <a:ext cx="235218" cy="9142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21.337955049999998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V="1">
            <a:off x="3278215" y="2651969"/>
            <a:ext cx="0" cy="2730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1.080876449999998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V="1">
            <a:off x="1888562" y="1742234"/>
            <a:ext cx="0" cy="2730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0.89876795,&quot;endpoint_object_ids&quot;:[],&quot;endpoint_role_ids&quot;:[],&quot;kind&quot;:&quot;edge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H="1" flipV="1">
            <a:off x="1756840" y="1691035"/>
            <a:ext cx="131722" cy="511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20.4284155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H="1">
            <a:off x="2574403" y="2560542"/>
            <a:ext cx="468594" cy="247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20.2892043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H="1">
            <a:off x="2809622" y="2925002"/>
            <a:ext cx="468593" cy="247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9.3796648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V="1">
            <a:off x="2574403" y="2808454"/>
            <a:ext cx="0" cy="2730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9.310059250000002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>
            <a:off x="2574403" y="3081486"/>
            <a:ext cx="235219" cy="914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9.2842604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H="1">
            <a:off x="2809622" y="2651969"/>
            <a:ext cx="468593" cy="24791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8.3051153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H="1" flipV="1">
            <a:off x="2574403" y="2808454"/>
            <a:ext cx="235219" cy="9142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18.23550975,&quot;endpoint_object_ids&quot;:[],&quot;endpoint_role_ids&quot;:[],&quot;kind&quot;:&quot;edge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V="1">
            <a:off x="2809622" y="2899881"/>
            <a:ext cx="0" cy="2730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arrow scene_object_model_scene_architecture_route_architectur_0d91dd45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attention_1_module_encod_331407d7&quot;,&quot;architecture_role_id&quot;:null,&quot;architecture_route_id&quot;:null,&quot;architecture_route_role&quot;:&quot;arrow&quot;,&quot;depth&quot;:17.961000534375,&quot;endpoint_object_ids&quot;:[&quot;scene_object_model_scene_architecture_role_architecture_2357c18e&quot;,&quot;scene_object_model_scene_architecture_role_architecture_f9efacd6&quot;],&quot;endpoint_role_ids&quot;:[&quot;architecture_role_attention_1_module_encoder_0_self_attentio_1eb4f949&quot;,&quot;architecture_role_residual_norm_3_module_encoder_1_output_no_0831d771&quot;],&quot;kind&quot;:&quot;arrow&quot;,&quot;object_id&quot;:&quot;scene_object_model_scene_architecture_route_architectur_0d91dd45&quot;,&quot;repeat_count&quot;:1,&quot;source_digest&quot;:&quot;e9166bf6518db0a2491439fd467b639c5b204c2a4811c03a716e84b8545de233&quot;}"/>
          <p:cNvCxnSpPr/>
          <p:nvPr/>
        </p:nvCxnSpPr>
        <p:spPr>
          <a:xfrm>
            <a:off x="2132931" y="1804836"/>
            <a:ext cx="1404147" cy="76272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arrow scene_object_model_scene_architecture_route_architectur_7d1e1f66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residual_norm_3_module_e_d9a0133c&quot;,&quot;architecture_role_id&quot;:null,&quot;architecture_route_id&quot;:null,&quot;architecture_route_role&quot;:&quot;arrow&quot;,&quot;depth&quot;:17.961000534375,&quot;endpoint_object_ids&quot;:[&quot;scene_object_model_scene_architecture_role_architecture_f9efacd6&quot;,&quot;scene_object_model_scene_architecture_role_architecture_2357c18e&quot;],&quot;endpoint_role_ids&quot;:[&quot;architecture_role_residual_norm_3_module_encoder_1_output_no_0831d771&quot;,&quot;architecture_role_attention_1_module_encoder_0_self_attentio_1eb4f949&quot;],&quot;kind&quot;:&quot;arrow&quot;,&quot;object_id&quot;:&quot;scene_object_model_scene_architecture_route_architectur_7d1e1f66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2132931" y="1804836"/>
            <a:ext cx="1404147" cy="76272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polyline scene_object_model_scene_architecture_route_architectur_d598d7a9 000" descr="{&quot;architecture_direction&quot;:&quot;source-to-target&quot;,&quot;architecture_evidence_digest&quot;:&quot;118760ba97961792c4feae9e9ceda64d9f40847683d272fd67202081651a71f2&quot;,&quot;architecture_role&quot;:&quot;residual-skip&quot;,&quot;architecture_role_graph_digest&quot;:&quot;ca017e8fc151c493a37c151e027a6c2260aca3d2185b5d0b96366fbd32687f70&quot;,&quot;architecture_role_graph_edge_id&quot;:&quot;architecture_route_residual_skip_architecture_role_attention__db810fcb&quot;,&quot;architecture_role_id&quot;:null,&quot;architecture_route_id&quot;:&quot;architecture_route_residual_skip_architecture_role_attention__db810fcb&quot;,&quot;architecture_route_role&quot;:&quot;residual-skip&quot;,&quot;depth&quot;:22.7400828,&quot;endpoint_object_ids&quot;:[&quot;scene_object_model_scene_architecture_role_architecture_2357c18e&quot;,&quot;scene_object_model_scene_architecture_role_architecture_f9efacd6&quot;],&quot;endpoint_role_ids&quot;:[&quot;architecture_role_attention_1_module_encoder_0_self_attentio_1eb4f949&quot;,&quot;architecture_role_residual_norm_3_module_encoder_1_output_no_0831d771&quot;],&quot;kind&quot;:&quot;polyline&quot;,&quot;object_id&quot;:&quot;scene_object_model_scene_architecture_route_architectur_d598d7a9&quot;,&quot;repeat_count&quot;:1,&quot;source_digest&quot;:&quot;e9166bf6518db0a2491439fd467b639c5b204c2a4811c03a716e84b8545de233&quot;}"/>
          <p:cNvCxnSpPr/>
          <p:nvPr/>
        </p:nvCxnSpPr>
        <p:spPr>
          <a:xfrm flipV="1">
            <a:off x="2024920" y="935773"/>
            <a:ext cx="0" cy="63311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polyline scene_object_model_scene_architecture_route_architectur_d598d7a9 000" descr="{&quot;architecture_direction&quot;:&quot;source-to-target&quot;,&quot;architecture_evidence_digest&quot;:&quot;118760ba97961792c4feae9e9ceda64d9f40847683d272fd67202081651a71f2&quot;,&quot;architecture_role&quot;:&quot;residual-skip&quot;,&quot;architecture_role_graph_digest&quot;:&quot;ca017e8fc151c493a37c151e027a6c2260aca3d2185b5d0b96366fbd32687f70&quot;,&quot;architecture_role_graph_edge_id&quot;:&quot;architecture_route_residual_skip_architecture_role_attention__db810fcb&quot;,&quot;architecture_role_id&quot;:null,&quot;architecture_route_id&quot;:&quot;architecture_route_residual_skip_architecture_role_attention__db810fcb&quot;,&quot;architecture_route_role&quot;:&quot;residual-skip&quot;,&quot;depth&quot;:17.64239505,&quot;endpoint_object_ids&quot;:[&quot;scene_object_model_scene_architecture_role_architecture_2357c18e&quot;,&quot;scene_object_model_scene_architecture_role_architecture_f9efacd6&quot;],&quot;endpoint_role_ids&quot;:[&quot;architecture_role_attention_1_module_encoder_0_self_attentio_1eb4f949&quot;,&quot;architecture_role_residual_norm_3_module_encoder_1_output_no_0831d771&quot;],&quot;kind&quot;:&quot;polyline&quot;,&quot;object_id&quot;:&quot;scene_object_model_scene_architecture_route_architectur_d598d7a9&quot;,&quot;repeat_count&quot;:1,&quot;source_digest&quot;:&quot;e9166bf6518db0a2491439fd467b639c5b204c2a4811c03a716e84b8545de233&quot;}"/>
          <p:cNvCxnSpPr/>
          <p:nvPr/>
        </p:nvCxnSpPr>
        <p:spPr>
          <a:xfrm>
            <a:off x="2024920" y="935773"/>
            <a:ext cx="1728181" cy="9387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arrow scene_object_model_scene_architecture_route_architectur_d598d7a9 000" descr="{&quot;architecture_direction&quot;:&quot;source-to-target&quot;,&quot;architecture_evidence_digest&quot;:&quot;118760ba97961792c4feae9e9ceda64d9f40847683d272fd67202081651a71f2&quot;,&quot;architecture_role&quot;:&quot;residual-skip&quot;,&quot;architecture_role_graph_digest&quot;:&quot;ca017e8fc151c493a37c151e027a6c2260aca3d2185b5d0b96366fbd32687f70&quot;,&quot;architecture_role_graph_edge_id&quot;:&quot;architecture_route_residual_skip_architecture_role_attention__db810fcb&quot;,&quot;architecture_role_id&quot;:null,&quot;architecture_route_id&quot;:&quot;architecture_route_residual_skip_architecture_role_attention__db810fcb&quot;,&quot;architecture_route_role&quot;:&quot;residual-skip&quot;,&quot;depth&quot;:12.5447073,&quot;endpoint_object_ids&quot;:[&quot;scene_object_model_scene_architecture_role_architecture_2357c18e&quot;,&quot;scene_object_model_scene_architecture_role_architecture_f9efacd6&quot;],&quot;endpoint_role_ids&quot;:[&quot;architecture_role_attention_1_module_encoder_0_self_attentio_1eb4f949&quot;,&quot;architecture_role_residual_norm_3_module_encoder_1_output_no_0831d771&quot;],&quot;kind&quot;:&quot;arrow&quot;,&quot;object_id&quot;:&quot;scene_object_model_scene_architecture_route_architectur_d598d7a9&quot;,&quot;repeat_count&quot;:1,&quot;source_digest&quot;:&quot;e9166bf6518db0a2491439fd467b639c5b204c2a4811c03a716e84b8545de233&quot;}"/>
          <p:cNvCxnSpPr/>
          <p:nvPr/>
        </p:nvCxnSpPr>
        <p:spPr>
          <a:xfrm>
            <a:off x="3753101" y="1874508"/>
            <a:ext cx="0" cy="63311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polyline scene_object_model_scene_architecture_route_architectur_8cb596fa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attention_1_module_encod_41ba1e8f&quot;,&quot;architecture_role_id&quot;:null,&quot;architecture_route_id&quot;:null,&quot;architecture_route_role&quot;:&quot;arrow&quot;,&quot;depth&quot;:19.624584187499998,&quot;endpoint_object_ids&quot;:[&quot;scene_object_model_scene_architecture_role_architecture_2357c18e&quot;,&quot;scene_object_model_scene_architecture_role_architecture_3498245a&quot;],&quot;endpoint_role_ids&quot;:[&quot;architecture_role_attention_1_module_encoder_0_self_attentio_1eb4f949&quot;,&quot;architecture_role_output_head_4_module_encoder_2_feed_forwar_5755f99e&quot;],&quot;kind&quot;:&quot;polyline&quot;,&quot;object_id&quot;:&quot;scene_object_model_scene_architecture_route_architectur_8cb596fa&quot;,&quot;repeat_count&quot;:1,&quot;source_digest&quot;:&quot;e9166bf6518db0a2491439fd467b639c5b204c2a4811c03a716e84b8545de233&quot;}"/>
          <p:cNvCxnSpPr/>
          <p:nvPr/>
        </p:nvCxnSpPr>
        <p:spPr>
          <a:xfrm>
            <a:off x="2121664" y="1789332"/>
            <a:ext cx="1547903" cy="6906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8cb596fa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attention_1_module_encod_41ba1e8f&quot;,&quot;architecture_role_id&quot;:null,&quot;architecture_route_id&quot;:null,&quot;architecture_route_role&quot;:&quot;arrow&quot;,&quot;depth&quot;:14.0859199875,&quot;endpoint_object_ids&quot;:[&quot;scene_object_model_scene_architecture_role_architecture_2357c18e&quot;,&quot;scene_object_model_scene_architecture_role_architecture_3498245a&quot;],&quot;endpoint_role_ids&quot;:[&quot;architecture_role_attention_1_module_encoder_0_self_attentio_1eb4f949&quot;,&quot;architecture_role_output_head_4_module_encoder_2_feed_forwar_5755f99e&quot;],&quot;kind&quot;:&quot;arrow&quot;,&quot;object_id&quot;:&quot;scene_object_model_scene_architecture_route_architectur_8cb596fa&quot;,&quot;repeat_count&quot;:1,&quot;source_digest&quot;:&quot;e9166bf6518db0a2491439fd467b639c5b204c2a4811c03a716e84b8545de233&quot;}"/>
          <p:cNvCxnSpPr/>
          <p:nvPr/>
        </p:nvCxnSpPr>
        <p:spPr>
          <a:xfrm>
            <a:off x="4056543" y="2652658"/>
            <a:ext cx="773951" cy="34533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arrow scene_object_model_scene_architecture_route_architectur_0dee7f08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residual_norm_3_module_e_e153cdcd&quot;,&quot;architecture_role_id&quot;:null,&quot;architecture_route_id&quot;:null,&quot;architecture_route_role&quot;:&quot;arrow&quot;,&quot;depth&quot;:17.306426071875002,&quot;endpoint_object_ids&quot;:[&quot;scene_object_model_scene_architecture_role_architecture_f9efacd6&quot;,&quot;scene_object_model_scene_architecture_role_architecture_6b52c290&quot;],&quot;endpoint_role_ids&quot;:[&quot;architecture_role_residual_norm_3_module_encoder_1_output_no_0831d771&quot;,&quot;architecture_role_feed_forward_2_module_encoder_0_feed_forwa_b7ed392a&quot;],&quot;kind&quot;:&quot;arrow&quot;,&quot;object_id&quot;:&quot;scene_object_model_scene_architecture_route_architectur_0dee7f08&quot;,&quot;repeat_count&quot;:1,&quot;source_digest&quot;:&quot;e9166bf6518db0a2491439fd467b639c5b204c2a4811c03a716e84b8545de233&quot;}"/>
          <p:cNvCxnSpPr/>
          <p:nvPr/>
        </p:nvCxnSpPr>
        <p:spPr>
          <a:xfrm flipH="1">
            <a:off x="3029658" y="2747404"/>
            <a:ext cx="439233" cy="9659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arrow scene_object_model_scene_architecture_route_architectur_d05ed66f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feed_forward_2_module_en_d65bdf5a&quot;,&quot;architecture_role_id&quot;:null,&quot;architecture_route_id&quot;:null,&quot;architecture_route_role&quot;:&quot;arrow&quot;,&quot;depth&quot;:17.306426071875002,&quot;endpoint_object_ids&quot;:[&quot;scene_object_model_scene_architecture_role_architecture_6b52c290&quot;,&quot;scene_object_model_scene_architecture_role_architecture_f9efacd6&quot;],&quot;endpoint_role_ids&quot;:[&quot;architecture_role_feed_forward_2_module_encoder_0_feed_forwa_b7ed392a&quot;,&quot;architecture_role_residual_norm_3_module_encoder_1_output_no_0831d771&quot;],&quot;kind&quot;:&quot;arrow&quot;,&quot;object_id&quot;:&quot;scene_object_model_scene_architecture_route_architectur_d05ed66f&quot;,&quot;repeat_count&quot;:1,&quot;source_digest&quot;:&quot;e9166bf6518db0a2491439fd467b639c5b204c2a4811c03a716e84b8545de233&quot;}"/>
          <p:cNvCxnSpPr/>
          <p:nvPr/>
        </p:nvCxnSpPr>
        <p:spPr>
          <a:xfrm flipV="1">
            <a:off x="3029658" y="2747404"/>
            <a:ext cx="439233" cy="9659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polyline scene_object_model_scene_architecture_route_architectur_612a3bba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output_head_4_module_enc_8f102180&quot;,&quot;architecture_role_id&quot;:null,&quot;architecture_route_id&quot;:null,&quot;architecture_route_role&quot;:&quot;arrow&quot;,&quot;depth&quot;:15.0596510796875,&quot;endpoint_object_ids&quot;:[&quot;scene_object_model_scene_architecture_role_architecture_3498245a&quot;,&quot;scene_object_model_scene_architecture_role_architecture_6b52c290&quot;],&quot;endpoint_role_ids&quot;:[&quot;architecture_role_output_head_4_module_encoder_2_feed_forwar_5755f99e&quot;,&quot;architecture_role_feed_forward_2_module_encoder_0_feed_forwa_b7ed392a&quot;],&quot;kind&quot;:&quot;polyline&quot;,&quot;object_id&quot;:&quot;scene_object_model_scene_architecture_route_architectur_612a3bba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3680640" y="2956364"/>
            <a:ext cx="1165784" cy="1385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model_scene_architecture_route_architectur_612a3bba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output_head_4_module_enc_8f102180&quot;,&quot;architecture_role_id&quot;:null,&quot;architecture_route_id&quot;:null,&quot;architecture_route_role&quot;:&quot;arrow&quot;,&quot;depth&quot;:18.8641753609375,&quot;endpoint_object_ids&quot;:[&quot;scene_object_model_scene_architecture_role_architecture_3498245a&quot;,&quot;scene_object_model_scene_architecture_role_architecture_6b52c290&quot;],&quot;endpoint_role_ids&quot;:[&quot;architecture_role_output_head_4_module_encoder_2_feed_forwar_5755f99e&quot;,&quot;architecture_role_feed_forward_2_module_encoder_0_feed_forwa_b7ed392a&quot;],&quot;kind&quot;:&quot;arrow&quot;,&quot;object_id&quot;:&quot;scene_object_model_scene_architecture_route_architectur_612a3bba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3063460" y="2883025"/>
            <a:ext cx="480029" cy="5704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7716aa75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feed_forward_2_module_en_5fa7014d&quot;,&quot;architecture_role_id&quot;:null,&quot;architecture_route_id&quot;:null,&quot;architecture_route_role&quot;:&quot;arrow&quot;,&quot;depth&quot;:18.8641753609375,&quot;endpoint_object_ids&quot;:[&quot;scene_object_model_scene_architecture_role_architecture_6b52c290&quot;,&quot;scene_object_model_scene_architecture_role_architecture_3498245a&quot;],&quot;endpoint_role_ids&quot;:[&quot;architecture_role_feed_forward_2_module_encoder_0_feed_forwa_b7ed392a&quot;,&quot;architecture_role_output_head_4_module_encoder_2_feed_forwar_5755f99e&quot;],&quot;kind&quot;:&quot;polyline&quot;,&quot;object_id&quot;:&quot;scene_object_model_scene_architecture_route_architectur_7716aa75&quot;,&quot;repeat_count&quot;:1,&quot;source_digest&quot;:&quot;e9166bf6518db0a2491439fd467b639c5b204c2a4811c03a716e84b8545de233&quot;}"/>
          <p:cNvCxnSpPr/>
          <p:nvPr/>
        </p:nvCxnSpPr>
        <p:spPr>
          <a:xfrm>
            <a:off x="3063460" y="2883025"/>
            <a:ext cx="480029" cy="5704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7716aa75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feed_forward_2_module_en_5fa7014d&quot;,&quot;architecture_role_id&quot;:null,&quot;architecture_route_id&quot;:null,&quot;architecture_route_role&quot;:&quot;arrow&quot;,&quot;depth&quot;:15.0596510796875,&quot;endpoint_object_ids&quot;:[&quot;scene_object_model_scene_architecture_role_architecture_6b52c290&quot;,&quot;scene_object_model_scene_architecture_role_architecture_3498245a&quot;],&quot;endpoint_role_ids&quot;:[&quot;architecture_role_feed_forward_2_module_encoder_0_feed_forwa_b7ed392a&quot;,&quot;architecture_role_output_head_4_module_encoder_2_feed_forwar_5755f99e&quot;],&quot;kind&quot;:&quot;arrow&quot;,&quot;object_id&quot;:&quot;scene_object_model_scene_architecture_route_architectur_7716aa75&quot;,&quot;repeat_count&quot;:1,&quot;source_digest&quot;:&quot;e9166bf6518db0a2491439fd467b639c5b204c2a4811c03a716e84b8545de233&quot;}"/>
          <p:cNvCxnSpPr/>
          <p:nvPr/>
        </p:nvCxnSpPr>
        <p:spPr>
          <a:xfrm>
            <a:off x="3680640" y="2956364"/>
            <a:ext cx="1165784" cy="13852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3.56318675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V="1">
            <a:off x="4021181" y="2466999"/>
            <a:ext cx="0" cy="2730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3.381078200000001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H="1" flipV="1">
            <a:off x="3889459" y="2415800"/>
            <a:ext cx="131722" cy="511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2.7268158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H="1">
            <a:off x="3616743" y="2740032"/>
            <a:ext cx="404438" cy="2139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2.52653055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V="1">
            <a:off x="5365440" y="2921948"/>
            <a:ext cx="0" cy="2730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2.36259875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H="1">
            <a:off x="3485021" y="2415800"/>
            <a:ext cx="404438" cy="2139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2.344422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5233717" y="2870748"/>
            <a:ext cx="131723" cy="51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arrow scene_object_model_scene_architecture_route_architectur_34dbf47a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residual_norm_3_module_e_bfafca39&quot;,&quot;architecture_role_id&quot;:null,&quot;architecture_route_id&quot;:null,&quot;architecture_route_role&quot;:&quot;arrow&quot;,&quot;depth&quot;:12.145072392187501,&quot;endpoint_object_ids&quot;:[&quot;scene_object_model_scene_architecture_role_architecture_f9efacd6&quot;,&quot;scene_object_model_scene_architecture_role_architecture_3498245a&quot;],&quot;endpoint_role_ids&quot;:[&quot;architecture_role_residual_norm_3_module_encoder_1_output_no_0831d771&quot;,&quot;architecture_role_output_head_4_module_encoder_2_feed_forwar_5755f99e&quot;],&quot;kind&quot;:&quot;arrow&quot;,&quot;object_id&quot;:&quot;scene_object_model_scene_architecture_route_architectur_34dbf47a&quot;,&quot;repeat_count&quot;:1,&quot;source_digest&quot;:&quot;e9166bf6518db0a2491439fd467b639c5b204c2a4811c03a716e84b8545de233&quot;}"/>
          <p:cNvCxnSpPr/>
          <p:nvPr/>
        </p:nvCxnSpPr>
        <p:spPr>
          <a:xfrm>
            <a:off x="3881316" y="2726393"/>
            <a:ext cx="982980" cy="31810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80a1d0f3 000" descr="{&quot;architecture_direction&quot;:&quot;source-to-target&quot;,&quot;architecture_evidence_digest&quot;:&quot;118760ba97961792c4feae9e9ceda64d9f40847683d272fd67202081651a71f2&quot;,&quot;architecture_role&quot;:&quot;arrow&quot;,&quot;architecture_role_graph_digest&quot;:&quot;ca017e8fc151c493a37c151e027a6c2260aca3d2185b5d0b96366fbd32687f70&quot;,&quot;architecture_role_graph_edge_id&quot;:&quot;architecture_role_flow_architecture_role_output_head_4_module_enc_01f5f7c1&quot;,&quot;architecture_role_id&quot;:null,&quot;architecture_route_id&quot;:null,&quot;architecture_route_role&quot;:&quot;arrow&quot;,&quot;depth&quot;:12.145072392187501,&quot;endpoint_object_ids&quot;:[&quot;scene_object_model_scene_architecture_role_architecture_3498245a&quot;,&quot;scene_object_model_scene_architecture_role_architecture_f9efacd6&quot;],&quot;endpoint_role_ids&quot;:[&quot;architecture_role_output_head_4_module_encoder_2_feed_forwar_5755f99e&quot;,&quot;architecture_role_residual_norm_3_module_encoder_1_output_no_0831d771&quot;],&quot;kind&quot;:&quot;arrow&quot;,&quot;object_id&quot;:&quot;scene_object_model_scene_architecture_route_architectur_80a1d0f3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3881316" y="2726393"/>
            <a:ext cx="982980" cy="31810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1.84486295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H="1">
            <a:off x="5007734" y="3194980"/>
            <a:ext cx="357706" cy="1892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1.7218719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H="1">
            <a:off x="3616743" y="2466999"/>
            <a:ext cx="404438" cy="2139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1.70833635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>
            <a:off x="3485021" y="2902802"/>
            <a:ext cx="131722" cy="51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1.52622785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V="1">
            <a:off x="3485021" y="2629770"/>
            <a:ext cx="0" cy="2730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1.48064585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H="1">
            <a:off x="4876012" y="2870748"/>
            <a:ext cx="357705" cy="1892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0.9810868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>
            <a:off x="4876012" y="3333027"/>
            <a:ext cx="131722" cy="511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0.88550095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V="1">
            <a:off x="3616743" y="2680969"/>
            <a:ext cx="0" cy="2730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0.839919049999999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H="1">
            <a:off x="5007734" y="2921948"/>
            <a:ext cx="357706" cy="1892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0.798978250000001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V="1">
            <a:off x="4876012" y="3059994"/>
            <a:ext cx="0" cy="2730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0.703392449999999,&quot;endpoint_object_ids&quot;:[],&quot;endpoint_role_ids&quot;:[],&quot;kind&quot;:&quot;edge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H="1" flipV="1">
            <a:off x="3485021" y="2629770"/>
            <a:ext cx="131722" cy="511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0.15825145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V="1">
            <a:off x="5007734" y="3111194"/>
            <a:ext cx="0" cy="2730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9.9761429,&quot;endpoint_object_ids&quot;:[],&quot;endpoint_role_ids&quot;:[],&quot;kind&quot;:&quot;edge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 flipH="1" flipV="1">
            <a:off x="4876012" y="3059994"/>
            <a:ext cx="131722" cy="51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leader scene_object_model_scene_architecture_role_architecture_3498245a 000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1.6627544,&quot;endpoint_object_ids&quot;:[],&quot;endpoint_role_ids&quot;:[],&quot;kind&quot;:&quot;leader&quot;,&quot;object_id&quot;:&quot;scene_object_model_scene_architecture_role_architecture_3498245a&quot;,&quot;repeat_count&quot;:1,&quot;source_digest&quot;:&quot;e9166bf6518db0a2491439fd467b639c5b204c2a4811c03a716e84b8545de233&quot;}"/>
          <p:cNvCxnSpPr/>
          <p:nvPr/>
        </p:nvCxnSpPr>
        <p:spPr>
          <a:xfrm>
            <a:off x="5120726" y="2814948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NNDV editable label scene_object_model_scene_architecture_role_architecture_3498245a 0079" descr="{&quot;architecture_direction&quot;:null,&quot;architecture_evidence_digest&quot;:&quot;118760ba97961792c4feae9e9ceda64d9f40847683d272fd67202081651a71f2&quot;,&quot;architecture_role&quot;:&quot;output-head&quot;,&quot;architecture_role_graph_digest&quot;:&quot;ca017e8fc151c493a37c151e027a6c2260aca3d2185b5d0b96366fbd32687f70&quot;,&quot;architecture_role_graph_edge_id&quot;:null,&quot;architecture_role_id&quot;:&quot;architecture_role_output_head_4_module_encoder_2_feed_forwar_5755f99e&quot;,&quot;architecture_route_id&quot;:null,&quot;architecture_route_role&quot;:null,&quot;depth&quot;:11.6627544,&quot;endpoint_object_ids&quot;:[],&quot;endpoint_role_ids&quot;:[],&quot;kind&quot;:&quot;label&quot;,&quot;object_id&quot;:&quot;scene_object_model_scene_architecture_role_architecture_3498245a&quot;,&quot;repeat_count&quot;:1,&quot;source_digest&quot;:&quot;e9166bf6518db0a2491439fd467b639c5b204c2a4811c03a716e84b8545de233&quot;}"/>
          <p:cNvSpPr txBox="1"/>
          <p:nvPr/>
        </p:nvSpPr>
        <p:spPr>
          <a:xfrm>
            <a:off x="4597105" y="2703823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Classifier / output</a:t>
            </a:r>
          </a:p>
        </p:txBody>
      </p:sp>
      <p:cxnSp>
        <p:nvCxnSpPr>
          <p:cNvPr id="83" name="NNDV editable leader scene_object_model_scene_architecture_role_architecture_9d997826 000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2895995,&quot;endpoint_object_ids&quot;:[],&quot;endpoint_role_ids&quot;:[],&quot;kind&quot;:&quot;leader&quot;,&quot;object_id&quot;:&quot;scene_object_model_scene_architecture_role_architecture_9d997826&quot;,&quot;repeat_count&quot;:1,&quot;source_digest&quot;:&quot;e9166bf6518db0a2491439fd467b639c5b204c2a4811c03a716e84b8545de233&quot;}"/>
          <p:cNvCxnSpPr/>
          <p:nvPr/>
        </p:nvCxnSpPr>
        <p:spPr>
          <a:xfrm>
            <a:off x="1291376" y="142706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NNDV editable label scene_object_model_scene_architecture_role_architecture_9d997826 0081" descr="{&quot;architecture_direction&quot;:null,&quot;architecture_evidence_digest&quot;:&quot;118760ba97961792c4feae9e9ceda64d9f40847683d272fd67202081651a71f2&quot;,&quot;architecture_role&quot;:&quot;embedding&quot;,&quot;architecture_role_graph_digest&quot;:&quot;ca017e8fc151c493a37c151e027a6c2260aca3d2185b5d0b96366fbd32687f70&quot;,&quot;architecture_role_graph_edge_id&quot;:null,&quot;architecture_role_id&quot;:&quot;architecture_role_embedding_0_node_fx_token_ids_0_2186a7db_m_5f5b5fd0&quot;,&quot;architecture_route_id&quot;:null,&quot;architecture_route_role&quot;:null,&quot;depth&quot;:30.2895995,&quot;endpoint_object_ids&quot;:[],&quot;endpoint_role_ids&quot;:[],&quot;kind&quot;:&quot;label&quot;,&quot;object_id&quot;:&quot;scene_object_model_scene_architecture_role_architecture_9d997826&quot;,&quot;repeat_count&quot;:1,&quot;source_digest&quot;:&quot;e9166bf6518db0a2491439fd467b639c5b204c2a4811c03a716e84b8545de233&quot;}"/>
          <p:cNvSpPr txBox="1"/>
          <p:nvPr/>
        </p:nvSpPr>
        <p:spPr>
          <a:xfrm>
            <a:off x="657519" y="1315944"/>
            <a:ext cx="1267713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Token + position embed.</a:t>
            </a:r>
          </a:p>
        </p:txBody>
      </p:sp>
      <p:cxnSp>
        <p:nvCxnSpPr>
          <p:cNvPr id="85" name="NNDV editable leader scene_object_model_scene_architecture_role_architecture_2357c18e 000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eader&quot;,&quot;object_id&quot;:&quot;scene_object_model_scene_architecture_role_architecture_2357c18e&quot;,&quot;repeat_count&quot;:3,&quot;source_digest&quot;:&quot;e9166bf6518db0a2491439fd467b639c5b204c2a4811c03a716e84b8545de233&quot;}"/>
          <p:cNvCxnSpPr/>
          <p:nvPr/>
        </p:nvCxnSpPr>
        <p:spPr>
          <a:xfrm flipH="1">
            <a:off x="2305600" y="1746166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NNDV editable label scene_object_model_scene_architecture_role_architecture_2357c18e 0083" descr="{&quot;architecture_direction&quot;:null,&quot;architecture_evidence_digest&quot;:&quot;118760ba97961792c4feae9e9ceda64d9f40847683d272fd67202081651a71f2&quot;,&quot;architecture_role&quot;:&quot;attention&quot;,&quot;architecture_role_graph_digest&quot;:&quot;ca017e8fc151c493a37c151e027a6c2260aca3d2185b5d0b96366fbd32687f70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abel&quot;,&quot;object_id&quot;:&quot;scene_object_model_scene_architecture_role_architecture_2357c18e&quot;,&quot;repeat_count&quot;:3,&quot;source_digest&quot;:&quot;e9166bf6518db0a2491439fd467b639c5b204c2a4811c03a716e84b8545de233&quot;}"/>
          <p:cNvSpPr txBox="1"/>
          <p:nvPr/>
        </p:nvSpPr>
        <p:spPr>
          <a:xfrm>
            <a:off x="2348800" y="1690603"/>
            <a:ext cx="93700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Self-attention ×3</a:t>
            </a:r>
          </a:p>
        </p:txBody>
      </p:sp>
      <p:cxnSp>
        <p:nvCxnSpPr>
          <p:cNvPr id="87" name="NNDV editable leader scene_object_model_scene_architecture_role_architecture_6b52c290 000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20.3588099,&quot;endpoint_object_ids&quot;:[],&quot;endpoint_role_ids&quot;:[],&quot;kind&quot;:&quot;leader&quot;,&quot;object_id&quot;:&quot;scene_object_model_scene_architecture_role_architecture_6b52c290&quot;,&quot;repeat_count&quot;:3,&quot;source_digest&quot;:&quot;e9166bf6518db0a2491439fd467b639c5b204c2a4811c03a716e84b8545de233&quot;}"/>
          <p:cNvCxnSpPr/>
          <p:nvPr/>
        </p:nvCxnSpPr>
        <p:spPr>
          <a:xfrm flipV="1">
            <a:off x="2926309" y="3185514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NNDV editable label scene_object_model_scene_architecture_role_architecture_6b52c290 0085" descr="{&quot;architecture_direction&quot;:null,&quot;architecture_evidence_digest&quot;:&quot;118760ba97961792c4feae9e9ceda64d9f40847683d272fd67202081651a71f2&quot;,&quot;architecture_role&quot;:&quot;feed-forward&quot;,&quot;architecture_role_graph_digest&quot;:&quot;ca017e8fc151c493a37c151e027a6c2260aca3d2185b5d0b96366fbd32687f70&quot;,&quot;architecture_role_graph_edge_id&quot;:null,&quot;architecture_role_id&quot;:&quot;architecture_role_feed_forward_2_module_encoder_0_feed_forwa_b7ed392a&quot;,&quot;architecture_route_id&quot;:null,&quot;architecture_route_role&quot;:null,&quot;depth&quot;:20.3588099,&quot;endpoint_object_ids&quot;:[],&quot;endpoint_role_ids&quot;:[],&quot;kind&quot;:&quot;label&quot;,&quot;object_id&quot;:&quot;scene_object_model_scene_architecture_role_architecture_6b52c290&quot;,&quot;repeat_count&quot;:3,&quot;source_digest&quot;:&quot;e9166bf6518db0a2491439fd467b639c5b204c2a4811c03a716e84b8545de233&quot;}"/>
          <p:cNvSpPr txBox="1"/>
          <p:nvPr/>
        </p:nvSpPr>
        <p:spPr>
          <a:xfrm>
            <a:off x="2760955" y="3228714"/>
            <a:ext cx="33070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FFN ×3</a:t>
            </a:r>
          </a:p>
        </p:txBody>
      </p:sp>
      <p:cxnSp>
        <p:nvCxnSpPr>
          <p:cNvPr id="89" name="NNDV editable leader scene_object_model_scene_architecture_role_architecture_f9efacd6 000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2.5447073,&quot;endpoint_object_ids&quot;:[],&quot;endpoint_role_ids&quot;:[],&quot;kind&quot;:&quot;leader&quot;,&quot;object_id&quot;:&quot;scene_object_model_scene_architecture_role_architecture_f9efacd6&quot;,&quot;repeat_count&quot;:3,&quot;source_digest&quot;:&quot;e9166bf6518db0a2491439fd467b639c5b204c2a4811c03a716e84b8545de233&quot;}"/>
          <p:cNvCxnSpPr/>
          <p:nvPr/>
        </p:nvCxnSpPr>
        <p:spPr>
          <a:xfrm flipH="1">
            <a:off x="4033781" y="2360000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NNDV editable label scene_object_model_scene_architecture_role_architecture_f9efacd6 0087" descr="{&quot;architecture_direction&quot;:null,&quot;architecture_evidence_digest&quot;:&quot;118760ba97961792c4feae9e9ceda64d9f40847683d272fd67202081651a71f2&quot;,&quot;architecture_role&quot;:&quot;residual-norm&quot;,&quot;architecture_role_graph_digest&quot;:&quot;ca017e8fc151c493a37c151e027a6c2260aca3d2185b5d0b96366fbd32687f70&quot;,&quot;architecture_role_graph_edge_id&quot;:null,&quot;architecture_role_id&quot;:&quot;architecture_role_residual_norm_3_module_encoder_1_output_no_0831d771&quot;,&quot;architecture_route_id&quot;:null,&quot;architecture_route_role&quot;:null,&quot;depth&quot;:12.5447073,&quot;endpoint_object_ids&quot;:[],&quot;endpoint_role_ids&quot;:[],&quot;kind&quot;:&quot;label&quot;,&quot;object_id&quot;:&quot;scene_object_model_scene_architecture_role_architecture_f9efacd6&quot;,&quot;repeat_count&quot;:3,&quot;source_digest&quot;:&quot;e9166bf6518db0a2491439fd467b639c5b204c2a4811c03a716e84b8545de233&quot;}"/>
          <p:cNvSpPr txBox="1"/>
          <p:nvPr/>
        </p:nvSpPr>
        <p:spPr>
          <a:xfrm>
            <a:off x="4076981" y="2248875"/>
            <a:ext cx="992123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Residual + norm ×3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scene_bertencoder___module___architecture_eviden_02d952b7</dc:title>
  <dc:subject>Editable deterministic CPU projection of Scene IR 1.0</dc:subject>
  <dc:creator/>
  <cp:keywords/>
  <dc:description>NN_DaVinci 0.7.3;nndv-scene-export-1;camera=scene_camera_bertencoder___module___architecture_eviden_3cb52a3f;digest=e9166bf6518db0a2491439fd467b639c5b204c2a4811c03a716e84b8545de233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