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80000" cy="43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NDV Scene background"/>
          <p:cNvSpPr/>
          <p:nvPr/>
        </p:nvSpPr>
        <p:spPr>
          <a:xfrm>
            <a:off x="0" y="0"/>
            <a:ext cx="6480000" cy="4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NDV editable face scene_object_model_scene_architecture_role_architecture_ef0e6bc2 0000" descr="{&quot;architecture_direction&quot;:null,&quot;architecture_evidence_digest&quot;:&quot;b4f792eaca2b62ee02a87d9918f1bafe7f1f0bcf1af4954f074a0950db188c59&quot;,&quot;architecture_role&quot;:&quot;embedding&quot;,&quot;architecture_role_graph_digest&quot;:&quot;040e8dbaa85b467feb50c9c7921939e2e31ef7630238a372e1b1ff168e700424&quot;,&quot;architecture_role_graph_edge_id&quot;:null,&quot;architecture_role_id&quot;:&quot;architecture_role_embedding_0_node_fx_flatten_2_4695a9f7_mod_f48bc7ac&quot;,&quot;architecture_route_id&quot;:null,&quot;architecture_route_role&quot;:null,&quot;depth&quot;:29.9692361,&quot;endpoint_object_ids&quot;:[],&quot;endpoint_role_ids&quot;:[],&quot;kind&quot;:&quot;face&quot;,&quot;object_id&quot;:&quot;scene_object_model_scene_architecture_role_architecture_ef0e6bc2&quot;,&quot;repeat_count&quot;:1,&quot;source_digest&quot;:&quot;3003e70df5ba9554535ce7455caf5ee594ef3d194e150c6f9f6e79603625b9eb&quot;}"/>
          <p:cNvSpPr/>
          <p:nvPr/>
        </p:nvSpPr>
        <p:spPr>
          <a:xfrm>
            <a:off x="1247898" y="1447664"/>
            <a:ext cx="278292" cy="529026"/>
          </a:xfrm>
          <a:custGeom>
            <a:avLst/>
            <a:gdLst/>
            <a:ahLst/>
            <a:cxnLst/>
            <a:rect l="l" t="t" r="r" b="b"/>
            <a:pathLst>
              <a:path w="278292" h="529026">
                <a:moveTo>
                  <a:pt x="278292" y="381794"/>
                </a:moveTo>
                <a:lnTo>
                  <a:pt x="278292" y="0"/>
                </a:lnTo>
                <a:lnTo>
                  <a:pt x="0" y="147232"/>
                </a:lnTo>
                <a:lnTo>
                  <a:pt x="0" y="529026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NDV editable face scene_object_model_scene_architecture_role_architecture_ef0e6bc2 0001" descr="{&quot;architecture_direction&quot;:null,&quot;architecture_evidence_digest&quot;:&quot;b4f792eaca2b62ee02a87d9918f1bafe7f1f0bcf1af4954f074a0950db188c59&quot;,&quot;architecture_role&quot;:&quot;embedding&quot;,&quot;architecture_role_graph_digest&quot;:&quot;040e8dbaa85b467feb50c9c7921939e2e31ef7630238a372e1b1ff168e700424&quot;,&quot;architecture_role_graph_edge_id&quot;:null,&quot;architecture_role_id&quot;:&quot;architecture_role_embedding_0_node_fx_flatten_2_4695a9f7_mod_f48bc7ac&quot;,&quot;architecture_route_id&quot;:null,&quot;architecture_route_role&quot;:null,&quot;depth&quot;:29.595485425,&quot;endpoint_object_ids&quot;:[],&quot;endpoint_role_ids&quot;:[],&quot;kind&quot;:&quot;face&quot;,&quot;object_id&quot;:&quot;scene_object_model_scene_architecture_role_architecture_ef0e6bc2&quot;,&quot;repeat_count&quot;:1,&quot;source_digest&quot;:&quot;3003e70df5ba9554535ce7455caf5ee594ef3d194e150c6f9f6e79603625b9eb&quot;}"/>
          <p:cNvSpPr/>
          <p:nvPr/>
        </p:nvSpPr>
        <p:spPr>
          <a:xfrm>
            <a:off x="1114560" y="1395837"/>
            <a:ext cx="411630" cy="199059"/>
          </a:xfrm>
          <a:custGeom>
            <a:avLst/>
            <a:gdLst/>
            <a:ahLst/>
            <a:cxnLst/>
            <a:rect l="l" t="t" r="r" b="b"/>
            <a:pathLst>
              <a:path w="411630" h="199059">
                <a:moveTo>
                  <a:pt x="278292" y="0"/>
                </a:moveTo>
                <a:lnTo>
                  <a:pt x="0" y="147231"/>
                </a:lnTo>
                <a:lnTo>
                  <a:pt x="133338" y="199059"/>
                </a:lnTo>
                <a:lnTo>
                  <a:pt x="411630" y="51827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NDV editable face scene_object_model_scene_architecture_role_architecture_ef0e6bc2 0002" descr="{&quot;architecture_direction&quot;:null,&quot;architecture_evidence_digest&quot;:&quot;b4f792eaca2b62ee02a87d9918f1bafe7f1f0bcf1af4954f074a0950db188c59&quot;,&quot;architecture_role&quot;:&quot;embedding&quot;,&quot;architecture_role_graph_digest&quot;:&quot;040e8dbaa85b467feb50c9c7921939e2e31ef7630238a372e1b1ff168e700424&quot;,&quot;architecture_role_graph_edge_id&quot;:null,&quot;architecture_role_id&quot;:&quot;architecture_role_embedding_0_node_fx_flatten_2_4695a9f7_mod_f48bc7ac&quot;,&quot;architecture_route_id&quot;:null,&quot;architecture_route_role&quot;:null,&quot;depth&quot;:29.37951455,&quot;endpoint_object_ids&quot;:[],&quot;endpoint_role_ids&quot;:[],&quot;kind&quot;:&quot;face&quot;,&quot;object_id&quot;:&quot;scene_object_model_scene_architecture_role_architecture_ef0e6bc2&quot;,&quot;repeat_count&quot;:1,&quot;source_digest&quot;:&quot;3003e70df5ba9554535ce7455caf5ee594ef3d194e150c6f9f6e79603625b9eb&quot;}"/>
          <p:cNvSpPr/>
          <p:nvPr/>
        </p:nvSpPr>
        <p:spPr>
          <a:xfrm>
            <a:off x="1114560" y="1543068"/>
            <a:ext cx="133338" cy="433622"/>
          </a:xfrm>
          <a:custGeom>
            <a:avLst/>
            <a:gdLst/>
            <a:ahLst/>
            <a:cxnLst/>
            <a:rect l="l" t="t" r="r" b="b"/>
            <a:pathLst>
              <a:path w="133338" h="433622">
                <a:moveTo>
                  <a:pt x="0" y="381794"/>
                </a:moveTo>
                <a:lnTo>
                  <a:pt x="133338" y="433622"/>
                </a:lnTo>
                <a:lnTo>
                  <a:pt x="133338" y="51828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NDV editable face scene_object_model_scene_architecture_role_architecture_2357c18e 0003" descr="{&quot;architecture_direction&quot;:null,&quot;architecture_evidence_digest&quot;:&quot;b4f792eaca2b62ee02a87d9918f1bafe7f1f0bcf1af4954f074a0950db188c59&quot;,&quot;architecture_role&quot;:&quot;attention&quot;,&quot;architecture_role_graph_digest&quot;:&quot;040e8dbaa85b467feb50c9c7921939e2e31ef7630238a372e1b1ff168e700424&quot;,&quot;architecture_role_graph_edge_id&quot;:null,&quot;architecture_role_id&quot;:&quot;architecture_role_attention_1_module_encoder_0_self_attentio_1eb4f949&quot;,&quot;architecture_route_id&quot;:null,&quot;architecture_route_role&quot;:null,&quot;depth&quot;:22.41971935,&quot;endpoint_object_ids&quot;:[],&quot;endpoint_role_ids&quot;:[],&quot;kind&quot;:&quot;face&quot;,&quot;object_id&quot;:&quot;scene_object_model_scene_architecture_role_architecture_2357c18e&quot;,&quot;repeat_count&quot;:3,&quot;source_digest&quot;:&quot;3003e70df5ba9554535ce7455caf5ee594ef3d194e150c6f9f6e79603625b9eb&quot;}"/>
          <p:cNvSpPr/>
          <p:nvPr/>
        </p:nvSpPr>
        <p:spPr>
          <a:xfrm>
            <a:off x="1924888" y="1533073"/>
            <a:ext cx="409400" cy="575083"/>
          </a:xfrm>
          <a:custGeom>
            <a:avLst/>
            <a:gdLst/>
            <a:ahLst/>
            <a:cxnLst/>
            <a:rect l="l" t="t" r="r" b="b"/>
            <a:pathLst>
              <a:path w="409400" h="575083">
                <a:moveTo>
                  <a:pt x="409400" y="358487"/>
                </a:moveTo>
                <a:lnTo>
                  <a:pt x="409400" y="0"/>
                </a:lnTo>
                <a:lnTo>
                  <a:pt x="0" y="216596"/>
                </a:lnTo>
                <a:lnTo>
                  <a:pt x="0" y="575083"/>
                </a:lnTo>
                <a:close/>
              </a:path>
            </a:pathLst>
          </a:custGeom>
          <a:solidFill>
            <a:srgbClr val="F59E0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NDV editable face scene_object_model_scene_architecture_role_architecture_2357c18e 0004" descr="{&quot;architecture_direction&quot;:null,&quot;architecture_evidence_digest&quot;:&quot;b4f792eaca2b62ee02a87d9918f1bafe7f1f0bcf1af4954f074a0950db188c59&quot;,&quot;architecture_role&quot;:&quot;attention&quot;,&quot;architecture_role_graph_digest&quot;:&quot;040e8dbaa85b467feb50c9c7921939e2e31ef7630238a372e1b1ff168e700424&quot;,&quot;architecture_role_graph_edge_id&quot;:null,&quot;architecture_role_id&quot;:&quot;architecture_role_attention_1_module_encoder_0_self_attentio_1eb4f949&quot;,&quot;architecture_route_id&quot;:null,&quot;architecture_route_role&quot;:null,&quot;depth&quot;:22.08834195,&quot;endpoint_object_ids&quot;:[],&quot;endpoint_role_ids&quot;:[],&quot;kind&quot;:&quot;face&quot;,&quot;object_id&quot;:&quot;scene_object_model_scene_architecture_role_architecture_2357c18e&quot;,&quot;repeat_count&quot;:3,&quot;source_digest&quot;:&quot;3003e70df5ba9554535ce7455caf5ee594ef3d194e150c6f9f6e79603625b9eb&quot;}"/>
          <p:cNvSpPr/>
          <p:nvPr/>
        </p:nvSpPr>
        <p:spPr>
          <a:xfrm>
            <a:off x="1791550" y="1481246"/>
            <a:ext cx="542738" cy="268423"/>
          </a:xfrm>
          <a:custGeom>
            <a:avLst/>
            <a:gdLst/>
            <a:ahLst/>
            <a:cxnLst/>
            <a:rect l="l" t="t" r="r" b="b"/>
            <a:pathLst>
              <a:path w="542738" h="268423">
                <a:moveTo>
                  <a:pt x="409400" y="0"/>
                </a:moveTo>
                <a:lnTo>
                  <a:pt x="0" y="216595"/>
                </a:lnTo>
                <a:lnTo>
                  <a:pt x="133338" y="268423"/>
                </a:lnTo>
                <a:lnTo>
                  <a:pt x="542738" y="51827"/>
                </a:lnTo>
                <a:close/>
              </a:path>
            </a:pathLst>
          </a:custGeom>
          <a:solidFill>
            <a:srgbClr val="F59E0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NDV editable face scene_object_model_scene_architecture_role_architecture_2357c18e 0005" descr="{&quot;architecture_direction&quot;:null,&quot;architecture_evidence_digest&quot;:&quot;b4f792eaca2b62ee02a87d9918f1bafe7f1f0bcf1af4954f074a0950db188c59&quot;,&quot;architecture_role&quot;:&quot;attention&quot;,&quot;architecture_role_graph_digest&quot;:&quot;040e8dbaa85b467feb50c9c7921939e2e31ef7630238a372e1b1ff168e700424&quot;,&quot;architecture_role_graph_edge_id&quot;:null,&quot;architecture_role_id&quot;:&quot;architecture_role_attention_1_module_encoder_0_self_attentio_1eb4f949&quot;,&quot;architecture_route_id&quot;:null,&quot;architecture_route_role&quot;:null,&quot;depth&quot;:21.4012399,&quot;endpoint_object_ids&quot;:[],&quot;endpoint_role_ids&quot;:[],&quot;kind&quot;:&quot;face&quot;,&quot;object_id&quot;:&quot;scene_object_model_scene_architecture_role_architecture_2357c18e&quot;,&quot;repeat_count&quot;:3,&quot;source_digest&quot;:&quot;3003e70df5ba9554535ce7455caf5ee594ef3d194e150c6f9f6e79603625b9eb&quot;}"/>
          <p:cNvSpPr/>
          <p:nvPr/>
        </p:nvSpPr>
        <p:spPr>
          <a:xfrm>
            <a:off x="1791550" y="1697841"/>
            <a:ext cx="133338" cy="410315"/>
          </a:xfrm>
          <a:custGeom>
            <a:avLst/>
            <a:gdLst/>
            <a:ahLst/>
            <a:cxnLst/>
            <a:rect l="l" t="t" r="r" b="b"/>
            <a:pathLst>
              <a:path w="133338" h="410315">
                <a:moveTo>
                  <a:pt x="0" y="358487"/>
                </a:moveTo>
                <a:lnTo>
                  <a:pt x="133338" y="410315"/>
                </a:lnTo>
                <a:lnTo>
                  <a:pt x="133338" y="51828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NDV editable face scene_object_model_scene_architecture_role_architecture_6b52c290 0006" descr="{&quot;architecture_direction&quot;:null,&quot;architecture_evidence_digest&quot;:&quot;b4f792eaca2b62ee02a87d9918f1bafe7f1f0bcf1af4954f074a0950db188c59&quot;,&quot;architecture_role&quot;:&quot;feed-forward&quot;,&quot;architecture_role_graph_digest&quot;:&quot;040e8dbaa85b467feb50c9c7921939e2e31ef7630238a372e1b1ff168e700424&quot;,&quot;architecture_role_graph_edge_id&quot;:null,&quot;architecture_role_id&quot;:&quot;architecture_role_feed_forward_2_module_encoder_0_feed_forwa_b7ed392a&quot;,&quot;architecture_route_id&quot;:null,&quot;architecture_route_role&quot;:null,&quot;depth&quot;:19.78673235,&quot;endpoint_object_ids&quot;:[],&quot;endpoint_role_ids&quot;:[],&quot;kind&quot;:&quot;face&quot;,&quot;object_id&quot;:&quot;scene_object_model_scene_architecture_role_architecture_6b52c290&quot;,&quot;repeat_count&quot;:3,&quot;source_digest&quot;:&quot;3003e70df5ba9554535ce7455caf5ee594ef3d194e150c6f9f6e79603625b9eb&quot;}"/>
          <p:cNvSpPr/>
          <p:nvPr/>
        </p:nvSpPr>
        <p:spPr>
          <a:xfrm>
            <a:off x="2857249" y="2670566"/>
            <a:ext cx="474342" cy="609440"/>
          </a:xfrm>
          <a:custGeom>
            <a:avLst/>
            <a:gdLst/>
            <a:ahLst/>
            <a:cxnLst/>
            <a:rect l="l" t="t" r="r" b="b"/>
            <a:pathLst>
              <a:path w="474342" h="609440">
                <a:moveTo>
                  <a:pt x="474342" y="358487"/>
                </a:moveTo>
                <a:lnTo>
                  <a:pt x="474342" y="0"/>
                </a:lnTo>
                <a:lnTo>
                  <a:pt x="0" y="250953"/>
                </a:lnTo>
                <a:lnTo>
                  <a:pt x="0" y="60944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NDV editable face scene_object_model_scene_architecture_role_architecture_6b52c290 0007" descr="{&quot;architecture_direction&quot;:null,&quot;architecture_evidence_digest&quot;:&quot;b4f792eaca2b62ee02a87d9918f1bafe7f1f0bcf1af4954f074a0950db188c59&quot;,&quot;architecture_role&quot;:&quot;feed-forward&quot;,&quot;architecture_role_graph_digest&quot;:&quot;040e8dbaa85b467feb50c9c7921939e2e31ef7630238a372e1b1ff168e700424&quot;,&quot;architecture_role_graph_edge_id&quot;:null,&quot;architecture_role_id&quot;:&quot;architecture_role_feed_forward_2_module_encoder_0_feed_forwa_b7ed392a&quot;,&quot;architecture_route_id&quot;:null,&quot;architecture_route_role&quot;:null,&quot;depth&quot;:19.7070691,&quot;endpoint_object_ids&quot;:[],&quot;endpoint_role_ids&quot;:[],&quot;kind&quot;:&quot;face&quot;,&quot;object_id&quot;:&quot;scene_object_model_scene_architecture_role_architecture_6b52c290&quot;,&quot;repeat_count&quot;:3,&quot;source_digest&quot;:&quot;3003e70df5ba9554535ce7455caf5ee594ef3d194e150c6f9f6e79603625b9eb&quot;}"/>
          <p:cNvSpPr/>
          <p:nvPr/>
        </p:nvSpPr>
        <p:spPr>
          <a:xfrm>
            <a:off x="2619145" y="2578016"/>
            <a:ext cx="712446" cy="343503"/>
          </a:xfrm>
          <a:custGeom>
            <a:avLst/>
            <a:gdLst/>
            <a:ahLst/>
            <a:cxnLst/>
            <a:rect l="l" t="t" r="r" b="b"/>
            <a:pathLst>
              <a:path w="712446" h="343503">
                <a:moveTo>
                  <a:pt x="474342" y="0"/>
                </a:moveTo>
                <a:lnTo>
                  <a:pt x="0" y="250954"/>
                </a:lnTo>
                <a:lnTo>
                  <a:pt x="238104" y="343503"/>
                </a:lnTo>
                <a:lnTo>
                  <a:pt x="712446" y="9255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NDV editable face scene_object_model_scene_architecture_role_architecture_6b52c290 0008" descr="{&quot;architecture_direction&quot;:null,&quot;architecture_evidence_digest&quot;:&quot;b4f792eaca2b62ee02a87d9918f1bafe7f1f0bcf1af4954f074a0950db188c59&quot;,&quot;architecture_role&quot;:&quot;feed-forward&quot;,&quot;architecture_role_graph_digest&quot;:&quot;040e8dbaa85b467feb50c9c7921939e2e31ef7630238a372e1b1ff168e700424&quot;,&quot;architecture_role_graph_edge_id&quot;:null,&quot;architecture_role_id&quot;:&quot;architecture_role_feed_forward_2_module_encoder_0_feed_forwa_b7ed392a&quot;,&quot;architecture_route_id&quot;:null,&quot;architecture_route_role&quot;:null,&quot;depth&quot;:18.807587275,&quot;endpoint_object_ids&quot;:[],&quot;endpoint_role_ids&quot;:[],&quot;kind&quot;:&quot;face&quot;,&quot;object_id&quot;:&quot;scene_object_model_scene_architecture_role_architecture_6b52c290&quot;,&quot;repeat_count&quot;:3,&quot;source_digest&quot;:&quot;3003e70df5ba9554535ce7455caf5ee594ef3d194e150c6f9f6e79603625b9eb&quot;}"/>
          <p:cNvSpPr/>
          <p:nvPr/>
        </p:nvSpPr>
        <p:spPr>
          <a:xfrm>
            <a:off x="2619145" y="2828970"/>
            <a:ext cx="238104" cy="451036"/>
          </a:xfrm>
          <a:custGeom>
            <a:avLst/>
            <a:gdLst/>
            <a:ahLst/>
            <a:cxnLst/>
            <a:rect l="l" t="t" r="r" b="b"/>
            <a:pathLst>
              <a:path w="238104" h="451036">
                <a:moveTo>
                  <a:pt x="0" y="358487"/>
                </a:moveTo>
                <a:lnTo>
                  <a:pt x="238104" y="451036"/>
                </a:lnTo>
                <a:lnTo>
                  <a:pt x="238104" y="92549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NDV editable face scene_object_model_scene_architecture_role_architecture_09967259 0009" descr="{&quot;architecture_direction&quot;:null,&quot;architecture_evidence_digest&quot;:&quot;b4f792eaca2b62ee02a87d9918f1bafe7f1f0bcf1af4954f074a0950db188c59&quot;,&quot;architecture_role&quot;:&quot;residual-norm&quot;,&quot;architecture_role_graph_digest&quot;:&quot;040e8dbaa85b467feb50c9c7921939e2e31ef7630238a372e1b1ff168e700424&quot;,&quot;architecture_role_graph_edge_id&quot;:null,&quot;architecture_role_id&quot;:&quot;architecture_role_residual_norm_3_module_encoder_1_norm1_e1e_470c855b&quot;,&quot;architecture_route_id&quot;:null,&quot;architecture_route_role&quot;:null,&quot;depth&quot;:12.22434385,&quot;endpoint_object_ids&quot;:[],&quot;endpoint_role_ids&quot;:[],&quot;kind&quot;:&quot;face&quot;,&quot;object_id&quot;:&quot;scene_object_model_scene_architecture_role_architecture_09967259&quot;,&quot;repeat_count&quot;:3,&quot;source_digest&quot;:&quot;3003e70df5ba9554535ce7455caf5ee594ef3d194e150c6f9f6e79603625b9eb&quot;}"/>
          <p:cNvSpPr/>
          <p:nvPr/>
        </p:nvSpPr>
        <p:spPr>
          <a:xfrm>
            <a:off x="3674273" y="2483326"/>
            <a:ext cx="409400" cy="575082"/>
          </a:xfrm>
          <a:custGeom>
            <a:avLst/>
            <a:gdLst/>
            <a:ahLst/>
            <a:cxnLst/>
            <a:rect l="l" t="t" r="r" b="b"/>
            <a:pathLst>
              <a:path w="409400" h="575082">
                <a:moveTo>
                  <a:pt x="409400" y="358487"/>
                </a:moveTo>
                <a:lnTo>
                  <a:pt x="409400" y="0"/>
                </a:lnTo>
                <a:lnTo>
                  <a:pt x="0" y="216595"/>
                </a:lnTo>
                <a:lnTo>
                  <a:pt x="0" y="575082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NDV editable face scene_object_model_scene_architecture_role_architecture_09967259 0010" descr="{&quot;architecture_direction&quot;:null,&quot;architecture_evidence_digest&quot;:&quot;b4f792eaca2b62ee02a87d9918f1bafe7f1f0bcf1af4954f074a0950db188c59&quot;,&quot;architecture_role&quot;:&quot;residual-norm&quot;,&quot;architecture_role_graph_digest&quot;:&quot;040e8dbaa85b467feb50c9c7921939e2e31ef7630238a372e1b1ff168e700424&quot;,&quot;architecture_role_graph_edge_id&quot;:null,&quot;architecture_role_id&quot;:&quot;architecture_role_residual_norm_3_module_encoder_1_norm1_e1e_470c855b&quot;,&quot;architecture_route_id&quot;:null,&quot;architecture_route_role&quot;:null,&quot;depth&quot;:11.892966475,&quot;endpoint_object_ids&quot;:[],&quot;endpoint_role_ids&quot;:[],&quot;kind&quot;:&quot;face&quot;,&quot;object_id&quot;:&quot;scene_object_model_scene_architecture_role_architecture_09967259&quot;,&quot;repeat_count&quot;:3,&quot;source_digest&quot;:&quot;3003e70df5ba9554535ce7455caf5ee594ef3d194e150c6f9f6e79603625b9eb&quot;}"/>
          <p:cNvSpPr/>
          <p:nvPr/>
        </p:nvSpPr>
        <p:spPr>
          <a:xfrm>
            <a:off x="3540934" y="2431498"/>
            <a:ext cx="542739" cy="268423"/>
          </a:xfrm>
          <a:custGeom>
            <a:avLst/>
            <a:gdLst/>
            <a:ahLst/>
            <a:cxnLst/>
            <a:rect l="l" t="t" r="r" b="b"/>
            <a:pathLst>
              <a:path w="542739" h="268423">
                <a:moveTo>
                  <a:pt x="409400" y="0"/>
                </a:moveTo>
                <a:lnTo>
                  <a:pt x="0" y="216596"/>
                </a:lnTo>
                <a:lnTo>
                  <a:pt x="133339" y="268423"/>
                </a:lnTo>
                <a:lnTo>
                  <a:pt x="542739" y="51828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NDV editable face scene_object_model_scene_architecture_role_architecture_c3436716 0011" descr="{&quot;architecture_direction&quot;:null,&quot;architecture_evidence_digest&quot;:&quot;b4f792eaca2b62ee02a87d9918f1bafe7f1f0bcf1af4954f074a0950db188c59&quot;,&quot;architecture_role&quot;:&quot;output-head&quot;,&quot;architecture_role_graph_digest&quot;:&quot;040e8dbaa85b467feb50c9c7921939e2e31ef7630238a372e1b1ff168e700424&quot;,&quot;architecture_role_graph_edge_id&quot;:null,&quot;architecture_role_id&quot;:&quot;architecture_role_output_head_4_node_fx_output_44_81582432_m_81e64aec&quot;,&quot;architecture_route_id&quot;:null,&quot;architecture_route_role&quot;:null,&quot;depth&quot;:11.395784875,&quot;endpoint_object_ids&quot;:[],&quot;endpoint_role_ids&quot;:[],&quot;kind&quot;:&quot;face&quot;,&quot;object_id&quot;:&quot;scene_object_model_scene_architecture_role_architecture_c3436716&quot;,&quot;repeat_count&quot;:1,&quot;source_digest&quot;:&quot;3003e70df5ba9554535ce7455caf5ee594ef3d194e150c6f9f6e79603625b9eb&quot;}"/>
          <p:cNvSpPr/>
          <p:nvPr/>
        </p:nvSpPr>
        <p:spPr>
          <a:xfrm>
            <a:off x="5027977" y="3040305"/>
            <a:ext cx="337463" cy="158485"/>
          </a:xfrm>
          <a:custGeom>
            <a:avLst/>
            <a:gdLst/>
            <a:ahLst/>
            <a:cxnLst/>
            <a:rect l="l" t="t" r="r" b="b"/>
            <a:pathLst>
              <a:path w="337463" h="158485">
                <a:moveTo>
                  <a:pt x="194601" y="0"/>
                </a:moveTo>
                <a:lnTo>
                  <a:pt x="0" y="102955"/>
                </a:lnTo>
                <a:lnTo>
                  <a:pt x="142862" y="158485"/>
                </a:lnTo>
                <a:lnTo>
                  <a:pt x="337463" y="5553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NDV editable face scene_object_model_scene_architecture_role_architecture_c3436716 0012" descr="{&quot;architecture_direction&quot;:null,&quot;architecture_evidence_digest&quot;:&quot;b4f792eaca2b62ee02a87d9918f1bafe7f1f0bcf1af4954f074a0950db188c59&quot;,&quot;architecture_role&quot;:&quot;output-head&quot;,&quot;architecture_role_graph_digest&quot;:&quot;040e8dbaa85b467feb50c9c7921939e2e31ef7630238a372e1b1ff168e700424&quot;,&quot;architecture_role_graph_edge_id&quot;:null,&quot;architecture_role_id&quot;:&quot;architecture_role_output_head_4_node_fx_output_44_81582432_m_81e64aec&quot;,&quot;architecture_route_id&quot;:null,&quot;architecture_route_role&quot;:null,&quot;depth&quot;:11.31950785,&quot;endpoint_object_ids&quot;:[],&quot;endpoint_role_ids&quot;:[],&quot;kind&quot;:&quot;face&quot;,&quot;object_id&quot;:&quot;scene_object_model_scene_architecture_role_architecture_c3436716&quot;,&quot;repeat_count&quot;:1,&quot;source_digest&quot;:&quot;3003e70df5ba9554535ce7455caf5ee594ef3d194e150c6f9f6e79603625b9eb&quot;}"/>
          <p:cNvSpPr/>
          <p:nvPr/>
        </p:nvSpPr>
        <p:spPr>
          <a:xfrm>
            <a:off x="5170839" y="3095835"/>
            <a:ext cx="194601" cy="249800"/>
          </a:xfrm>
          <a:custGeom>
            <a:avLst/>
            <a:gdLst/>
            <a:ahLst/>
            <a:cxnLst/>
            <a:rect l="l" t="t" r="r" b="b"/>
            <a:pathLst>
              <a:path w="194601" h="249800">
                <a:moveTo>
                  <a:pt x="194601" y="146845"/>
                </a:moveTo>
                <a:lnTo>
                  <a:pt x="194601" y="0"/>
                </a:lnTo>
                <a:lnTo>
                  <a:pt x="0" y="102955"/>
                </a:lnTo>
                <a:lnTo>
                  <a:pt x="0" y="24980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NDV editable face scene_object_model_scene_architecture_role_architecture_09967259 0013" descr="{&quot;architecture_direction&quot;:null,&quot;architecture_evidence_digest&quot;:&quot;b4f792eaca2b62ee02a87d9918f1bafe7f1f0bcf1af4954f074a0950db188c59&quot;,&quot;architecture_role&quot;:&quot;residual-norm&quot;,&quot;architecture_role_graph_digest&quot;:&quot;040e8dbaa85b467feb50c9c7921939e2e31ef7630238a372e1b1ff168e700424&quot;,&quot;architecture_role_graph_edge_id&quot;:null,&quot;architecture_role_id&quot;:&quot;architecture_role_residual_norm_3_module_encoder_1_norm1_e1e_470c855b&quot;,&quot;architecture_route_id&quot;:null,&quot;architecture_route_role&quot;:null,&quot;depth&quot;:11.205864425,&quot;endpoint_object_ids&quot;:[],&quot;endpoint_role_ids&quot;:[],&quot;kind&quot;:&quot;face&quot;,&quot;object_id&quot;:&quot;scene_object_model_scene_architecture_role_architecture_09967259&quot;,&quot;repeat_count&quot;:3,&quot;source_digest&quot;:&quot;3003e70df5ba9554535ce7455caf5ee594ef3d194e150c6f9f6e79603625b9eb&quot;}"/>
          <p:cNvSpPr/>
          <p:nvPr/>
        </p:nvSpPr>
        <p:spPr>
          <a:xfrm>
            <a:off x="3540934" y="2648094"/>
            <a:ext cx="133339" cy="410314"/>
          </a:xfrm>
          <a:custGeom>
            <a:avLst/>
            <a:gdLst/>
            <a:ahLst/>
            <a:cxnLst/>
            <a:rect l="l" t="t" r="r" b="b"/>
            <a:pathLst>
              <a:path w="133339" h="410314">
                <a:moveTo>
                  <a:pt x="0" y="358486"/>
                </a:moveTo>
                <a:lnTo>
                  <a:pt x="133339" y="410314"/>
                </a:lnTo>
                <a:lnTo>
                  <a:pt x="133339" y="51827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NDV editable face scene_object_model_scene_architecture_role_architecture_c3436716 0014" descr="{&quot;architecture_direction&quot;:null,&quot;architecture_evidence_digest&quot;:&quot;b4f792eaca2b62ee02a87d9918f1bafe7f1f0bcf1af4954f074a0950db188c59&quot;,&quot;architecture_role&quot;:&quot;output-head&quot;,&quot;architecture_role_graph_digest&quot;:&quot;040e8dbaa85b467feb50c9c7921939e2e31ef7630238a372e1b1ff168e700424&quot;,&quot;architecture_role_graph_edge_id&quot;:null,&quot;architecture_role_id&quot;:&quot;architecture_role_output_head_4_node_fx_output_44_81582432_m_81e64aec&quot;,&quot;architecture_route_id&quot;:null,&quot;architecture_route_role&quot;:null,&quot;depth&quot;:11.026359724999999,&quot;endpoint_object_ids&quot;:[],&quot;endpoint_role_ids&quot;:[],&quot;kind&quot;:&quot;face&quot;,&quot;object_id&quot;:&quot;scene_object_model_scene_architecture_role_architecture_c3436716&quot;,&quot;repeat_count&quot;:1,&quot;source_digest&quot;:&quot;3003e70df5ba9554535ce7455caf5ee594ef3d194e150c6f9f6e79603625b9eb&quot;}"/>
          <p:cNvSpPr/>
          <p:nvPr/>
        </p:nvSpPr>
        <p:spPr>
          <a:xfrm>
            <a:off x="5027977" y="3143260"/>
            <a:ext cx="142862" cy="202375"/>
          </a:xfrm>
          <a:custGeom>
            <a:avLst/>
            <a:gdLst/>
            <a:ahLst/>
            <a:cxnLst/>
            <a:rect l="l" t="t" r="r" b="b"/>
            <a:pathLst>
              <a:path w="142862" h="202375">
                <a:moveTo>
                  <a:pt x="0" y="146845"/>
                </a:moveTo>
                <a:lnTo>
                  <a:pt x="142862" y="202375"/>
                </a:lnTo>
                <a:lnTo>
                  <a:pt x="142862" y="55530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NNDV editable edge scene_object_model_scene_architecture_role_architecture_ef0e6bc2 000" descr="{&quot;architecture_direction&quot;:null,&quot;architecture_evidence_digest&quot;:&quot;b4f792eaca2b62ee02a87d9918f1bafe7f1f0bcf1af4954f074a0950db188c59&quot;,&quot;architecture_role&quot;:&quot;embedding&quot;,&quot;architecture_role_graph_digest&quot;:&quot;040e8dbaa85b467feb50c9c7921939e2e31ef7630238a372e1b1ff168e700424&quot;,&quot;architecture_role_graph_edge_id&quot;:null,&quot;architecture_role_id&quot;:&quot;architecture_role_embedding_0_node_fx_flatten_2_4695a9f7_mod_f48bc7ac&quot;,&quot;architecture_route_id&quot;:null,&quot;architecture_route_role&quot;:null,&quot;depth&quot;:30.8793211,&quot;endpoint_object_ids&quot;:[],&quot;endpoint_role_ids&quot;:[],&quot;kind&quot;:&quot;edge&quot;,&quot;object_id&quot;:&quot;scene_object_model_scene_architecture_role_architecture_ef0e6bc2&quot;,&quot;repeat_count&quot;:1,&quot;source_digest&quot;:&quot;3003e70df5ba9554535ce7455caf5ee594ef3d194e150c6f9f6e79603625b9eb&quot;}"/>
          <p:cNvCxnSpPr/>
          <p:nvPr/>
        </p:nvCxnSpPr>
        <p:spPr>
          <a:xfrm flipV="1">
            <a:off x="1526189" y="1447664"/>
            <a:ext cx="0" cy="38179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NNDV editable edge scene_object_model_scene_architecture_role_architecture_ef0e6bc2 000" descr="{&quot;architecture_direction&quot;:null,&quot;architecture_evidence_digest&quot;:&quot;b4f792eaca2b62ee02a87d9918f1bafe7f1f0bcf1af4954f074a0950db188c59&quot;,&quot;architecture_role&quot;:&quot;embedding&quot;,&quot;architecture_role_graph_digest&quot;:&quot;040e8dbaa85b467feb50c9c7921939e2e31ef7630238a372e1b1ff168e700424&quot;,&quot;architecture_role_graph_edge_id&quot;:null,&quot;architecture_role_id&quot;:&quot;architecture_role_embedding_0_node_fx_flatten_2_4695a9f7_mod_f48bc7ac&quot;,&quot;architecture_route_id&quot;:null,&quot;architecture_route_role&quot;:null,&quot;depth&quot;:30.6633502,&quot;endpoint_object_ids&quot;:[],&quot;endpoint_role_ids&quot;:[],&quot;kind&quot;:&quot;edge&quot;,&quot;object_id&quot;:&quot;scene_object_model_scene_architecture_role_architecture_ef0e6bc2&quot;,&quot;repeat_count&quot;:1,&quot;source_digest&quot;:&quot;3003e70df5ba9554535ce7455caf5ee594ef3d194e150c6f9f6e79603625b9eb&quot;}"/>
          <p:cNvCxnSpPr/>
          <p:nvPr/>
        </p:nvCxnSpPr>
        <p:spPr>
          <a:xfrm flipH="1">
            <a:off x="1247898" y="1829458"/>
            <a:ext cx="278291" cy="14723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NNDV editable edge scene_object_model_scene_architecture_role_architecture_ef0e6bc2 000" descr="{&quot;architecture_direction&quot;:null,&quot;architecture_evidence_digest&quot;:&quot;b4f792eaca2b62ee02a87d9918f1bafe7f1f0bcf1af4954f074a0950db188c59&quot;,&quot;architecture_role&quot;:&quot;embedding&quot;,&quot;architecture_role_graph_digest&quot;:&quot;040e8dbaa85b467feb50c9c7921939e2e31ef7630238a372e1b1ff168e700424&quot;,&quot;architecture_role_graph_edge_id&quot;:null,&quot;architecture_role_id&quot;:&quot;architecture_role_embedding_0_node_fx_flatten_2_4695a9f7_mod_f48bc7ac&quot;,&quot;architecture_route_id&quot;:null,&quot;architecture_route_role&quot;:null,&quot;depth&quot;:30.5055704,&quot;endpoint_object_ids&quot;:[],&quot;endpoint_role_ids&quot;:[],&quot;kind&quot;:&quot;edge&quot;,&quot;object_id&quot;:&quot;scene_object_model_scene_architecture_role_architecture_ef0e6bc2&quot;,&quot;repeat_count&quot;:1,&quot;source_digest&quot;:&quot;3003e70df5ba9554535ce7455caf5ee594ef3d194e150c6f9f6e79603625b9eb&quot;}"/>
          <p:cNvCxnSpPr/>
          <p:nvPr/>
        </p:nvCxnSpPr>
        <p:spPr>
          <a:xfrm flipH="1" flipV="1">
            <a:off x="1392851" y="1395836"/>
            <a:ext cx="133338" cy="5182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NNDV editable edge scene_object_model_scene_architecture_role_architecture_ef0e6bc2 000" descr="{&quot;architecture_direction&quot;:null,&quot;architecture_evidence_digest&quot;:&quot;b4f792eaca2b62ee02a87d9918f1bafe7f1f0bcf1af4954f074a0950db188c59&quot;,&quot;architecture_role&quot;:&quot;embedding&quot;,&quot;architecture_role_graph_digest&quot;:&quot;040e8dbaa85b467feb50c9c7921939e2e31ef7630238a372e1b1ff168e700424&quot;,&quot;architecture_role_graph_edge_id&quot;:null,&quot;architecture_role_id&quot;:&quot;architecture_role_embedding_0_node_fx_flatten_2_4695a9f7_mod_f48bc7ac&quot;,&quot;architecture_route_id&quot;:null,&quot;architecture_route_role&quot;:null,&quot;depth&quot;:30.07362865,&quot;endpoint_object_ids&quot;:[],&quot;endpoint_role_ids&quot;:[],&quot;kind&quot;:&quot;edge&quot;,&quot;object_id&quot;:&quot;scene_object_model_scene_architecture_role_architecture_ef0e6bc2&quot;,&quot;repeat_count&quot;:1,&quot;source_digest&quot;:&quot;3003e70df5ba9554535ce7455caf5ee594ef3d194e150c6f9f6e79603625b9eb&quot;}"/>
          <p:cNvCxnSpPr/>
          <p:nvPr/>
        </p:nvCxnSpPr>
        <p:spPr>
          <a:xfrm>
            <a:off x="1114560" y="1924862"/>
            <a:ext cx="133338" cy="5182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NNDV editable edge scene_object_model_scene_architecture_role_architecture_ef0e6bc2 000" descr="{&quot;architecture_direction&quot;:null,&quot;architecture_evidence_digest&quot;:&quot;b4f792eaca2b62ee02a87d9918f1bafe7f1f0bcf1af4954f074a0950db188c59&quot;,&quot;architecture_role&quot;:&quot;embedding&quot;,&quot;architecture_role_graph_digest&quot;:&quot;040e8dbaa85b467feb50c9c7921939e2e31ef7630238a372e1b1ff168e700424&quot;,&quot;architecture_role_graph_edge_id&quot;:null,&quot;architecture_role_id&quot;:&quot;architecture_role_embedding_0_node_fx_flatten_2_4695a9f7_mod_f48bc7ac&quot;,&quot;architecture_route_id&quot;:null,&quot;architecture_route_role&quot;:null,&quot;depth&quot;:29.915848850000003,&quot;endpoint_object_ids&quot;:[],&quot;endpoint_role_ids&quot;:[],&quot;kind&quot;:&quot;edge&quot;,&quot;object_id&quot;:&quot;scene_object_model_scene_architecture_role_architecture_ef0e6bc2&quot;,&quot;repeat_count&quot;:1,&quot;source_digest&quot;:&quot;3003e70df5ba9554535ce7455caf5ee594ef3d194e150c6f9f6e79603625b9eb&quot;}"/>
          <p:cNvCxnSpPr/>
          <p:nvPr/>
        </p:nvCxnSpPr>
        <p:spPr>
          <a:xfrm flipH="1">
            <a:off x="1114560" y="1395836"/>
            <a:ext cx="278291" cy="14723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NNDV editable edge scene_object_model_scene_architecture_role_architecture_ef0e6bc2 000" descr="{&quot;architecture_direction&quot;:null,&quot;architecture_evidence_digest&quot;:&quot;b4f792eaca2b62ee02a87d9918f1bafe7f1f0bcf1af4954f074a0950db188c59&quot;,&quot;architecture_role&quot;:&quot;embedding&quot;,&quot;architecture_role_graph_digest&quot;:&quot;040e8dbaa85b467feb50c9c7921939e2e31ef7630238a372e1b1ff168e700424&quot;,&quot;architecture_role_graph_edge_id&quot;:null,&quot;architecture_role_id&quot;:&quot;architecture_role_embedding_0_node_fx_flatten_2_4695a9f7_mod_f48bc7ac&quot;,&quot;architecture_route_id&quot;:null,&quot;architecture_route_role&quot;:null,&quot;depth&quot;:29.699878,&quot;endpoint_object_ids&quot;:[],&quot;endpoint_role_ids&quot;:[],&quot;kind&quot;:&quot;edge&quot;,&quot;object_id&quot;:&quot;scene_object_model_scene_architecture_role_architecture_ef0e6bc2&quot;,&quot;repeat_count&quot;:1,&quot;source_digest&quot;:&quot;3003e70df5ba9554535ce7455caf5ee594ef3d194e150c6f9f6e79603625b9eb&quot;}"/>
          <p:cNvCxnSpPr/>
          <p:nvPr/>
        </p:nvCxnSpPr>
        <p:spPr>
          <a:xfrm flipV="1">
            <a:off x="1114560" y="1543068"/>
            <a:ext cx="0" cy="38179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NNDV editable edge scene_object_model_scene_architecture_role_architecture_ef0e6bc2 000" descr="{&quot;architecture_direction&quot;:null,&quot;architecture_evidence_digest&quot;:&quot;b4f792eaca2b62ee02a87d9918f1bafe7f1f0bcf1af4954f074a0950db188c59&quot;,&quot;architecture_role&quot;:&quot;embedding&quot;,&quot;architecture_role_graph_digest&quot;:&quot;040e8dbaa85b467feb50c9c7921939e2e31ef7630238a372e1b1ff168e700424&quot;,&quot;architecture_role_graph_edge_id&quot;:null,&quot;architecture_role_id&quot;:&quot;architecture_role_embedding_0_node_fx_flatten_2_4695a9f7_mod_f48bc7ac&quot;,&quot;architecture_route_id&quot;:null,&quot;architecture_route_role&quot;:null,&quot;depth&quot;:29.275122,&quot;endpoint_object_ids&quot;:[],&quot;endpoint_role_ids&quot;:[],&quot;kind&quot;:&quot;edge&quot;,&quot;object_id&quot;:&quot;scene_object_model_scene_architecture_role_architecture_ef0e6bc2&quot;,&quot;repeat_count&quot;:1,&quot;source_digest&quot;:&quot;3003e70df5ba9554535ce7455caf5ee594ef3d194e150c6f9f6e79603625b9eb&quot;}"/>
          <p:cNvCxnSpPr/>
          <p:nvPr/>
        </p:nvCxnSpPr>
        <p:spPr>
          <a:xfrm flipH="1">
            <a:off x="1247898" y="1447664"/>
            <a:ext cx="278291" cy="14723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NNDV editable edge scene_object_model_scene_architecture_role_architecture_ef0e6bc2 000" descr="{&quot;architecture_direction&quot;:null,&quot;architecture_evidence_digest&quot;:&quot;b4f792eaca2b62ee02a87d9918f1bafe7f1f0bcf1af4954f074a0950db188c59&quot;,&quot;architecture_role&quot;:&quot;embedding&quot;,&quot;architecture_role_graph_digest&quot;:&quot;040e8dbaa85b467feb50c9c7921939e2e31ef7630238a372e1b1ff168e700424&quot;,&quot;architecture_role_graph_edge_id&quot;:null,&quot;architecture_role_id&quot;:&quot;architecture_role_embedding_0_node_fx_flatten_2_4695a9f7_mod_f48bc7ac&quot;,&quot;architecture_route_id&quot;:null,&quot;architecture_route_role&quot;:null,&quot;depth&quot;:29.0591511,&quot;endpoint_object_ids&quot;:[],&quot;endpoint_role_ids&quot;:[],&quot;kind&quot;:&quot;edge&quot;,&quot;object_id&quot;:&quot;scene_object_model_scene_architecture_role_architecture_ef0e6bc2&quot;,&quot;repeat_count&quot;:1,&quot;source_digest&quot;:&quot;3003e70df5ba9554535ce7455caf5ee594ef3d194e150c6f9f6e79603625b9eb&quot;}"/>
          <p:cNvCxnSpPr/>
          <p:nvPr/>
        </p:nvCxnSpPr>
        <p:spPr>
          <a:xfrm flipV="1">
            <a:off x="1247898" y="1594896"/>
            <a:ext cx="0" cy="38179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NNDV editable edge scene_object_model_scene_architecture_role_architecture_ef0e6bc2 000" descr="{&quot;architecture_direction&quot;:null,&quot;architecture_evidence_digest&quot;:&quot;b4f792eaca2b62ee02a87d9918f1bafe7f1f0bcf1af4954f074a0950db188c59&quot;,&quot;architecture_role&quot;:&quot;embedding&quot;,&quot;architecture_role_graph_digest&quot;:&quot;040e8dbaa85b467feb50c9c7921939e2e31ef7630238a372e1b1ff168e700424&quot;,&quot;architecture_role_graph_edge_id&quot;:null,&quot;architecture_role_id&quot;:&quot;architecture_role_embedding_0_node_fx_flatten_2_4695a9f7_mod_f48bc7ac&quot;,&quot;architecture_route_id&quot;:null,&quot;architecture_route_role&quot;:null,&quot;depth&quot;:28.685400450000003,&quot;endpoint_object_ids&quot;:[],&quot;endpoint_role_ids&quot;:[],&quot;kind&quot;:&quot;edge&quot;,&quot;object_id&quot;:&quot;scene_object_model_scene_architecture_role_architecture_ef0e6bc2&quot;,&quot;repeat_count&quot;:1,&quot;source_digest&quot;:&quot;3003e70df5ba9554535ce7455caf5ee594ef3d194e150c6f9f6e79603625b9eb&quot;}"/>
          <p:cNvCxnSpPr/>
          <p:nvPr/>
        </p:nvCxnSpPr>
        <p:spPr>
          <a:xfrm flipH="1" flipV="1">
            <a:off x="1114560" y="1543068"/>
            <a:ext cx="133338" cy="5182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NNDV editable arrow scene_object_model_scene_architecture_route_architectur_fe13cd53 000" descr="{&quot;architecture_direction&quot;:&quot;source-to-target&quot;,&quot;architecture_evidence_digest&quot;:&quot;b4f792eaca2b62ee02a87d9918f1bafe7f1f0bcf1af4954f074a0950db188c59&quot;,&quot;architecture_role&quot;:&quot;arrow&quot;,&quot;architecture_role_graph_digest&quot;:&quot;040e8dbaa85b467feb50c9c7921939e2e31ef7630238a372e1b1ff168e700424&quot;,&quot;architecture_role_graph_edge_id&quot;:&quot;architecture_role_flow_architecture_role_embedding_0_node_fx_flat_89ef345f&quot;,&quot;architecture_role_id&quot;:null,&quot;architecture_route_id&quot;:null,&quot;architecture_route_role&quot;:&quot;arrow&quot;,&quot;depth&quot;:27.5764919359375,&quot;endpoint_object_ids&quot;:[&quot;scene_object_model_scene_architecture_role_architecture_ef0e6bc2&quot;,&quot;scene_object_model_scene_architecture_role_architecture_2357c18e&quot;],&quot;endpoint_role_ids&quot;:[&quot;architecture_role_embedding_0_node_fx_flatten_2_4695a9f7_mod_f48bc7ac&quot;,&quot;architecture_role_attention_1_module_encoder_0_self_attentio_1eb4f949&quot;],&quot;kind&quot;:&quot;arrow&quot;,&quot;object_id&quot;:&quot;scene_object_model_scene_architecture_route_architectur_fe13cd53&quot;,&quot;repeat_count&quot;:1,&quot;source_digest&quot;:&quot;3003e70df5ba9554535ce7455caf5ee594ef3d194e150c6f9f6e79603625b9eb&quot;}"/>
          <p:cNvCxnSpPr/>
          <p:nvPr/>
        </p:nvCxnSpPr>
        <p:spPr>
          <a:xfrm>
            <a:off x="1389988" y="1696429"/>
            <a:ext cx="394477" cy="57607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NNDV editable edge scene_object_model_scene_architecture_role_architecture_2357c18e 000" descr="{&quot;architecture_direction&quot;:null,&quot;architecture_evidence_digest&quot;:&quot;b4f792eaca2b62ee02a87d9918f1bafe7f1f0bcf1af4954f074a0950db188c59&quot;,&quot;architecture_role&quot;:&quot;attention&quot;,&quot;architecture_role_graph_digest&quot;:&quot;040e8dbaa85b467feb50c9c7921939e2e31ef7630238a372e1b1ff168e700424&quot;,&quot;architecture_role_graph_edge_id&quot;:null,&quot;architecture_role_id&quot;:&quot;architecture_role_attention_1_module_encoder_0_self_attentio_1eb4f949&quot;,&quot;architecture_route_id&quot;:null,&quot;architecture_route_role&quot;:null,&quot;depth&quot;:23.7585622,&quot;endpoint_object_ids&quot;:[],&quot;endpoint_role_ids&quot;:[],&quot;kind&quot;:&quot;edge&quot;,&quot;object_id&quot;:&quot;scene_object_model_scene_architecture_role_architecture_2357c18e&quot;,&quot;repeat_count&quot;:3,&quot;source_digest&quot;:&quot;3003e70df5ba9554535ce7455caf5ee594ef3d194e150c6f9f6e79603625b9eb&quot;}"/>
          <p:cNvCxnSpPr/>
          <p:nvPr/>
        </p:nvCxnSpPr>
        <p:spPr>
          <a:xfrm flipV="1">
            <a:off x="2334288" y="1533073"/>
            <a:ext cx="0" cy="35848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NNDV editable edge scene_object_model_scene_architecture_role_architecture_2357c18e 000" descr="{&quot;architecture_direction&quot;:null,&quot;architecture_evidence_digest&quot;:&quot;b4f792eaca2b62ee02a87d9918f1bafe7f1f0bcf1af4954f074a0950db188c59&quot;,&quot;architecture_role&quot;:&quot;attention&quot;,&quot;architecture_role_graph_digest&quot;:&quot;040e8dbaa85b467feb50c9c7921939e2e31ef7630238a372e1b1ff168e700424&quot;,&quot;architecture_role_graph_edge_id&quot;:null,&quot;architecture_role_id&quot;:&quot;architecture_role_attention_1_module_encoder_0_self_attentio_1eb4f949&quot;,&quot;architecture_route_id&quot;:null,&quot;architecture_route_role&quot;:null,&quot;depth&quot;:23.4271848,&quot;endpoint_object_ids&quot;:[],&quot;endpoint_role_ids&quot;:[],&quot;kind&quot;:&quot;edge&quot;,&quot;object_id&quot;:&quot;scene_object_model_scene_architecture_role_architecture_2357c18e&quot;,&quot;repeat_count&quot;:3,&quot;source_digest&quot;:&quot;3003e70df5ba9554535ce7455caf5ee594ef3d194e150c6f9f6e79603625b9eb&quot;}"/>
          <p:cNvCxnSpPr/>
          <p:nvPr/>
        </p:nvCxnSpPr>
        <p:spPr>
          <a:xfrm flipH="1" flipV="1">
            <a:off x="2200950" y="1481245"/>
            <a:ext cx="133338" cy="5182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NNDV editable edge scene_object_model_scene_architecture_role_architecture_2357c18e 000" descr="{&quot;architecture_direction&quot;:null,&quot;architecture_evidence_digest&quot;:&quot;b4f792eaca2b62ee02a87d9918f1bafe7f1f0bcf1af4954f074a0950db188c59&quot;,&quot;architecture_role&quot;:&quot;attention&quot;,&quot;architecture_role_graph_digest&quot;:&quot;040e8dbaa85b467feb50c9c7921939e2e31ef7630238a372e1b1ff168e700424&quot;,&quot;architecture_role_graph_edge_id&quot;:null,&quot;architecture_role_id&quot;:&quot;architecture_role_attention_1_module_encoder_0_self_attentio_1eb4f949&quot;,&quot;architecture_route_id&quot;:null,&quot;architecture_route_role&quot;:null,&quot;depth&quot;:23.07146015,&quot;endpoint_object_ids&quot;:[],&quot;endpoint_role_ids&quot;:[],&quot;kind&quot;:&quot;edge&quot;,&quot;object_id&quot;:&quot;scene_object_model_scene_architecture_role_architecture_2357c18e&quot;,&quot;repeat_count&quot;:3,&quot;source_digest&quot;:&quot;3003e70df5ba9554535ce7455caf5ee594ef3d194e150c6f9f6e79603625b9eb&quot;}"/>
          <p:cNvCxnSpPr/>
          <p:nvPr/>
        </p:nvCxnSpPr>
        <p:spPr>
          <a:xfrm flipH="1">
            <a:off x="1924888" y="1891560"/>
            <a:ext cx="409400" cy="21659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NNDV editable edge scene_object_model_scene_architecture_role_architecture_2357c18e 000" descr="{&quot;architecture_direction&quot;:null,&quot;architecture_evidence_digest&quot;:&quot;b4f792eaca2b62ee02a87d9918f1bafe7f1f0bcf1af4954f074a0950db188c59&quot;,&quot;architecture_role&quot;:&quot;attention&quot;,&quot;architecture_role_graph_digest&quot;:&quot;040e8dbaa85b467feb50c9c7921939e2e31ef7630238a372e1b1ff168e700424&quot;,&quot;architecture_role_graph_edge_id&quot;:null,&quot;architecture_role_id&quot;:&quot;architecture_role_attention_1_module_encoder_0_self_attentio_1eb4f949&quot;,&quot;architecture_route_id&quot;:null,&quot;architecture_route_role&quot;:null,&quot;depth&quot;:22.408705349999998,&quot;endpoint_object_ids&quot;:[],&quot;endpoint_role_ids&quot;:[],&quot;kind&quot;:&quot;edge&quot;,&quot;object_id&quot;:&quot;scene_object_model_scene_architecture_role_architecture_2357c18e&quot;,&quot;repeat_count&quot;:3,&quot;source_digest&quot;:&quot;3003e70df5ba9554535ce7455caf5ee594ef3d194e150c6f9f6e79603625b9eb&quot;}"/>
          <p:cNvCxnSpPr/>
          <p:nvPr/>
        </p:nvCxnSpPr>
        <p:spPr>
          <a:xfrm flipH="1">
            <a:off x="1791550" y="1481245"/>
            <a:ext cx="409400" cy="21659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NNDV editable edge scene_object_model_scene_architecture_role_architecture_2357c18e 000" descr="{&quot;architecture_direction&quot;:null,&quot;architecture_evidence_digest&quot;:&quot;b4f792eaca2b62ee02a87d9918f1bafe7f1f0bcf1af4954f074a0950db188c59&quot;,&quot;architecture_role&quot;:&quot;attention&quot;,&quot;architecture_role_graph_digest&quot;:&quot;040e8dbaa85b467feb50c9c7921939e2e31ef7630238a372e1b1ff168e700424&quot;,&quot;architecture_role_graph_edge_id&quot;:null,&quot;architecture_role_id&quot;:&quot;architecture_role_attention_1_module_encoder_0_self_attentio_1eb4f949&quot;,&quot;architecture_route_id&quot;:null,&quot;architecture_route_role&quot;:null,&quot;depth&quot;:22.0529807,&quot;endpoint_object_ids&quot;:[],&quot;endpoint_role_ids&quot;:[],&quot;kind&quot;:&quot;edge&quot;,&quot;object_id&quot;:&quot;scene_object_model_scene_architecture_role_architecture_2357c18e&quot;,&quot;repeat_count&quot;:3,&quot;source_digest&quot;:&quot;3003e70df5ba9554535ce7455caf5ee594ef3d194e150c6f9f6e79603625b9eb&quot;}"/>
          <p:cNvCxnSpPr/>
          <p:nvPr/>
        </p:nvCxnSpPr>
        <p:spPr>
          <a:xfrm>
            <a:off x="1791550" y="2056327"/>
            <a:ext cx="133338" cy="5182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NNDV editable edge scene_object_model_scene_architecture_role_architecture_2357c18e 000" descr="{&quot;architecture_direction&quot;:null,&quot;architecture_evidence_digest&quot;:&quot;b4f792eaca2b62ee02a87d9918f1bafe7f1f0bcf1af4954f074a0950db188c59&quot;,&quot;architecture_role&quot;:&quot;attention&quot;,&quot;architecture_role_graph_digest&quot;:&quot;040e8dbaa85b467feb50c9c7921939e2e31ef7630238a372e1b1ff168e700424&quot;,&quot;architecture_role_graph_edge_id&quot;:null,&quot;architecture_role_id&quot;:&quot;architecture_role_attention_1_module_encoder_0_self_attentio_1eb4f949&quot;,&quot;architecture_route_id&quot;:null,&quot;architecture_route_role&quot;:null,&quot;depth&quot;:21.767978550000002,&quot;endpoint_object_ids&quot;:[],&quot;endpoint_role_ids&quot;:[],&quot;kind&quot;:&quot;edge&quot;,&quot;object_id&quot;:&quot;scene_object_model_scene_architecture_role_architecture_2357c18e&quot;,&quot;repeat_count&quot;:3,&quot;source_digest&quot;:&quot;3003e70df5ba9554535ce7455caf5ee594ef3d194e150c6f9f6e79603625b9eb&quot;}"/>
          <p:cNvCxnSpPr/>
          <p:nvPr/>
        </p:nvCxnSpPr>
        <p:spPr>
          <a:xfrm flipH="1">
            <a:off x="1924888" y="1533073"/>
            <a:ext cx="409400" cy="21659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NNDV editable edge scene_object_model_scene_architecture_role_architecture_2357c18e 000" descr="{&quot;architecture_direction&quot;:null,&quot;architecture_evidence_digest&quot;:&quot;b4f792eaca2b62ee02a87d9918f1bafe7f1f0bcf1af4954f074a0950db188c59&quot;,&quot;architecture_role&quot;:&quot;attention&quot;,&quot;architecture_role_graph_digest&quot;:&quot;040e8dbaa85b467feb50c9c7921939e2e31ef7630238a372e1b1ff168e700424&quot;,&quot;architecture_role_graph_edge_id&quot;:null,&quot;architecture_role_id&quot;:&quot;architecture_role_attention_1_module_encoder_0_self_attentio_1eb4f949&quot;,&quot;architecture_route_id&quot;:null,&quot;architecture_route_role&quot;:null,&quot;depth&quot;:21.721603299999998,&quot;endpoint_object_ids&quot;:[],&quot;endpoint_role_ids&quot;:[],&quot;kind&quot;:&quot;edge&quot;,&quot;object_id&quot;:&quot;scene_object_model_scene_architecture_role_architecture_2357c18e&quot;,&quot;repeat_count&quot;:3,&quot;source_digest&quot;:&quot;3003e70df5ba9554535ce7455caf5ee594ef3d194e150c6f9f6e79603625b9eb&quot;}"/>
          <p:cNvCxnSpPr/>
          <p:nvPr/>
        </p:nvCxnSpPr>
        <p:spPr>
          <a:xfrm flipV="1">
            <a:off x="1791550" y="1697840"/>
            <a:ext cx="0" cy="35848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NNDV editable polyline scene_object_model_scene_architecture_route_architectur_36499d4e 000" descr="{&quot;architecture_direction&quot;:&quot;source-to-target&quot;,&quot;architecture_evidence_digest&quot;:&quot;b4f792eaca2b62ee02a87d9918f1bafe7f1f0bcf1af4954f074a0950db188c59&quot;,&quot;architecture_role&quot;:&quot;arrow&quot;,&quot;architecture_role_graph_digest&quot;:&quot;040e8dbaa85b467feb50c9c7921939e2e31ef7630238a372e1b1ff168e700424&quot;,&quot;architecture_role_graph_edge_id&quot;:&quot;architecture_role_flow_architecture_role_residual_norm_3_module_e_503357b6&quot;,&quot;architecture_role_id&quot;:null,&quot;architecture_route_id&quot;:null,&quot;architecture_route_role&quot;:&quot;arrow&quot;,&quot;depth&quot;:19.753569756250002,&quot;endpoint_object_ids&quot;:[&quot;scene_object_model_scene_architecture_role_architecture_09967259&quot;,&quot;scene_object_model_scene_architecture_role_architecture_ef0e6bc2&quot;],&quot;endpoint_role_ids&quot;:[&quot;architecture_role_residual_norm_3_module_encoder_1_norm1_e1e_470c855b&quot;,&quot;architecture_role_embedding_0_node_fx_flatten_2_4695a9f7_mod_f48bc7ac&quot;],&quot;kind&quot;:&quot;polyline&quot;,&quot;object_id&quot;:&quot;scene_object_model_scene_architecture_route_architectur_36499d4e&quot;,&quot;repeat_count&quot;:1,&quot;source_digest&quot;:&quot;3003e70df5ba9554535ce7455caf5ee594ef3d194e150c6f9f6e79603625b9eb&quot;}"/>
          <p:cNvCxnSpPr/>
          <p:nvPr/>
        </p:nvCxnSpPr>
        <p:spPr>
          <a:xfrm flipH="1" flipV="1">
            <a:off x="2099102" y="2017103"/>
            <a:ext cx="1401710" cy="59551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NNDV editable arrow scene_object_model_scene_architecture_route_architectur_36499d4e 000" descr="{&quot;architecture_direction&quot;:&quot;source-to-target&quot;,&quot;architecture_evidence_digest&quot;:&quot;b4f792eaca2b62ee02a87d9918f1bafe7f1f0bcf1af4954f074a0950db188c59&quot;,&quot;architecture_role&quot;:&quot;arrow&quot;,&quot;architecture_role_graph_digest&quot;:&quot;040e8dbaa85b467feb50c9c7921939e2e31ef7630238a372e1b1ff168e700424&quot;,&quot;architecture_role_graph_edge_id&quot;:&quot;architecture_role_flow_architecture_role_residual_norm_3_module_e_503357b6&quot;,&quot;architecture_role_id&quot;:null,&quot;architecture_route_id&quot;:null,&quot;architecture_route_role&quot;:&quot;arrow&quot;,&quot;depth&quot;:28.348751915625005,&quot;endpoint_object_ids&quot;:[&quot;scene_object_model_scene_architecture_role_architecture_09967259&quot;,&quot;scene_object_model_scene_architecture_role_architecture_ef0e6bc2&quot;],&quot;endpoint_role_ids&quot;:[&quot;architecture_role_residual_norm_3_module_encoder_1_norm1_e1e_470c855b&quot;,&quot;architecture_role_embedding_0_node_fx_flatten_2_4695a9f7_mod_f48bc7ac&quot;],&quot;kind&quot;:&quot;arrow&quot;,&quot;object_id&quot;:&quot;scene_object_model_scene_architecture_route_architectur_36499d4e&quot;,&quot;repeat_count&quot;:1,&quot;source_digest&quot;:&quot;3003e70df5ba9554535ce7455caf5ee594ef3d194e150c6f9f6e79603625b9eb&quot;}"/>
          <p:cNvCxnSpPr/>
          <p:nvPr/>
        </p:nvCxnSpPr>
        <p:spPr>
          <a:xfrm flipH="1" flipV="1">
            <a:off x="1398247" y="1719347"/>
            <a:ext cx="389364" cy="165420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NNDV editable polyline scene_object_model_scene_architecture_route_architectur_44824767 000" descr="{&quot;architecture_direction&quot;:&quot;source-to-target&quot;,&quot;architecture_evidence_digest&quot;:&quot;b4f792eaca2b62ee02a87d9918f1bafe7f1f0bcf1af4954f074a0950db188c59&quot;,&quot;architecture_role&quot;:&quot;arrow&quot;,&quot;architecture_role_graph_digest&quot;:&quot;040e8dbaa85b467feb50c9c7921939e2e31ef7630238a372e1b1ff168e700424&quot;,&quot;architecture_role_graph_edge_id&quot;:&quot;architecture_role_flow_architecture_role_embedding_0_node_fx_flat_5538aa59&quot;,&quot;architecture_role_id&quot;:null,&quot;architecture_route_id&quot;:null,&quot;architecture_route_role&quot;:&quot;arrow&quot;,&quot;depth&quot;:28.348751915625,&quot;endpoint_object_ids&quot;:[&quot;scene_object_model_scene_architecture_role_architecture_ef0e6bc2&quot;,&quot;scene_object_model_scene_architecture_role_architecture_09967259&quot;],&quot;endpoint_role_ids&quot;:[&quot;architecture_role_embedding_0_node_fx_flatten_2_4695a9f7_mod_f48bc7ac&quot;,&quot;architecture_role_residual_norm_3_module_encoder_1_norm1_e1e_470c855b&quot;],&quot;kind&quot;:&quot;polyline&quot;,&quot;object_id&quot;:&quot;scene_object_model_scene_architecture_route_architectur_44824767&quot;,&quot;repeat_count&quot;:1,&quot;source_digest&quot;:&quot;3003e70df5ba9554535ce7455caf5ee594ef3d194e150c6f9f6e79603625b9eb&quot;}"/>
          <p:cNvCxnSpPr/>
          <p:nvPr/>
        </p:nvCxnSpPr>
        <p:spPr>
          <a:xfrm>
            <a:off x="1398247" y="1719347"/>
            <a:ext cx="389364" cy="16542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NNDV editable arrow scene_object_model_scene_architecture_route_architectur_44824767 000" descr="{&quot;architecture_direction&quot;:&quot;source-to-target&quot;,&quot;architecture_evidence_digest&quot;:&quot;b4f792eaca2b62ee02a87d9918f1bafe7f1f0bcf1af4954f074a0950db188c59&quot;,&quot;architecture_role&quot;:&quot;arrow&quot;,&quot;architecture_role_graph_digest&quot;:&quot;040e8dbaa85b467feb50c9c7921939e2e31ef7630238a372e1b1ff168e700424&quot;,&quot;architecture_role_graph_edge_id&quot;:&quot;architecture_role_flow_architecture_role_embedding_0_node_fx_flat_5538aa59&quot;,&quot;architecture_role_id&quot;:null,&quot;architecture_route_id&quot;:null,&quot;architecture_route_role&quot;:&quot;arrow&quot;,&quot;depth&quot;:19.753569756250002,&quot;endpoint_object_ids&quot;:[&quot;scene_object_model_scene_architecture_role_architecture_ef0e6bc2&quot;,&quot;scene_object_model_scene_architecture_role_architecture_09967259&quot;],&quot;endpoint_role_ids&quot;:[&quot;architecture_role_embedding_0_node_fx_flatten_2_4695a9f7_mod_f48bc7ac&quot;,&quot;architecture_role_residual_norm_3_module_encoder_1_norm1_e1e_470c855b&quot;],&quot;kind&quot;:&quot;arrow&quot;,&quot;object_id&quot;:&quot;scene_object_model_scene_architecture_route_architectur_44824767&quot;,&quot;repeat_count&quot;:1,&quot;source_digest&quot;:&quot;3003e70df5ba9554535ce7455caf5ee594ef3d194e150c6f9f6e79603625b9eb&quot;}"/>
          <p:cNvCxnSpPr/>
          <p:nvPr/>
        </p:nvCxnSpPr>
        <p:spPr>
          <a:xfrm>
            <a:off x="2099102" y="2017103"/>
            <a:ext cx="1401710" cy="595513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NNDV editable edge scene_object_model_scene_architecture_role_architecture_6b52c290 000" descr="{&quot;architecture_direction&quot;:null,&quot;architecture_evidence_digest&quot;:&quot;b4f792eaca2b62ee02a87d9918f1bafe7f1f0bcf1af4954f074a0950db188c59&quot;,&quot;architecture_role&quot;:&quot;feed-forward&quot;,&quot;architecture_role_graph_digest&quot;:&quot;040e8dbaa85b467feb50c9c7921939e2e31ef7630238a372e1b1ff168e700424&quot;,&quot;architecture_role_graph_edge_id&quot;:null,&quot;architecture_role_id&quot;:&quot;architecture_role_feed_forward_2_module_encoder_0_feed_forwa_b7ed392a&quot;,&quot;architecture_route_id&quot;:null,&quot;architecture_route_role&quot;:null,&quot;depth&quot;:21.337955,&quot;endpoint_object_ids&quot;:[],&quot;endpoint_role_ids&quot;:[],&quot;kind&quot;:&quot;edge&quot;,&quot;object_id&quot;:&quot;scene_object_model_scene_architecture_role_architecture_6b52c290&quot;,&quot;repeat_count&quot;:3,&quot;source_digest&quot;:&quot;3003e70df5ba9554535ce7455caf5ee594ef3d194e150c6f9f6e79603625b9eb&quot;}"/>
          <p:cNvCxnSpPr/>
          <p:nvPr/>
        </p:nvCxnSpPr>
        <p:spPr>
          <a:xfrm flipV="1">
            <a:off x="3331591" y="2670565"/>
            <a:ext cx="0" cy="35848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NNDV editable edge scene_object_model_scene_architecture_role_architecture_6b52c290 000" descr="{&quot;architecture_direction&quot;:null,&quot;architecture_evidence_digest&quot;:&quot;b4f792eaca2b62ee02a87d9918f1bafe7f1f0bcf1af4954f074a0950db188c59&quot;,&quot;architecture_role&quot;:&quot;feed-forward&quot;,&quot;architecture_role_graph_digest&quot;:&quot;040e8dbaa85b467feb50c9c7921939e2e31ef7630238a372e1b1ff168e700424&quot;,&quot;architecture_role_graph_edge_id&quot;:null,&quot;architecture_role_id&quot;:&quot;architecture_role_feed_forward_2_module_encoder_0_feed_forwa_b7ed392a&quot;,&quot;architecture_route_id&quot;:null,&quot;architecture_route_role&quot;:null,&quot;depth&quot;:21.258291749999998,&quot;endpoint_object_ids&quot;:[],&quot;endpoint_role_ids&quot;:[],&quot;kind&quot;:&quot;edge&quot;,&quot;object_id&quot;:&quot;scene_object_model_scene_architecture_role_architecture_6b52c290&quot;,&quot;repeat_count&quot;:3,&quot;source_digest&quot;:&quot;3003e70df5ba9554535ce7455caf5ee594ef3d194e150c6f9f6e79603625b9eb&quot;}"/>
          <p:cNvCxnSpPr/>
          <p:nvPr/>
        </p:nvCxnSpPr>
        <p:spPr>
          <a:xfrm flipH="1" flipV="1">
            <a:off x="3093487" y="2578016"/>
            <a:ext cx="238104" cy="9254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NNDV editable edge scene_object_model_scene_architecture_role_architecture_2357c18e 000" descr="{&quot;architecture_direction&quot;:null,&quot;architecture_evidence_digest&quot;:&quot;b4f792eaca2b62ee02a87d9918f1bafe7f1f0bcf1af4954f074a0950db188c59&quot;,&quot;architecture_role&quot;:&quot;attention&quot;,&quot;architecture_role_graph_digest&quot;:&quot;040e8dbaa85b467feb50c9c7921939e2e31ef7630238a372e1b1ff168e700424&quot;,&quot;architecture_role_graph_edge_id&quot;:null,&quot;architecture_role_id&quot;:&quot;architecture_role_attention_1_module_encoder_0_self_attentio_1eb4f949&quot;,&quot;architecture_route_id&quot;:null,&quot;architecture_route_role&quot;:null,&quot;depth&quot;:21.080876500000002,&quot;endpoint_object_ids&quot;:[],&quot;endpoint_role_ids&quot;:[],&quot;kind&quot;:&quot;edge&quot;,&quot;object_id&quot;:&quot;scene_object_model_scene_architecture_role_architecture_2357c18e&quot;,&quot;repeat_count&quot;:3,&quot;source_digest&quot;:&quot;3003e70df5ba9554535ce7455caf5ee594ef3d194e150c6f9f6e79603625b9eb&quot;}"/>
          <p:cNvCxnSpPr/>
          <p:nvPr/>
        </p:nvCxnSpPr>
        <p:spPr>
          <a:xfrm flipV="1">
            <a:off x="1924888" y="1749668"/>
            <a:ext cx="0" cy="35848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NNDV editable edge scene_object_model_scene_architecture_role_architecture_2357c18e 000" descr="{&quot;architecture_direction&quot;:null,&quot;architecture_evidence_digest&quot;:&quot;b4f792eaca2b62ee02a87d9918f1bafe7f1f0bcf1af4954f074a0950db188c59&quot;,&quot;architecture_role&quot;:&quot;attention&quot;,&quot;architecture_role_graph_digest&quot;:&quot;040e8dbaa85b467feb50c9c7921939e2e31ef7630238a372e1b1ff168e700424&quot;,&quot;architecture_role_graph_edge_id&quot;:null,&quot;architecture_role_id&quot;:&quot;architecture_role_attention_1_module_encoder_0_self_attentio_1eb4f949&quot;,&quot;architecture_route_id&quot;:null,&quot;architecture_route_role&quot;:null,&quot;depth&quot;:20.7494991,&quot;endpoint_object_ids&quot;:[],&quot;endpoint_role_ids&quot;:[],&quot;kind&quot;:&quot;edge&quot;,&quot;object_id&quot;:&quot;scene_object_model_scene_architecture_role_architecture_2357c18e&quot;,&quot;repeat_count&quot;:3,&quot;source_digest&quot;:&quot;3003e70df5ba9554535ce7455caf5ee594ef3d194e150c6f9f6e79603625b9eb&quot;}"/>
          <p:cNvCxnSpPr/>
          <p:nvPr/>
        </p:nvCxnSpPr>
        <p:spPr>
          <a:xfrm flipH="1" flipV="1">
            <a:off x="1791550" y="1697840"/>
            <a:ext cx="133338" cy="5182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NNDV editable edge scene_object_model_scene_architecture_role_architecture_6b52c290 000" descr="{&quot;architecture_direction&quot;:null,&quot;architecture_evidence_digest&quot;:&quot;b4f792eaca2b62ee02a87d9918f1bafe7f1f0bcf1af4954f074a0950db188c59&quot;,&quot;architecture_role&quot;:&quot;feed-forward&quot;,&quot;architecture_role_graph_digest&quot;:&quot;040e8dbaa85b467feb50c9c7921939e2e31ef7630238a372e1b1ff168e700424&quot;,&quot;architecture_role_graph_edge_id&quot;:null,&quot;architecture_role_id&quot;:&quot;architecture_role_feed_forward_2_module_encoder_0_feed_forwa_b7ed392a&quot;,&quot;architecture_route_id&quot;:null,&quot;architecture_route_role&quot;:null,&quot;depth&quot;:20.43847315,&quot;endpoint_object_ids&quot;:[],&quot;endpoint_role_ids&quot;:[],&quot;kind&quot;:&quot;edge&quot;,&quot;object_id&quot;:&quot;scene_object_model_scene_architecture_role_architecture_6b52c290&quot;,&quot;repeat_count&quot;:3,&quot;source_digest&quot;:&quot;3003e70df5ba9554535ce7455caf5ee594ef3d194e150c6f9f6e79603625b9eb&quot;}"/>
          <p:cNvCxnSpPr/>
          <p:nvPr/>
        </p:nvCxnSpPr>
        <p:spPr>
          <a:xfrm flipH="1">
            <a:off x="2857248" y="3029052"/>
            <a:ext cx="474343" cy="25095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NNDV editable edge scene_object_model_scene_architecture_role_architecture_6b52c290 000" descr="{&quot;architecture_direction&quot;:null,&quot;architecture_evidence_digest&quot;:&quot;b4f792eaca2b62ee02a87d9918f1bafe7f1f0bcf1af4954f074a0950db188c59&quot;,&quot;architecture_role&quot;:&quot;feed-forward&quot;,&quot;architecture_role_graph_digest&quot;:&quot;040e8dbaa85b467feb50c9c7921939e2e31ef7630238a372e1b1ff168e700424&quot;,&quot;architecture_role_graph_edge_id&quot;:null,&quot;architecture_role_id&quot;:&quot;architecture_role_feed_forward_2_module_encoder_0_feed_forwa_b7ed392a&quot;,&quot;architecture_route_id&quot;:null,&quot;architecture_route_role&quot;:null,&quot;depth&quot;:20.27914665,&quot;endpoint_object_ids&quot;:[],&quot;endpoint_role_ids&quot;:[],&quot;kind&quot;:&quot;edge&quot;,&quot;object_id&quot;:&quot;scene_object_model_scene_architecture_role_architecture_6b52c290&quot;,&quot;repeat_count&quot;:3,&quot;source_digest&quot;:&quot;3003e70df5ba9554535ce7455caf5ee594ef3d194e150c6f9f6e79603625b9eb&quot;}"/>
          <p:cNvCxnSpPr/>
          <p:nvPr/>
        </p:nvCxnSpPr>
        <p:spPr>
          <a:xfrm flipH="1">
            <a:off x="2619144" y="2578016"/>
            <a:ext cx="474343" cy="25095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NNDV editable edge scene_object_model_scene_architecture_role_architecture_6b52c290 000" descr="{&quot;architecture_direction&quot;:null,&quot;architecture_evidence_digest&quot;:&quot;b4f792eaca2b62ee02a87d9918f1bafe7f1f0bcf1af4954f074a0950db188c59&quot;,&quot;architecture_role&quot;:&quot;feed-forward&quot;,&quot;architecture_role_graph_digest&quot;:&quot;040e8dbaa85b467feb50c9c7921939e2e31ef7630238a372e1b1ff168e700424&quot;,&quot;architecture_role_graph_edge_id&quot;:null,&quot;architecture_role_id&quot;:&quot;architecture_role_feed_forward_2_module_encoder_0_feed_forwa_b7ed392a&quot;,&quot;architecture_route_id&quot;:null,&quot;architecture_route_role&quot;:null,&quot;depth&quot;:19.4593281,&quot;endpoint_object_ids&quot;:[],&quot;endpoint_role_ids&quot;:[],&quot;kind&quot;:&quot;edge&quot;,&quot;object_id&quot;:&quot;scene_object_model_scene_architecture_role_architecture_6b52c290&quot;,&quot;repeat_count&quot;:3,&quot;source_digest&quot;:&quot;3003e70df5ba9554535ce7455caf5ee594ef3d194e150c6f9f6e79603625b9eb&quot;}"/>
          <p:cNvCxnSpPr/>
          <p:nvPr/>
        </p:nvCxnSpPr>
        <p:spPr>
          <a:xfrm>
            <a:off x="2619144" y="3187456"/>
            <a:ext cx="238104" cy="9255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NNDV editable edge scene_object_model_scene_architecture_role_architecture_6b52c290 000" descr="{&quot;architecture_direction&quot;:null,&quot;architecture_evidence_digest&quot;:&quot;b4f792eaca2b62ee02a87d9918f1bafe7f1f0bcf1af4954f074a0950db188c59&quot;,&quot;architecture_role&quot;:&quot;feed-forward&quot;,&quot;architecture_role_graph_digest&quot;:&quot;040e8dbaa85b467feb50c9c7921939e2e31ef7630238a372e1b1ff168e700424&quot;,&quot;architecture_role_graph_edge_id&quot;:null,&quot;architecture_role_id&quot;:&quot;architecture_role_feed_forward_2_module_encoder_0_feed_forwa_b7ed392a&quot;,&quot;architecture_route_id&quot;:null,&quot;architecture_route_role&quot;:null,&quot;depth&quot;:19.37966485,&quot;endpoint_object_ids&quot;:[],&quot;endpoint_role_ids&quot;:[],&quot;kind&quot;:&quot;edge&quot;,&quot;object_id&quot;:&quot;scene_object_model_scene_architecture_role_architecture_6b52c290&quot;,&quot;repeat_count&quot;:3,&quot;source_digest&quot;:&quot;3003e70df5ba9554535ce7455caf5ee594ef3d194e150c6f9f6e79603625b9eb&quot;}"/>
          <p:cNvCxnSpPr/>
          <p:nvPr/>
        </p:nvCxnSpPr>
        <p:spPr>
          <a:xfrm flipV="1">
            <a:off x="2619144" y="2828969"/>
            <a:ext cx="0" cy="35848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NNDV editable edge scene_object_model_scene_architecture_role_architecture_6b52c290 000" descr="{&quot;architecture_direction&quot;:null,&quot;architecture_evidence_digest&quot;:&quot;b4f792eaca2b62ee02a87d9918f1bafe7f1f0bcf1af4954f074a0950db188c59&quot;,&quot;architecture_role&quot;:&quot;feed-forward&quot;,&quot;architecture_role_graph_digest&quot;:&quot;040e8dbaa85b467feb50c9c7921939e2e31ef7630238a372e1b1ff168e700424&quot;,&quot;architecture_role_graph_edge_id&quot;:null,&quot;architecture_role_id&quot;:&quot;architecture_role_feed_forward_2_module_encoder_0_feed_forwa_b7ed392a&quot;,&quot;architecture_route_id&quot;:null,&quot;architecture_route_role&quot;:null,&quot;depth&quot;:19.13499155,&quot;endpoint_object_ids&quot;:[],&quot;endpoint_role_ids&quot;:[],&quot;kind&quot;:&quot;edge&quot;,&quot;object_id&quot;:&quot;scene_object_model_scene_architecture_role_architecture_6b52c290&quot;,&quot;repeat_count&quot;:3,&quot;source_digest&quot;:&quot;3003e70df5ba9554535ce7455caf5ee594ef3d194e150c6f9f6e79603625b9eb&quot;}"/>
          <p:cNvCxnSpPr/>
          <p:nvPr/>
        </p:nvCxnSpPr>
        <p:spPr>
          <a:xfrm flipH="1">
            <a:off x="2857248" y="2670565"/>
            <a:ext cx="474343" cy="25095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NNDV editable edge scene_object_model_scene_architecture_role_architecture_6b52c290 000" descr="{&quot;architecture_direction&quot;:null,&quot;architecture_evidence_digest&quot;:&quot;b4f792eaca2b62ee02a87d9918f1bafe7f1f0bcf1af4954f074a0950db188c59&quot;,&quot;architecture_role&quot;:&quot;feed-forward&quot;,&quot;architecture_role_graph_digest&quot;:&quot;040e8dbaa85b467feb50c9c7921939e2e31ef7630238a372e1b1ff168e700424&quot;,&quot;architecture_role_graph_edge_id&quot;:null,&quot;architecture_role_id&quot;:&quot;architecture_role_feed_forward_2_module_encoder_0_feed_forwa_b7ed392a&quot;,&quot;architecture_route_id&quot;:null,&quot;architecture_route_role&quot;:null,&quot;depth&quot;:18.2355097,&quot;endpoint_object_ids&quot;:[],&quot;endpoint_role_ids&quot;:[],&quot;kind&quot;:&quot;edge&quot;,&quot;object_id&quot;:&quot;scene_object_model_scene_architecture_role_architecture_6b52c290&quot;,&quot;repeat_count&quot;:3,&quot;source_digest&quot;:&quot;3003e70df5ba9554535ce7455caf5ee594ef3d194e150c6f9f6e79603625b9eb&quot;}"/>
          <p:cNvCxnSpPr/>
          <p:nvPr/>
        </p:nvCxnSpPr>
        <p:spPr>
          <a:xfrm flipV="1">
            <a:off x="2857248" y="2921519"/>
            <a:ext cx="0" cy="35848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NNDV editable edge scene_object_model_scene_architecture_role_architecture_6b52c290 000" descr="{&quot;architecture_direction&quot;:null,&quot;architecture_evidence_digest&quot;:&quot;b4f792eaca2b62ee02a87d9918f1bafe7f1f0bcf1af4954f074a0950db188c59&quot;,&quot;architecture_role&quot;:&quot;feed-forward&quot;,&quot;architecture_role_graph_digest&quot;:&quot;040e8dbaa85b467feb50c9c7921939e2e31ef7630238a372e1b1ff168e700424&quot;,&quot;architecture_role_graph_edge_id&quot;:null,&quot;architecture_role_id&quot;:&quot;architecture_role_feed_forward_2_module_encoder_0_feed_forwa_b7ed392a&quot;,&quot;architecture_route_id&quot;:null,&quot;architecture_route_role&quot;:null,&quot;depth&quot;:18.15584645,&quot;endpoint_object_ids&quot;:[],&quot;endpoint_role_ids&quot;:[],&quot;kind&quot;:&quot;edge&quot;,&quot;object_id&quot;:&quot;scene_object_model_scene_architecture_role_architecture_6b52c290&quot;,&quot;repeat_count&quot;:3,&quot;source_digest&quot;:&quot;3003e70df5ba9554535ce7455caf5ee594ef3d194e150c6f9f6e79603625b9eb&quot;}"/>
          <p:cNvCxnSpPr/>
          <p:nvPr/>
        </p:nvCxnSpPr>
        <p:spPr>
          <a:xfrm flipH="1" flipV="1">
            <a:off x="2619144" y="2828969"/>
            <a:ext cx="238104" cy="9255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NNDV editable arrow scene_object_model_scene_architecture_route_architectur_2009109d 000" descr="{&quot;architecture_direction&quot;:&quot;source-to-target&quot;,&quot;architecture_evidence_digest&quot;:&quot;b4f792eaca2b62ee02a87d9918f1bafe7f1f0bcf1af4954f074a0950db188c59&quot;,&quot;architecture_role&quot;:&quot;arrow&quot;,&quot;architecture_role_graph_digest&quot;:&quot;040e8dbaa85b467feb50c9c7921939e2e31ef7630238a372e1b1ff168e700424&quot;,&quot;architecture_role_graph_edge_id&quot;:&quot;architecture_role_flow_architecture_role_residual_norm_3_module_e_56d74392&quot;,&quot;architecture_role_id&quot;:null,&quot;architecture_route_id&quot;:null,&quot;architecture_route_role&quot;:&quot;arrow&quot;,&quot;depth&quot;:18.1203032765625,&quot;endpoint_object_ids&quot;:[&quot;scene_object_model_scene_architecture_role_architecture_09967259&quot;,&quot;scene_object_model_scene_architecture_role_architecture_2357c18e&quot;],&quot;endpoint_role_ids&quot;:[&quot;architecture_role_residual_norm_3_module_encoder_1_norm1_e1e_470c855b&quot;,&quot;architecture_role_attention_1_module_encoder_0_self_attentio_1eb4f949&quot;],&quot;kind&quot;:&quot;arrow&quot;,&quot;object_id&quot;:&quot;scene_object_model_scene_architecture_route_architectur_2009109d&quot;,&quot;repeat_count&quot;:1,&quot;source_digest&quot;:&quot;3003e70df5ba9554535ce7455caf5ee594ef3d194e150c6f9f6e79603625b9eb&quot;}"/>
          <p:cNvCxnSpPr/>
          <p:nvPr/>
        </p:nvCxnSpPr>
        <p:spPr>
          <a:xfrm flipH="1" flipV="1">
            <a:off x="2172255" y="1854091"/>
            <a:ext cx="1366707" cy="742385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NNDV editable polyline scene_object_model_scene_architecture_route_architectur_45470e74 000" descr="{&quot;architecture_direction&quot;:&quot;source-to-target&quot;,&quot;architecture_evidence_digest&quot;:&quot;b4f792eaca2b62ee02a87d9918f1bafe7f1f0bcf1af4954f074a0950db188c59&quot;,&quot;architecture_role&quot;:&quot;residual-skip&quot;,&quot;architecture_role_graph_digest&quot;:&quot;040e8dbaa85b467feb50c9c7921939e2e31ef7630238a372e1b1ff168e700424&quot;,&quot;architecture_role_graph_edge_id&quot;:&quot;architecture_route_residual_skip_architecture_role_attention__aeeffc9c&quot;,&quot;architecture_role_id&quot;:null,&quot;architecture_route_id&quot;:&quot;architecture_route_residual_skip_architecture_role_attention__aeeffc9c&quot;,&quot;architecture_route_role&quot;:&quot;residual-skip&quot;,&quot;depth&quot;:22.7400828,&quot;endpoint_object_ids&quot;:[&quot;scene_object_model_scene_architecture_role_architecture_2357c18e&quot;,&quot;scene_object_model_scene_architecture_role_architecture_09967259&quot;],&quot;endpoint_role_ids&quot;:[&quot;architecture_role_attention_1_module_encoder_0_self_attentio_1eb4f949&quot;,&quot;architecture_role_residual_norm_3_module_encoder_1_norm1_e1e_470c855b&quot;],&quot;kind&quot;:&quot;polyline&quot;,&quot;object_id&quot;:&quot;scene_object_model_scene_architecture_route_architectur_45470e74&quot;,&quot;repeat_count&quot;:1,&quot;source_digest&quot;:&quot;3003e70df5ba9554535ce7455caf5ee594ef3d194e150c6f9f6e79603625b9eb&quot;}"/>
          <p:cNvCxnSpPr/>
          <p:nvPr/>
        </p:nvCxnSpPr>
        <p:spPr>
          <a:xfrm flipV="1">
            <a:off x="2062919" y="974364"/>
            <a:ext cx="0" cy="56398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NNDV editable polyline scene_object_model_scene_architecture_route_architectur_45470e74 000" descr="{&quot;architecture_direction&quot;:&quot;source-to-target&quot;,&quot;architecture_evidence_digest&quot;:&quot;b4f792eaca2b62ee02a87d9918f1bafe7f1f0bcf1af4954f074a0950db188c59&quot;,&quot;architecture_role&quot;:&quot;residual-skip&quot;,&quot;architecture_role_graph_digest&quot;:&quot;040e8dbaa85b467feb50c9c7921939e2e31ef7630238a372e1b1ff168e700424&quot;,&quot;architecture_role_graph_edge_id&quot;:&quot;architecture_route_residual_skip_architecture_role_attention__aeeffc9c&quot;,&quot;architecture_role_id&quot;:null,&quot;architecture_route_id&quot;:&quot;architecture_route_residual_skip_architecture_role_attention__aeeffc9c&quot;,&quot;architecture_route_role&quot;:&quot;residual-skip&quot;,&quot;depth&quot;:17.64239505,&quot;endpoint_object_ids&quot;:[&quot;scene_object_model_scene_architecture_role_architecture_2357c18e&quot;,&quot;scene_object_model_scene_architecture_role_architecture_09967259&quot;],&quot;endpoint_role_ids&quot;:[&quot;architecture_role_attention_1_module_encoder_0_self_attentio_1eb4f949&quot;,&quot;architecture_role_residual_norm_3_module_encoder_1_norm1_e1e_470c855b&quot;],&quot;kind&quot;:&quot;polyline&quot;,&quot;object_id&quot;:&quot;scene_object_model_scene_architecture_route_architectur_45470e74&quot;,&quot;repeat_count&quot;:1,&quot;source_digest&quot;:&quot;3003e70df5ba9554535ce7455caf5ee594ef3d194e150c6f9f6e79603625b9eb&quot;}"/>
          <p:cNvCxnSpPr/>
          <p:nvPr/>
        </p:nvCxnSpPr>
        <p:spPr>
          <a:xfrm>
            <a:off x="2062919" y="974364"/>
            <a:ext cx="1749384" cy="95025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NNDV editable arrow scene_object_model_scene_architecture_route_architectur_45470e74 000" descr="{&quot;architecture_direction&quot;:&quot;source-to-target&quot;,&quot;architecture_evidence_digest&quot;:&quot;b4f792eaca2b62ee02a87d9918f1bafe7f1f0bcf1af4954f074a0950db188c59&quot;,&quot;architecture_role&quot;:&quot;residual-skip&quot;,&quot;architecture_role_graph_digest&quot;:&quot;040e8dbaa85b467feb50c9c7921939e2e31ef7630238a372e1b1ff168e700424&quot;,&quot;architecture_role_graph_edge_id&quot;:&quot;architecture_route_residual_skip_architecture_role_attention__aeeffc9c&quot;,&quot;architecture_role_id&quot;:null,&quot;architecture_route_id&quot;:&quot;architecture_route_residual_skip_architecture_role_attention__aeeffc9c&quot;,&quot;architecture_route_role&quot;:&quot;residual-skip&quot;,&quot;depth&quot;:12.5447073,&quot;endpoint_object_ids&quot;:[&quot;scene_object_model_scene_architecture_role_architecture_2357c18e&quot;,&quot;scene_object_model_scene_architecture_role_architecture_09967259&quot;],&quot;endpoint_role_ids&quot;:[&quot;architecture_role_attention_1_module_encoder_0_self_attentio_1eb4f949&quot;,&quot;architecture_role_residual_norm_3_module_encoder_1_norm1_e1e_470c855b&quot;],&quot;kind&quot;:&quot;arrow&quot;,&quot;object_id&quot;:&quot;scene_object_model_scene_architecture_route_architectur_45470e74&quot;,&quot;repeat_count&quot;:1,&quot;source_digest&quot;:&quot;3003e70df5ba9554535ce7455caf5ee594ef3d194e150c6f9f6e79603625b9eb&quot;}"/>
          <p:cNvCxnSpPr/>
          <p:nvPr/>
        </p:nvCxnSpPr>
        <p:spPr>
          <a:xfrm>
            <a:off x="3812303" y="1924617"/>
            <a:ext cx="0" cy="563981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NNDV editable arrow scene_object_model_scene_architecture_route_architectur_c8f4ef5a 000" descr="{&quot;architecture_direction&quot;:&quot;source-to-target&quot;,&quot;architecture_evidence_digest&quot;:&quot;b4f792eaca2b62ee02a87d9918f1bafe7f1f0bcf1af4954f074a0950db188c59&quot;,&quot;architecture_role&quot;:&quot;arrow&quot;,&quot;architecture_role_graph_digest&quot;:&quot;040e8dbaa85b467feb50c9c7921939e2e31ef7630238a372e1b1ff168e700424&quot;,&quot;architecture_role_graph_edge_id&quot;:&quot;architecture_role_flow_architecture_role_attention_1_module_encod_c3a5e1be&quot;,&quot;architecture_role_id&quot;:null,&quot;architecture_route_id&quot;:null,&quot;architecture_route_role&quot;:&quot;arrow&quot;,&quot;depth&quot;:18.1203032765625,&quot;endpoint_object_ids&quot;:[&quot;scene_object_model_scene_architecture_role_architecture_2357c18e&quot;,&quot;scene_object_model_scene_architecture_role_architecture_09967259&quot;],&quot;endpoint_role_ids&quot;:[&quot;architecture_role_attention_1_module_encoder_0_self_attentio_1eb4f949&quot;,&quot;architecture_role_residual_norm_3_module_encoder_1_norm1_e1e_470c855b&quot;],&quot;kind&quot;:&quot;arrow&quot;,&quot;object_id&quot;:&quot;scene_object_model_scene_architecture_route_architectur_c8f4ef5a&quot;,&quot;repeat_count&quot;:1,&quot;source_digest&quot;:&quot;3003e70df5ba9554535ce7455caf5ee594ef3d194e150c6f9f6e79603625b9eb&quot;}"/>
          <p:cNvCxnSpPr/>
          <p:nvPr/>
        </p:nvCxnSpPr>
        <p:spPr>
          <a:xfrm>
            <a:off x="2172255" y="1854091"/>
            <a:ext cx="1366707" cy="742385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NNDV editable polyline scene_object_model_scene_architecture_route_architectur_ac85c2aa 000" descr="{&quot;architecture_direction&quot;:&quot;source-to-target&quot;,&quot;architecture_evidence_digest&quot;:&quot;b4f792eaca2b62ee02a87d9918f1bafe7f1f0bcf1af4954f074a0950db188c59&quot;,&quot;architecture_role&quot;:&quot;arrow&quot;,&quot;architecture_role_graph_digest&quot;:&quot;040e8dbaa85b467feb50c9c7921939e2e31ef7630238a372e1b1ff168e700424&quot;,&quot;architecture_role_graph_edge_id&quot;:&quot;architecture_role_flow_architecture_role_attention_1_module_encod_b1ff204f&quot;,&quot;architecture_role_id&quot;:null,&quot;architecture_route_id&quot;:null,&quot;architecture_route_role&quot;:&quot;arrow&quot;,&quot;depth&quot;:19.624584187499998,&quot;endpoint_object_ids&quot;:[&quot;scene_object_model_scene_architecture_role_architecture_2357c18e&quot;,&quot;scene_object_model_scene_architecture_role_architecture_c3436716&quot;],&quot;endpoint_role_ids&quot;:[&quot;architecture_role_attention_1_module_encoder_0_self_attentio_1eb4f949&quot;,&quot;architecture_role_output_head_4_node_fx_output_44_81582432_m_81e64aec&quot;],&quot;kind&quot;:&quot;polyline&quot;,&quot;object_id&quot;:&quot;scene_object_model_scene_architecture_route_architectur_ac85c2aa&quot;,&quot;repeat_count&quot;:1,&quot;source_digest&quot;:&quot;3003e70df5ba9554535ce7455caf5ee594ef3d194e150c6f9f6e79603625b9eb&quot;}"/>
          <p:cNvCxnSpPr/>
          <p:nvPr/>
        </p:nvCxnSpPr>
        <p:spPr>
          <a:xfrm>
            <a:off x="2160850" y="1838396"/>
            <a:ext cx="1566894" cy="69913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NNDV editable arrow scene_object_model_scene_architecture_route_architectur_ac85c2aa 000" descr="{&quot;architecture_direction&quot;:&quot;source-to-target&quot;,&quot;architecture_evidence_digest&quot;:&quot;b4f792eaca2b62ee02a87d9918f1bafe7f1f0bcf1af4954f074a0950db188c59&quot;,&quot;architecture_role&quot;:&quot;arrow&quot;,&quot;architecture_role_graph_digest&quot;:&quot;040e8dbaa85b467feb50c9c7921939e2e31ef7630238a372e1b1ff168e700424&quot;,&quot;architecture_role_graph_edge_id&quot;:&quot;architecture_role_flow_architecture_role_attention_1_module_encod_b1ff204f&quot;,&quot;architecture_role_id&quot;:null,&quot;architecture_route_id&quot;:null,&quot;architecture_route_role&quot;:&quot;arrow&quot;,&quot;depth&quot;:13.91283673125,&quot;endpoint_object_ids&quot;:[&quot;scene_object_model_scene_architecture_role_architecture_2357c18e&quot;,&quot;scene_object_model_scene_architecture_role_architecture_c3436716&quot;],&quot;endpoint_role_ids&quot;:[&quot;architecture_role_attention_1_module_encoder_0_self_attentio_1eb4f949&quot;,&quot;architecture_role_output_head_4_node_fx_output_44_81582432_m_81e64aec&quot;],&quot;kind&quot;:&quot;arrow&quot;,&quot;object_id&quot;:&quot;scene_object_model_scene_architecture_route_architectur_ac85c2aa&quot;,&quot;repeat_count&quot;:1,&quot;source_digest&quot;:&quot;3003e70df5ba9554535ce7455caf5ee594ef3d194e150c6f9f6e79603625b9eb&quot;}"/>
          <p:cNvCxnSpPr/>
          <p:nvPr/>
        </p:nvCxnSpPr>
        <p:spPr>
          <a:xfrm>
            <a:off x="4119468" y="2712315"/>
            <a:ext cx="881378" cy="393263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NNDV editable arrow scene_object_model_scene_architecture_route_architectur_cf67c901 000" descr="{&quot;architecture_direction&quot;:&quot;source-to-target&quot;,&quot;architecture_evidence_digest&quot;:&quot;b4f792eaca2b62ee02a87d9918f1bafe7f1f0bcf1af4954f074a0950db188c59&quot;,&quot;architecture_role&quot;:&quot;arrow&quot;,&quot;architecture_role_graph_digest&quot;:&quot;040e8dbaa85b467feb50c9c7921939e2e31ef7630238a372e1b1ff168e700424&quot;,&quot;architecture_role_graph_edge_id&quot;:&quot;architecture_role_flow_architecture_role_feed_forward_2_module_en_03e58502&quot;,&quot;architecture_role_id&quot;:null,&quot;architecture_route_id&quot;:null,&quot;architecture_route_role&quot;:&quot;arrow&quot;,&quot;depth&quot;:17.306426071875002,&quot;endpoint_object_ids&quot;:[&quot;scene_object_model_scene_architecture_role_architecture_6b52c290&quot;,&quot;scene_object_model_scene_architecture_role_architecture_09967259&quot;],&quot;endpoint_role_ids&quot;:[&quot;architecture_role_feed_forward_2_module_encoder_0_feed_forwa_b7ed392a&quot;,&quot;architecture_role_residual_norm_3_module_encoder_1_norm1_e1e_470c855b&quot;],&quot;kind&quot;:&quot;arrow&quot;,&quot;object_id&quot;:&quot;scene_object_model_scene_architecture_route_architectur_cf67c901&quot;,&quot;repeat_count&quot;:1,&quot;source_digest&quot;:&quot;3003e70df5ba9554535ce7455caf5ee594ef3d194e150c6f9f6e79603625b9eb&quot;}"/>
          <p:cNvCxnSpPr/>
          <p:nvPr/>
        </p:nvCxnSpPr>
        <p:spPr>
          <a:xfrm flipV="1">
            <a:off x="3079984" y="2808223"/>
            <a:ext cx="444622" cy="97780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NNDV editable arrow scene_object_model_scene_architecture_route_architectur_d223f9ac 000" descr="{&quot;architecture_direction&quot;:&quot;source-to-target&quot;,&quot;architecture_evidence_digest&quot;:&quot;b4f792eaca2b62ee02a87d9918f1bafe7f1f0bcf1af4954f074a0950db188c59&quot;,&quot;architecture_role&quot;:&quot;arrow&quot;,&quot;architecture_role_graph_digest&quot;:&quot;040e8dbaa85b467feb50c9c7921939e2e31ef7630238a372e1b1ff168e700424&quot;,&quot;architecture_role_graph_edge_id&quot;:&quot;architecture_role_flow_architecture_role_residual_norm_3_module_e_bd82d8dc&quot;,&quot;architecture_role_id&quot;:null,&quot;architecture_route_id&quot;:null,&quot;architecture_route_role&quot;:&quot;arrow&quot;,&quot;depth&quot;:17.306426071875002,&quot;endpoint_object_ids&quot;:[&quot;scene_object_model_scene_architecture_role_architecture_09967259&quot;,&quot;scene_object_model_scene_architecture_role_architecture_6b52c290&quot;],&quot;endpoint_role_ids&quot;:[&quot;architecture_role_residual_norm_3_module_encoder_1_norm1_e1e_470c855b&quot;,&quot;architecture_role_feed_forward_2_module_encoder_0_feed_forwa_b7ed392a&quot;],&quot;kind&quot;:&quot;arrow&quot;,&quot;object_id&quot;:&quot;scene_object_model_scene_architecture_route_architectur_d223f9ac&quot;,&quot;repeat_count&quot;:1,&quot;source_digest&quot;:&quot;3003e70df5ba9554535ce7455caf5ee594ef3d194e150c6f9f6e79603625b9eb&quot;}"/>
          <p:cNvCxnSpPr/>
          <p:nvPr/>
        </p:nvCxnSpPr>
        <p:spPr>
          <a:xfrm flipH="1">
            <a:off x="3079984" y="2808223"/>
            <a:ext cx="444622" cy="97780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NNDV editable polyline scene_object_model_scene_architecture_route_architectur_4c849f99 000" descr="{&quot;architecture_direction&quot;:&quot;source-to-target&quot;,&quot;architecture_evidence_digest&quot;:&quot;b4f792eaca2b62ee02a87d9918f1bafe7f1f0bcf1af4954f074a0950db188c59&quot;,&quot;architecture_role&quot;:&quot;arrow&quot;,&quot;architecture_role_graph_digest&quot;:&quot;040e8dbaa85b467feb50c9c7921939e2e31ef7630238a372e1b1ff168e700424&quot;,&quot;architecture_role_graph_edge_id&quot;:&quot;architecture_role_flow_architecture_role_feed_forward_2_module_en_85885091&quot;,&quot;architecture_role_id&quot;:null,&quot;architecture_route_id&quot;:null,&quot;architecture_route_role&quot;:&quot;arrow&quot;,&quot;depth&quot;:19.000051228125002,&quot;endpoint_object_ids&quot;:[&quot;scene_object_model_scene_architecture_role_architecture_6b52c290&quot;,&quot;scene_object_model_scene_architecture_role_architecture_c3436716&quot;],&quot;endpoint_role_ids&quot;:[&quot;architecture_role_feed_forward_2_module_encoder_0_feed_forwa_b7ed392a&quot;,&quot;architecture_role_output_head_4_node_fx_output_44_81582432_m_81e64aec&quot;],&quot;kind&quot;:&quot;polyline&quot;,&quot;object_id&quot;:&quot;scene_object_model_scene_architecture_route_architectur_4c849f99&quot;,&quot;repeat_count&quot;:1,&quot;source_digest&quot;:&quot;3003e70df5ba9554535ce7455caf5ee594ef3d194e150c6f9f6e79603625b9eb&quot;}"/>
          <p:cNvCxnSpPr/>
          <p:nvPr/>
        </p:nvCxnSpPr>
        <p:spPr>
          <a:xfrm>
            <a:off x="3114201" y="2945508"/>
            <a:ext cx="416502" cy="4949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NNDV editable arrow scene_object_model_scene_architecture_route_architectur_4c849f99 000" descr="{&quot;architecture_direction&quot;:&quot;source-to-target&quot;,&quot;architecture_evidence_digest&quot;:&quot;b4f792eaca2b62ee02a87d9918f1bafe7f1f0bcf1af4954f074a0950db188c59&quot;,&quot;architecture_role&quot;:&quot;arrow&quot;,&quot;architecture_role_graph_digest&quot;:&quot;040e8dbaa85b467feb50c9c7921939e2e31ef7630238a372e1b1ff168e700424&quot;,&quot;architecture_role_graph_edge_id&quot;:&quot;architecture_role_flow_architecture_role_feed_forward_2_module_en_85885091&quot;,&quot;architecture_role_id&quot;:null,&quot;architecture_route_id&quot;:null,&quot;architecture_route_role&quot;:&quot;arrow&quot;,&quot;depth&quot;:14.7878993453125,&quot;endpoint_object_ids&quot;:[&quot;scene_object_model_scene_architecture_role_architecture_6b52c290&quot;,&quot;scene_object_model_scene_architecture_role_architecture_c3436716&quot;],&quot;endpoint_role_ids&quot;:[&quot;architecture_role_feed_forward_2_module_encoder_0_feed_forwa_b7ed392a&quot;,&quot;architecture_role_output_head_4_node_fx_output_44_81582432_m_81e64aec&quot;],&quot;kind&quot;:&quot;arrow&quot;,&quot;object_id&quot;:&quot;scene_object_model_scene_architecture_route_architectur_4c849f99&quot;,&quot;repeat_count&quot;:1,&quot;source_digest&quot;:&quot;3003e70df5ba9554535ce7455caf5ee594ef3d194e150c6f9f6e79603625b9eb&quot;}"/>
          <p:cNvCxnSpPr/>
          <p:nvPr/>
        </p:nvCxnSpPr>
        <p:spPr>
          <a:xfrm>
            <a:off x="3808370" y="3027995"/>
            <a:ext cx="1180087" cy="140229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NNDV editable polyline scene_object_model_scene_architecture_route_architectur_ca3d78e7 000" descr="{&quot;architecture_direction&quot;:&quot;source-to-target&quot;,&quot;architecture_evidence_digest&quot;:&quot;b4f792eaca2b62ee02a87d9918f1bafe7f1f0bcf1af4954f074a0950db188c59&quot;,&quot;architecture_role&quot;:&quot;arrow&quot;,&quot;architecture_role_graph_digest&quot;:&quot;040e8dbaa85b467feb50c9c7921939e2e31ef7630238a372e1b1ff168e700424&quot;,&quot;architecture_role_graph_edge_id&quot;:&quot;architecture_role_flow_architecture_role_output_head_4_node_fx_ou_9bc77a41&quot;,&quot;architecture_role_id&quot;:null,&quot;architecture_route_id&quot;:null,&quot;architecture_route_role&quot;:&quot;arrow&quot;,&quot;depth&quot;:14.7878993453125,&quot;endpoint_object_ids&quot;:[&quot;scene_object_model_scene_architecture_role_architecture_c3436716&quot;,&quot;scene_object_model_scene_architecture_role_architecture_6b52c290&quot;],&quot;endpoint_role_ids&quot;:[&quot;architecture_role_output_head_4_node_fx_output_44_81582432_m_81e64aec&quot;,&quot;architecture_role_feed_forward_2_module_encoder_0_feed_forwa_b7ed392a&quot;],&quot;kind&quot;:&quot;polyline&quot;,&quot;object_id&quot;:&quot;scene_object_model_scene_architecture_route_architectur_ca3d78e7&quot;,&quot;repeat_count&quot;:1,&quot;source_digest&quot;:&quot;3003e70df5ba9554535ce7455caf5ee594ef3d194e150c6f9f6e79603625b9eb&quot;}"/>
          <p:cNvCxnSpPr/>
          <p:nvPr/>
        </p:nvCxnSpPr>
        <p:spPr>
          <a:xfrm flipH="1" flipV="1">
            <a:off x="3808370" y="3027995"/>
            <a:ext cx="1180087" cy="14022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NNDV editable arrow scene_object_model_scene_architecture_route_architectur_ca3d78e7 000" descr="{&quot;architecture_direction&quot;:&quot;source-to-target&quot;,&quot;architecture_evidence_digest&quot;:&quot;b4f792eaca2b62ee02a87d9918f1bafe7f1f0bcf1af4954f074a0950db188c59&quot;,&quot;architecture_role&quot;:&quot;arrow&quot;,&quot;architecture_role_graph_digest&quot;:&quot;040e8dbaa85b467feb50c9c7921939e2e31ef7630238a372e1b1ff168e700424&quot;,&quot;architecture_role_graph_edge_id&quot;:&quot;architecture_role_flow_architecture_role_output_head_4_node_fx_ou_9bc77a41&quot;,&quot;architecture_role_id&quot;:null,&quot;architecture_route_id&quot;:null,&quot;architecture_route_role&quot;:&quot;arrow&quot;,&quot;depth&quot;:19.000051228125002,&quot;endpoint_object_ids&quot;:[&quot;scene_object_model_scene_architecture_role_architecture_c3436716&quot;,&quot;scene_object_model_scene_architecture_role_architecture_6b52c290&quot;],&quot;endpoint_role_ids&quot;:[&quot;architecture_role_output_head_4_node_fx_output_44_81582432_m_81e64aec&quot;,&quot;architecture_role_feed_forward_2_module_encoder_0_feed_forwa_b7ed392a&quot;],&quot;kind&quot;:&quot;arrow&quot;,&quot;object_id&quot;:&quot;scene_object_model_scene_architecture_route_architectur_ca3d78e7&quot;,&quot;repeat_count&quot;:1,&quot;source_digest&quot;:&quot;3003e70df5ba9554535ce7455caf5ee594ef3d194e150c6f9f6e79603625b9eb&quot;}"/>
          <p:cNvCxnSpPr/>
          <p:nvPr/>
        </p:nvCxnSpPr>
        <p:spPr>
          <a:xfrm flipH="1" flipV="1">
            <a:off x="3114201" y="2945508"/>
            <a:ext cx="416502" cy="49492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NNDV editable edge scene_object_model_scene_architecture_role_architecture_09967259 000" descr="{&quot;architecture_direction&quot;:null,&quot;architecture_evidence_digest&quot;:&quot;b4f792eaca2b62ee02a87d9918f1bafe7f1f0bcf1af4954f074a0950db188c59&quot;,&quot;architecture_role&quot;:&quot;residual-norm&quot;,&quot;architecture_role_graph_digest&quot;:&quot;040e8dbaa85b467feb50c9c7921939e2e31ef7630238a372e1b1ff168e700424&quot;,&quot;architecture_role_graph_edge_id&quot;:null,&quot;architecture_role_id&quot;:&quot;architecture_role_residual_norm_3_module_encoder_1_norm1_e1e_470c855b&quot;,&quot;architecture_route_id&quot;:null,&quot;architecture_route_role&quot;:null,&quot;depth&quot;:13.5631867,&quot;endpoint_object_ids&quot;:[],&quot;endpoint_role_ids&quot;:[],&quot;kind&quot;:&quot;edge&quot;,&quot;object_id&quot;:&quot;scene_object_model_scene_architecture_role_architecture_09967259&quot;,&quot;repeat_count&quot;:3,&quot;source_digest&quot;:&quot;3003e70df5ba9554535ce7455caf5ee594ef3d194e150c6f9f6e79603625b9eb&quot;}"/>
          <p:cNvCxnSpPr/>
          <p:nvPr/>
        </p:nvCxnSpPr>
        <p:spPr>
          <a:xfrm flipV="1">
            <a:off x="4083672" y="2483325"/>
            <a:ext cx="0" cy="35848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NNDV editable edge scene_object_model_scene_architecture_role_architecture_09967259 000" descr="{&quot;architecture_direction&quot;:null,&quot;architecture_evidence_digest&quot;:&quot;b4f792eaca2b62ee02a87d9918f1bafe7f1f0bcf1af4954f074a0950db188c59&quot;,&quot;architecture_role&quot;:&quot;residual-norm&quot;,&quot;architecture_role_graph_digest&quot;:&quot;040e8dbaa85b467feb50c9c7921939e2e31ef7630238a372e1b1ff168e700424&quot;,&quot;architecture_role_graph_edge_id&quot;:null,&quot;architecture_role_id&quot;:&quot;architecture_role_residual_norm_3_module_encoder_1_norm1_e1e_470c855b&quot;,&quot;architecture_route_id&quot;:null,&quot;architecture_route_role&quot;:null,&quot;depth&quot;:13.231809349999999,&quot;endpoint_object_ids&quot;:[],&quot;endpoint_role_ids&quot;:[],&quot;kind&quot;:&quot;edge&quot;,&quot;object_id&quot;:&quot;scene_object_model_scene_architecture_role_architecture_09967259&quot;,&quot;repeat_count&quot;:3,&quot;source_digest&quot;:&quot;3003e70df5ba9554535ce7455caf5ee594ef3d194e150c6f9f6e79603625b9eb&quot;}"/>
          <p:cNvCxnSpPr/>
          <p:nvPr/>
        </p:nvCxnSpPr>
        <p:spPr>
          <a:xfrm flipH="1" flipV="1">
            <a:off x="3950334" y="2431498"/>
            <a:ext cx="133338" cy="5182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NNDV editable edge scene_object_model_scene_architecture_role_architecture_09967259 000" descr="{&quot;architecture_direction&quot;:null,&quot;architecture_evidence_digest&quot;:&quot;b4f792eaca2b62ee02a87d9918f1bafe7f1f0bcf1af4954f074a0950db188c59&quot;,&quot;architecture_role&quot;:&quot;residual-norm&quot;,&quot;architecture_role_graph_digest&quot;:&quot;040e8dbaa85b467feb50c9c7921939e2e31ef7630238a372e1b1ff168e700424&quot;,&quot;architecture_role_graph_edge_id&quot;:null,&quot;architecture_role_id&quot;:&quot;architecture_role_residual_norm_3_module_encoder_1_norm1_e1e_470c855b&quot;,&quot;architecture_route_id&quot;:null,&quot;architecture_route_role&quot;:null,&quot;depth&quot;:12.87608465,&quot;endpoint_object_ids&quot;:[],&quot;endpoint_role_ids&quot;:[],&quot;kind&quot;:&quot;edge&quot;,&quot;object_id&quot;:&quot;scene_object_model_scene_architecture_role_architecture_09967259&quot;,&quot;repeat_count&quot;:3,&quot;source_digest&quot;:&quot;3003e70df5ba9554535ce7455caf5ee594ef3d194e150c6f9f6e79603625b9eb&quot;}"/>
          <p:cNvCxnSpPr/>
          <p:nvPr/>
        </p:nvCxnSpPr>
        <p:spPr>
          <a:xfrm flipH="1">
            <a:off x="3674272" y="2841812"/>
            <a:ext cx="409400" cy="21659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NNDV editable edge scene_object_model_scene_architecture_role_architecture_09967259 000" descr="{&quot;architecture_direction&quot;:null,&quot;architecture_evidence_digest&quot;:&quot;b4f792eaca2b62ee02a87d9918f1bafe7f1f0bcf1af4954f074a0950db188c59&quot;,&quot;architecture_role&quot;:&quot;residual-norm&quot;,&quot;architecture_role_graph_digest&quot;:&quot;040e8dbaa85b467feb50c9c7921939e2e31ef7630238a372e1b1ff168e700424&quot;,&quot;architecture_role_graph_edge_id&quot;:null,&quot;architecture_role_id&quot;:&quot;architecture_role_residual_norm_3_module_encoder_1_norm1_e1e_470c855b&quot;,&quot;architecture_route_id&quot;:null,&quot;architecture_route_role&quot;:null,&quot;depth&quot;:12.2133299,&quot;endpoint_object_ids&quot;:[],&quot;endpoint_role_ids&quot;:[],&quot;kind&quot;:&quot;edge&quot;,&quot;object_id&quot;:&quot;scene_object_model_scene_architecture_role_architecture_09967259&quot;,&quot;repeat_count&quot;:3,&quot;source_digest&quot;:&quot;3003e70df5ba9554535ce7455caf5ee594ef3d194e150c6f9f6e79603625b9eb&quot;}"/>
          <p:cNvCxnSpPr/>
          <p:nvPr/>
        </p:nvCxnSpPr>
        <p:spPr>
          <a:xfrm flipH="1">
            <a:off x="3540934" y="2431498"/>
            <a:ext cx="409400" cy="21659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NNDV editable arrow scene_object_model_scene_architecture_route_architectur_e61cd212 000" descr="{&quot;architecture_direction&quot;:&quot;source-to-target&quot;,&quot;architecture_evidence_digest&quot;:&quot;b4f792eaca2b62ee02a87d9918f1bafe7f1f0bcf1af4954f074a0950db188c59&quot;,&quot;architecture_role&quot;:&quot;arrow&quot;,&quot;architecture_role_graph_digest&quot;:&quot;040e8dbaa85b467feb50c9c7921939e2e31ef7630238a372e1b1ff168e700424&quot;,&quot;architecture_role_graph_edge_id&quot;:&quot;architecture_role_flow_architecture_role_residual_norm_3_module_e_815beb95&quot;,&quot;architecture_role_id&quot;:null,&quot;architecture_route_id&quot;:null,&quot;architecture_route_role&quot;:&quot;arrow&quot;,&quot;depth&quot;:12.117511364062501,&quot;endpoint_object_ids&quot;:[&quot;scene_object_model_scene_architecture_role_architecture_09967259&quot;,&quot;scene_object_model_scene_architecture_role_architecture_c3436716&quot;],&quot;endpoint_role_ids&quot;:[&quot;architecture_role_residual_norm_3_module_encoder_1_norm1_e1e_470c855b&quot;,&quot;architecture_role_output_head_4_node_fx_output_44_81582432_m_81e64aec&quot;],&quot;kind&quot;:&quot;arrow&quot;,&quot;object_id&quot;:&quot;scene_object_model_scene_architecture_route_architectur_e61cd212&quot;,&quot;repeat_count&quot;:1,&quot;source_digest&quot;:&quot;3003e70df5ba9554535ce7455caf5ee594ef3d194e150c6f9f6e79603625b9eb&quot;}"/>
          <p:cNvCxnSpPr/>
          <p:nvPr/>
        </p:nvCxnSpPr>
        <p:spPr>
          <a:xfrm>
            <a:off x="3942091" y="2786954"/>
            <a:ext cx="1081566" cy="350014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NNDV editable arrow scene_object_model_scene_architecture_route_architectur_fc22c8b0 000" descr="{&quot;architecture_direction&quot;:&quot;source-to-target&quot;,&quot;architecture_evidence_digest&quot;:&quot;b4f792eaca2b62ee02a87d9918f1bafe7f1f0bcf1af4954f074a0950db188c59&quot;,&quot;architecture_role&quot;:&quot;arrow&quot;,&quot;architecture_role_graph_digest&quot;:&quot;040e8dbaa85b467feb50c9c7921939e2e31ef7630238a372e1b1ff168e700424&quot;,&quot;architecture_role_graph_edge_id&quot;:&quot;architecture_role_flow_architecture_role_output_head_4_node_fx_ou_46f70d4b&quot;,&quot;architecture_role_id&quot;:null,&quot;architecture_route_id&quot;:null,&quot;architecture_route_role&quot;:&quot;arrow&quot;,&quot;depth&quot;:12.117511364062501,&quot;endpoint_object_ids&quot;:[&quot;scene_object_model_scene_architecture_role_architecture_c3436716&quot;,&quot;scene_object_model_scene_architecture_role_architecture_09967259&quot;],&quot;endpoint_role_ids&quot;:[&quot;architecture_role_output_head_4_node_fx_output_44_81582432_m_81e64aec&quot;,&quot;architecture_role_residual_norm_3_module_encoder_1_norm1_e1e_470c855b&quot;],&quot;kind&quot;:&quot;arrow&quot;,&quot;object_id&quot;:&quot;scene_object_model_scene_architecture_route_architectur_fc22c8b0&quot;,&quot;repeat_count&quot;:1,&quot;source_digest&quot;:&quot;3003e70df5ba9554535ce7455caf5ee594ef3d194e150c6f9f6e79603625b9eb&quot;}"/>
          <p:cNvCxnSpPr/>
          <p:nvPr/>
        </p:nvCxnSpPr>
        <p:spPr>
          <a:xfrm flipH="1" flipV="1">
            <a:off x="3942091" y="2786954"/>
            <a:ext cx="1081566" cy="350014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NNDV editable edge scene_object_model_scene_architecture_role_architecture_c3436716 000" descr="{&quot;architecture_direction&quot;:null,&quot;architecture_evidence_digest&quot;:&quot;b4f792eaca2b62ee02a87d9918f1bafe7f1f0bcf1af4954f074a0950db188c59&quot;,&quot;architecture_role&quot;:&quot;output-head&quot;,&quot;architecture_role_graph_digest&quot;:&quot;040e8dbaa85b467feb50c9c7921939e2e31ef7630238a372e1b1ff168e700424&quot;,&quot;architecture_role_graph_edge_id&quot;:null,&quot;architecture_role_id&quot;:&quot;architecture_role_output_head_4_node_fx_output_44_81582432_m_81e64aec&quot;,&quot;architecture_route_id&quot;:null,&quot;architecture_route_role&quot;:null,&quot;depth&quot;:12.03217955,&quot;endpoint_object_ids&quot;:[],&quot;endpoint_role_ids&quot;:[],&quot;kind&quot;:&quot;edge&quot;,&quot;object_id&quot;:&quot;scene_object_model_scene_architecture_role_architecture_c3436716&quot;,&quot;repeat_count&quot;:1,&quot;source_digest&quot;:&quot;3003e70df5ba9554535ce7455caf5ee594ef3d194e150c6f9f6e79603625b9eb&quot;}"/>
          <p:cNvCxnSpPr/>
          <p:nvPr/>
        </p:nvCxnSpPr>
        <p:spPr>
          <a:xfrm flipH="1" flipV="1">
            <a:off x="5222577" y="3040305"/>
            <a:ext cx="142863" cy="5553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NNDV editable edge scene_object_model_scene_architecture_role_architecture_c3436716 000" descr="{&quot;architecture_direction&quot;:null,&quot;architecture_evidence_digest&quot;:&quot;b4f792eaca2b62ee02a87d9918f1bafe7f1f0bcf1af4954f074a0950db188c59&quot;,&quot;architecture_role&quot;:&quot;output-head&quot;,&quot;architecture_role_graph_digest&quot;:&quot;040e8dbaa85b467feb50c9c7921939e2e31ef7630238a372e1b1ff168e700424&quot;,&quot;architecture_role_graph_edge_id&quot;:null,&quot;architecture_role_id&quot;:&quot;architecture_role_output_head_4_node_fx_output_44_81582432_m_81e64aec&quot;,&quot;architecture_route_id&quot;:null,&quot;architecture_route_role&quot;:null,&quot;depth&quot;:11.9559025,&quot;endpoint_object_ids&quot;:[],&quot;endpoint_role_ids&quot;:[],&quot;kind&quot;:&quot;edge&quot;,&quot;object_id&quot;:&quot;scene_object_model_scene_architecture_role_architecture_c3436716&quot;,&quot;repeat_count&quot;:1,&quot;source_digest&quot;:&quot;3003e70df5ba9554535ce7455caf5ee594ef3d194e150c6f9f6e79603625b9eb&quot;}"/>
          <p:cNvCxnSpPr/>
          <p:nvPr/>
        </p:nvCxnSpPr>
        <p:spPr>
          <a:xfrm flipV="1">
            <a:off x="5365440" y="3095835"/>
            <a:ext cx="0" cy="1468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NNDV editable edge scene_object_model_scene_architecture_role_architecture_09967259 000" descr="{&quot;architecture_direction&quot;:null,&quot;architecture_evidence_digest&quot;:&quot;b4f792eaca2b62ee02a87d9918f1bafe7f1f0bcf1af4954f074a0950db188c59&quot;,&quot;architecture_role&quot;:&quot;residual-norm&quot;,&quot;architecture_role_graph_digest&quot;:&quot;040e8dbaa85b467feb50c9c7921939e2e31ef7630238a372e1b1ff168e700424&quot;,&quot;architecture_role_graph_edge_id&quot;:null,&quot;architecture_role_id&quot;:&quot;architecture_role_residual_norm_3_module_encoder_1_norm1_e1e_470c855b&quot;,&quot;architecture_route_id&quot;:null,&quot;architecture_route_role&quot;:null,&quot;depth&quot;:11.857605249999999,&quot;endpoint_object_ids&quot;:[],&quot;endpoint_role_ids&quot;:[],&quot;kind&quot;:&quot;edge&quot;,&quot;object_id&quot;:&quot;scene_object_model_scene_architecture_role_architecture_09967259&quot;,&quot;repeat_count&quot;:3,&quot;source_digest&quot;:&quot;3003e70df5ba9554535ce7455caf5ee594ef3d194e150c6f9f6e79603625b9eb&quot;}"/>
          <p:cNvCxnSpPr/>
          <p:nvPr/>
        </p:nvCxnSpPr>
        <p:spPr>
          <a:xfrm>
            <a:off x="3540934" y="3006580"/>
            <a:ext cx="133338" cy="5182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NNDV editable edge scene_object_model_scene_architecture_role_architecture_c3436716 000" descr="{&quot;architecture_direction&quot;:null,&quot;architecture_evidence_digest&quot;:&quot;b4f792eaca2b62ee02a87d9918f1bafe7f1f0bcf1af4954f074a0950db188c59&quot;,&quot;architecture_role&quot;:&quot;output-head&quot;,&quot;architecture_role_graph_digest&quot;:&quot;040e8dbaa85b467feb50c9c7921939e2e31ef7630238a372e1b1ff168e700424&quot;,&quot;architecture_role_graph_edge_id&quot;:null,&quot;architecture_role_id&quot;:&quot;architecture_role_output_head_4_node_fx_output_44_81582432_m_81e64aec&quot;,&quot;architecture_route_id&quot;:null,&quot;architecture_route_role&quot;:null,&quot;depth&quot;:11.7390314,&quot;endpoint_object_ids&quot;:[],&quot;endpoint_role_ids&quot;:[],&quot;kind&quot;:&quot;edge&quot;,&quot;object_id&quot;:&quot;scene_object_model_scene_architecture_role_architecture_c3436716&quot;,&quot;repeat_count&quot;:1,&quot;source_digest&quot;:&quot;3003e70df5ba9554535ce7455caf5ee594ef3d194e150c6f9f6e79603625b9eb&quot;}"/>
          <p:cNvCxnSpPr/>
          <p:nvPr/>
        </p:nvCxnSpPr>
        <p:spPr>
          <a:xfrm flipH="1">
            <a:off x="5027976" y="3040305"/>
            <a:ext cx="194601" cy="10295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NNDV editable edge scene_object_model_scene_architecture_role_architecture_c3436716 000" descr="{&quot;architecture_direction&quot;:null,&quot;architecture_evidence_digest&quot;:&quot;b4f792eaca2b62ee02a87d9918f1bafe7f1f0bcf1af4954f074a0950db188c59&quot;,&quot;architecture_role&quot;:&quot;output-head&quot;,&quot;architecture_role_graph_digest&quot;:&quot;040e8dbaa85b467feb50c9c7921939e2e31ef7630238a372e1b1ff168e700424&quot;,&quot;architecture_role_graph_edge_id&quot;:null,&quot;architecture_role_id&quot;:&quot;architecture_role_output_head_4_node_fx_output_44_81582432_m_81e64aec&quot;,&quot;architecture_route_id&quot;:null,&quot;architecture_route_role&quot;:null,&quot;depth&quot;:11.58647735,&quot;endpoint_object_ids&quot;:[],&quot;endpoint_role_ids&quot;:[],&quot;kind&quot;:&quot;edge&quot;,&quot;object_id&quot;:&quot;scene_object_model_scene_architecture_role_architecture_c3436716&quot;,&quot;repeat_count&quot;:1,&quot;source_digest&quot;:&quot;3003e70df5ba9554535ce7455caf5ee594ef3d194e150c6f9f6e79603625b9eb&quot;}"/>
          <p:cNvCxnSpPr/>
          <p:nvPr/>
        </p:nvCxnSpPr>
        <p:spPr>
          <a:xfrm flipH="1">
            <a:off x="5170839" y="3242680"/>
            <a:ext cx="194601" cy="10295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NNDV editable edge scene_object_model_scene_architecture_role_architecture_09967259 000" descr="{&quot;architecture_direction&quot;:null,&quot;architecture_evidence_digest&quot;:&quot;b4f792eaca2b62ee02a87d9918f1bafe7f1f0bcf1af4954f074a0950db188c59&quot;,&quot;architecture_role&quot;:&quot;residual-norm&quot;,&quot;architecture_role_graph_digest&quot;:&quot;040e8dbaa85b467feb50c9c7921939e2e31ef7630238a372e1b1ff168e700424&quot;,&quot;architecture_role_graph_edge_id&quot;:null,&quot;architecture_role_id&quot;:&quot;architecture_role_residual_norm_3_module_encoder_1_norm1_e1e_470c855b&quot;,&quot;architecture_route_id&quot;:null,&quot;architecture_route_role&quot;:null,&quot;depth&quot;:11.572603050000001,&quot;endpoint_object_ids&quot;:[],&quot;endpoint_role_ids&quot;:[],&quot;kind&quot;:&quot;edge&quot;,&quot;object_id&quot;:&quot;scene_object_model_scene_architecture_role_architecture_09967259&quot;,&quot;repeat_count&quot;:3,&quot;source_digest&quot;:&quot;3003e70df5ba9554535ce7455caf5ee594ef3d194e150c6f9f6e79603625b9eb&quot;}"/>
          <p:cNvCxnSpPr/>
          <p:nvPr/>
        </p:nvCxnSpPr>
        <p:spPr>
          <a:xfrm flipH="1">
            <a:off x="3674272" y="2483325"/>
            <a:ext cx="409400" cy="21659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NNDV editable edge scene_object_model_scene_architecture_role_architecture_09967259 000" descr="{&quot;architecture_direction&quot;:null,&quot;architecture_evidence_digest&quot;:&quot;b4f792eaca2b62ee02a87d9918f1bafe7f1f0bcf1af4954f074a0950db188c59&quot;,&quot;architecture_role&quot;:&quot;residual-norm&quot;,&quot;architecture_role_graph_digest&quot;:&quot;040e8dbaa85b467feb50c9c7921939e2e31ef7630238a372e1b1ff168e700424&quot;,&quot;architecture_role_graph_edge_id&quot;:null,&quot;architecture_role_id&quot;:&quot;architecture_role_residual_norm_3_module_encoder_1_norm1_e1e_470c855b&quot;,&quot;architecture_route_id&quot;:null,&quot;architecture_route_role&quot;:null,&quot;depth&quot;:11.52622785,&quot;endpoint_object_ids&quot;:[],&quot;endpoint_role_ids&quot;:[],&quot;kind&quot;:&quot;edge&quot;,&quot;object_id&quot;:&quot;scene_object_model_scene_architecture_role_architecture_09967259&quot;,&quot;repeat_count&quot;:3,&quot;source_digest&quot;:&quot;3003e70df5ba9554535ce7455caf5ee594ef3d194e150c6f9f6e79603625b9eb&quot;}"/>
          <p:cNvCxnSpPr/>
          <p:nvPr/>
        </p:nvCxnSpPr>
        <p:spPr>
          <a:xfrm flipV="1">
            <a:off x="3540934" y="2648093"/>
            <a:ext cx="0" cy="35848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NNDV editable edge scene_object_model_scene_architecture_role_architecture_c3436716 000" descr="{&quot;architecture_direction&quot;:null,&quot;architecture_evidence_digest&quot;:&quot;b4f792eaca2b62ee02a87d9918f1bafe7f1f0bcf1af4954f074a0950db188c59&quot;,&quot;architecture_role&quot;:&quot;output-head&quot;,&quot;architecture_role_graph_digest&quot;:&quot;040e8dbaa85b467feb50c9c7921939e2e31ef7630238a372e1b1ff168e700424&quot;,&quot;architecture_role_graph_edge_id&quot;:null,&quot;architecture_role_id&quot;:&quot;architecture_role_output_head_4_node_fx_output_44_81582432_m_81e64aec&quot;,&quot;architecture_route_id&quot;:null,&quot;architecture_route_role&quot;:null,&quot;depth&quot;:11.36960625,&quot;endpoint_object_ids&quot;:[],&quot;endpoint_role_ids&quot;:[],&quot;kind&quot;:&quot;edge&quot;,&quot;object_id&quot;:&quot;scene_object_model_scene_architecture_role_architecture_c3436716&quot;,&quot;repeat_count&quot;:1,&quot;source_digest&quot;:&quot;3003e70df5ba9554535ce7455caf5ee594ef3d194e150c6f9f6e79603625b9eb&quot;}"/>
          <p:cNvCxnSpPr/>
          <p:nvPr/>
        </p:nvCxnSpPr>
        <p:spPr>
          <a:xfrm flipV="1">
            <a:off x="5027976" y="3143260"/>
            <a:ext cx="0" cy="1468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NNDV editable edge scene_object_model_scene_architecture_role_architecture_c3436716 000" descr="{&quot;architecture_direction&quot;:null,&quot;architecture_evidence_digest&quot;:&quot;b4f792eaca2b62ee02a87d9918f1bafe7f1f0bcf1af4954f074a0950db188c59&quot;,&quot;architecture_role&quot;:&quot;output-head&quot;,&quot;architecture_role_graph_digest&quot;:&quot;040e8dbaa85b467feb50c9c7921939e2e31ef7630238a372e1b1ff168e700424&quot;,&quot;architecture_role_graph_edge_id&quot;:null,&quot;architecture_role_id&quot;:&quot;architecture_role_output_head_4_node_fx_output_44_81582432_m_81e64aec&quot;,&quot;architecture_route_id&quot;:null,&quot;architecture_route_role&quot;:null,&quot;depth&quot;:11.29332925,&quot;endpoint_object_ids&quot;:[],&quot;endpoint_role_ids&quot;:[],&quot;kind&quot;:&quot;edge&quot;,&quot;object_id&quot;:&quot;scene_object_model_scene_architecture_role_architecture_c3436716&quot;,&quot;repeat_count&quot;:1,&quot;source_digest&quot;:&quot;3003e70df5ba9554535ce7455caf5ee594ef3d194e150c6f9f6e79603625b9eb&quot;}"/>
          <p:cNvCxnSpPr/>
          <p:nvPr/>
        </p:nvCxnSpPr>
        <p:spPr>
          <a:xfrm>
            <a:off x="5027976" y="3290105"/>
            <a:ext cx="142863" cy="5553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NNDV editable edge scene_object_model_scene_architecture_role_architecture_c3436716 000" descr="{&quot;architecture_direction&quot;:null,&quot;architecture_evidence_digest&quot;:&quot;b4f792eaca2b62ee02a87d9918f1bafe7f1f0bcf1af4954f074a0950db188c59&quot;,&quot;architecture_role&quot;:&quot;output-head&quot;,&quot;architecture_role_graph_digest&quot;:&quot;040e8dbaa85b467feb50c9c7921939e2e31ef7630238a372e1b1ff168e700424&quot;,&quot;architecture_role_graph_edge_id&quot;:null,&quot;architecture_role_id&quot;:&quot;architecture_role_output_head_4_node_fx_output_44_81582432_m_81e64aec&quot;,&quot;architecture_route_id&quot;:null,&quot;architecture_route_role&quot;:null,&quot;depth&quot;:11.052538349999999,&quot;endpoint_object_ids&quot;:[],&quot;endpoint_role_ids&quot;:[],&quot;kind&quot;:&quot;edge&quot;,&quot;object_id&quot;:&quot;scene_object_model_scene_architecture_role_architecture_c3436716&quot;,&quot;repeat_count&quot;:1,&quot;source_digest&quot;:&quot;3003e70df5ba9554535ce7455caf5ee594ef3d194e150c6f9f6e79603625b9eb&quot;}"/>
          <p:cNvCxnSpPr/>
          <p:nvPr/>
        </p:nvCxnSpPr>
        <p:spPr>
          <a:xfrm flipH="1">
            <a:off x="5170839" y="3095835"/>
            <a:ext cx="194601" cy="10295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NNDV editable edge scene_object_model_scene_architecture_role_architecture_09967259 000" descr="{&quot;architecture_direction&quot;:null,&quot;architecture_evidence_digest&quot;:&quot;b4f792eaca2b62ee02a87d9918f1bafe7f1f0bcf1af4954f074a0950db188c59&quot;,&quot;architecture_role&quot;:&quot;residual-norm&quot;,&quot;architecture_role_graph_digest&quot;:&quot;040e8dbaa85b467feb50c9c7921939e2e31ef7630238a372e1b1ff168e700424&quot;,&quot;architecture_role_graph_edge_id&quot;:null,&quot;architecture_role_id&quot;:&quot;architecture_role_residual_norm_3_module_encoder_1_norm1_e1e_470c855b&quot;,&quot;architecture_route_id&quot;:null,&quot;architecture_route_role&quot;:null,&quot;depth&quot;:10.885501000000001,&quot;endpoint_object_ids&quot;:[],&quot;endpoint_role_ids&quot;:[],&quot;kind&quot;:&quot;edge&quot;,&quot;object_id&quot;:&quot;scene_object_model_scene_architecture_role_architecture_09967259&quot;,&quot;repeat_count&quot;:3,&quot;source_digest&quot;:&quot;3003e70df5ba9554535ce7455caf5ee594ef3d194e150c6f9f6e79603625b9eb&quot;}"/>
          <p:cNvCxnSpPr/>
          <p:nvPr/>
        </p:nvCxnSpPr>
        <p:spPr>
          <a:xfrm flipV="1">
            <a:off x="3674272" y="2699921"/>
            <a:ext cx="0" cy="35848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NNDV editable edge scene_object_model_scene_architecture_role_architecture_c3436716 000" descr="{&quot;architecture_direction&quot;:null,&quot;architecture_evidence_digest&quot;:&quot;b4f792eaca2b62ee02a87d9918f1bafe7f1f0bcf1af4954f074a0950db188c59&quot;,&quot;architecture_role&quot;:&quot;output-head&quot;,&quot;architecture_role_graph_digest&quot;:&quot;040e8dbaa85b467feb50c9c7921939e2e31ef7630238a372e1b1ff168e700424&quot;,&quot;architecture_role_graph_edge_id&quot;:null,&quot;architecture_role_id&quot;:&quot;architecture_role_output_head_4_node_fx_output_44_81582432_m_81e64aec&quot;,&quot;architecture_route_id&quot;:null,&quot;architecture_route_role&quot;:null,&quot;depth&quot;:10.759390199999999,&quot;endpoint_object_ids&quot;:[],&quot;endpoint_role_ids&quot;:[],&quot;kind&quot;:&quot;edge&quot;,&quot;object_id&quot;:&quot;scene_object_model_scene_architecture_role_architecture_c3436716&quot;,&quot;repeat_count&quot;:1,&quot;source_digest&quot;:&quot;3003e70df5ba9554535ce7455caf5ee594ef3d194e150c6f9f6e79603625b9eb&quot;}"/>
          <p:cNvCxnSpPr/>
          <p:nvPr/>
        </p:nvCxnSpPr>
        <p:spPr>
          <a:xfrm flipH="1" flipV="1">
            <a:off x="5027976" y="3143260"/>
            <a:ext cx="142863" cy="5552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NNDV editable edge scene_object_model_scene_architecture_role_architecture_c3436716 000" descr="{&quot;architecture_direction&quot;:null,&quot;architecture_evidence_digest&quot;:&quot;b4f792eaca2b62ee02a87d9918f1bafe7f1f0bcf1af4954f074a0950db188c59&quot;,&quot;architecture_role&quot;:&quot;output-head&quot;,&quot;architecture_role_graph_digest&quot;:&quot;040e8dbaa85b467feb50c9c7921939e2e31ef7630238a372e1b1ff168e700424&quot;,&quot;architecture_role_graph_edge_id&quot;:null,&quot;architecture_role_id&quot;:&quot;architecture_role_output_head_4_node_fx_output_44_81582432_m_81e64aec&quot;,&quot;architecture_route_id&quot;:null,&quot;architecture_route_role&quot;:null,&quot;depth&quot;:10.6831132,&quot;endpoint_object_ids&quot;:[],&quot;endpoint_role_ids&quot;:[],&quot;kind&quot;:&quot;edge&quot;,&quot;object_id&quot;:&quot;scene_object_model_scene_architecture_role_architecture_c3436716&quot;,&quot;repeat_count&quot;:1,&quot;source_digest&quot;:&quot;3003e70df5ba9554535ce7455caf5ee594ef3d194e150c6f9f6e79603625b9eb&quot;}"/>
          <p:cNvCxnSpPr/>
          <p:nvPr/>
        </p:nvCxnSpPr>
        <p:spPr>
          <a:xfrm flipV="1">
            <a:off x="5170839" y="3198789"/>
            <a:ext cx="0" cy="14684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NNDV editable edge scene_object_model_scene_architecture_role_architecture_09967259 000" descr="{&quot;architecture_direction&quot;:null,&quot;architecture_evidence_digest&quot;:&quot;b4f792eaca2b62ee02a87d9918f1bafe7f1f0bcf1af4954f074a0950db188c59&quot;,&quot;architecture_role&quot;:&quot;residual-norm&quot;,&quot;architecture_role_graph_digest&quot;:&quot;040e8dbaa85b467feb50c9c7921939e2e31ef7630238a372e1b1ff168e700424&quot;,&quot;architecture_role_graph_edge_id&quot;:null,&quot;architecture_role_id&quot;:&quot;architecture_role_residual_norm_3_module_encoder_1_norm1_e1e_470c855b&quot;,&quot;architecture_route_id&quot;:null,&quot;architecture_route_role&quot;:null,&quot;depth&quot;:10.5541236,&quot;endpoint_object_ids&quot;:[],&quot;endpoint_role_ids&quot;:[],&quot;kind&quot;:&quot;edge&quot;,&quot;object_id&quot;:&quot;scene_object_model_scene_architecture_role_architecture_09967259&quot;,&quot;repeat_count&quot;:3,&quot;source_digest&quot;:&quot;3003e70df5ba9554535ce7455caf5ee594ef3d194e150c6f9f6e79603625b9eb&quot;}"/>
          <p:cNvCxnSpPr/>
          <p:nvPr/>
        </p:nvCxnSpPr>
        <p:spPr>
          <a:xfrm flipH="1" flipV="1">
            <a:off x="3540934" y="2648093"/>
            <a:ext cx="133338" cy="5182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NNDV editable leader scene_object_model_scene_architecture_role_architecture_c3436716 000" descr="{&quot;architecture_direction&quot;:null,&quot;architecture_evidence_digest&quot;:&quot;b4f792eaca2b62ee02a87d9918f1bafe7f1f0bcf1af4954f074a0950db188c59&quot;,&quot;architecture_role&quot;:&quot;output-head&quot;,&quot;architecture_role_graph_digest&quot;:&quot;040e8dbaa85b467feb50c9c7921939e2e31ef7630238a372e1b1ff168e700424&quot;,&quot;architecture_role_graph_edge_id&quot;:null,&quot;architecture_role_id&quot;:&quot;architecture_role_output_head_4_node_fx_output_44_81582432_m_81e64aec&quot;,&quot;architecture_route_id&quot;:null,&quot;architecture_route_role&quot;:null,&quot;depth&quot;:11.6627544,&quot;endpoint_object_ids&quot;:[],&quot;endpoint_role_ids&quot;:[],&quot;kind&quot;:&quot;leader&quot;,&quot;object_id&quot;:&quot;scene_object_model_scene_architecture_role_architecture_c3436716&quot;,&quot;repeat_count&quot;:1,&quot;source_digest&quot;:&quot;3003e70df5ba9554535ce7455caf5ee594ef3d194e150c6f9f6e79603625b9eb&quot;}"/>
          <p:cNvCxnSpPr/>
          <p:nvPr/>
        </p:nvCxnSpPr>
        <p:spPr>
          <a:xfrm flipV="1">
            <a:off x="5196708" y="3358235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NNDV editable label scene_object_model_scene_architecture_role_architecture_c3436716 0081" descr="{&quot;architecture_direction&quot;:null,&quot;architecture_evidence_digest&quot;:&quot;b4f792eaca2b62ee02a87d9918f1bafe7f1f0bcf1af4954f074a0950db188c59&quot;,&quot;architecture_role&quot;:&quot;output-head&quot;,&quot;architecture_role_graph_digest&quot;:&quot;040e8dbaa85b467feb50c9c7921939e2e31ef7630238a372e1b1ff168e700424&quot;,&quot;architecture_role_graph_edge_id&quot;:null,&quot;architecture_role_id&quot;:&quot;architecture_role_output_head_4_node_fx_output_44_81582432_m_81e64aec&quot;,&quot;architecture_route_id&quot;:null,&quot;architecture_route_role&quot;:null,&quot;depth&quot;:11.6627544,&quot;endpoint_object_ids&quot;:[],&quot;endpoint_role_ids&quot;:[],&quot;kind&quot;:&quot;label&quot;,&quot;object_id&quot;:&quot;scene_object_model_scene_architecture_role_architecture_c3436716&quot;,&quot;repeat_count&quot;:1,&quot;source_digest&quot;:&quot;3003e70df5ba9554535ce7455caf5ee594ef3d194e150c6f9f6e79603625b9eb&quot;}"/>
          <p:cNvSpPr txBox="1"/>
          <p:nvPr/>
        </p:nvSpPr>
        <p:spPr>
          <a:xfrm>
            <a:off x="4673087" y="3401435"/>
            <a:ext cx="1047241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Classifier / output</a:t>
            </a:r>
          </a:p>
        </p:txBody>
      </p:sp>
      <p:cxnSp>
        <p:nvCxnSpPr>
          <p:cNvPr id="85" name="NNDV editable leader scene_object_model_scene_architecture_role_architecture_ef0e6bc2 000" descr="{&quot;architecture_direction&quot;:null,&quot;architecture_evidence_digest&quot;:&quot;b4f792eaca2b62ee02a87d9918f1bafe7f1f0bcf1af4954f074a0950db188c59&quot;,&quot;architecture_role&quot;:&quot;embedding&quot;,&quot;architecture_role_graph_digest&quot;:&quot;040e8dbaa85b467feb50c9c7921939e2e31ef7630238a372e1b1ff168e700424&quot;,&quot;architecture_role_graph_edge_id&quot;:null,&quot;architecture_role_id&quot;:&quot;architecture_role_embedding_0_node_fx_flatten_2_4695a9f7_mod_f48bc7ac&quot;,&quot;architecture_route_id&quot;:null,&quot;architecture_route_role&quot;:null,&quot;depth&quot;:30.2895995,&quot;endpoint_object_ids&quot;:[],&quot;endpoint_role_ids&quot;:[],&quot;kind&quot;:&quot;leader&quot;,&quot;object_id&quot;:&quot;scene_object_model_scene_architecture_role_architecture_ef0e6bc2&quot;,&quot;repeat_count&quot;:1,&quot;source_digest&quot;:&quot;3003e70df5ba9554535ce7455caf5ee594ef3d194e150c6f9f6e79603625b9eb&quot;}"/>
          <p:cNvCxnSpPr/>
          <p:nvPr/>
        </p:nvCxnSpPr>
        <p:spPr>
          <a:xfrm>
            <a:off x="1320374" y="1340036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NNDV editable label scene_object_model_scene_architecture_role_architecture_ef0e6bc2 0083" descr="{&quot;architecture_direction&quot;:null,&quot;architecture_evidence_digest&quot;:&quot;b4f792eaca2b62ee02a87d9918f1bafe7f1f0bcf1af4954f074a0950db188c59&quot;,&quot;architecture_role&quot;:&quot;embedding&quot;,&quot;architecture_role_graph_digest&quot;:&quot;040e8dbaa85b467feb50c9c7921939e2e31ef7630238a372e1b1ff168e700424&quot;,&quot;architecture_role_graph_edge_id&quot;:null,&quot;architecture_role_id&quot;:&quot;architecture_role_embedding_0_node_fx_flatten_2_4695a9f7_mod_f48bc7ac&quot;,&quot;architecture_route_id&quot;:null,&quot;architecture_route_role&quot;:null,&quot;depth&quot;:30.2895995,&quot;endpoint_object_ids&quot;:[],&quot;endpoint_role_ids&quot;:[],&quot;kind&quot;:&quot;label&quot;,&quot;object_id&quot;:&quot;scene_object_model_scene_architecture_role_architecture_ef0e6bc2&quot;,&quot;repeat_count&quot;:1,&quot;source_digest&quot;:&quot;3003e70df5ba9554535ce7455caf5ee594ef3d194e150c6f9f6e79603625b9eb&quot;}"/>
          <p:cNvSpPr txBox="1"/>
          <p:nvPr/>
        </p:nvSpPr>
        <p:spPr>
          <a:xfrm>
            <a:off x="603840" y="1228911"/>
            <a:ext cx="1433068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Patch + class token embed.</a:t>
            </a:r>
          </a:p>
        </p:txBody>
      </p:sp>
      <p:cxnSp>
        <p:nvCxnSpPr>
          <p:cNvPr id="87" name="NNDV editable leader scene_object_model_scene_architecture_role_architecture_2357c18e 000" descr="{&quot;architecture_direction&quot;:null,&quot;architecture_evidence_digest&quot;:&quot;b4f792eaca2b62ee02a87d9918f1bafe7f1f0bcf1af4954f074a0950db188c59&quot;,&quot;architecture_role&quot;:&quot;attention&quot;,&quot;architecture_role_graph_digest&quot;:&quot;040e8dbaa85b467feb50c9c7921939e2e31ef7630238a372e1b1ff168e700424&quot;,&quot;architecture_role_graph_edge_id&quot;:null,&quot;architecture_role_id&quot;:&quot;architecture_role_attention_1_module_encoder_0_self_attentio_1eb4f949&quot;,&quot;architecture_route_id&quot;:null,&quot;architecture_route_role&quot;:null,&quot;depth&quot;:22.7400828,&quot;endpoint_object_ids&quot;:[],&quot;endpoint_role_ids&quot;:[],&quot;kind&quot;:&quot;leader&quot;,&quot;object_id&quot;:&quot;scene_object_model_scene_architecture_role_architecture_2357c18e&quot;,&quot;repeat_count&quot;:3,&quot;source_digest&quot;:&quot;3003e70df5ba9554535ce7455caf5ee594ef3d194e150c6f9f6e79603625b9eb&quot;}"/>
          <p:cNvCxnSpPr/>
          <p:nvPr/>
        </p:nvCxnSpPr>
        <p:spPr>
          <a:xfrm flipH="1">
            <a:off x="2346888" y="1794700"/>
            <a:ext cx="4320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NNDV editable label scene_object_model_scene_architecture_role_architecture_2357c18e 0085" descr="{&quot;architecture_direction&quot;:null,&quot;architecture_evidence_digest&quot;:&quot;b4f792eaca2b62ee02a87d9918f1bafe7f1f0bcf1af4954f074a0950db188c59&quot;,&quot;architecture_role&quot;:&quot;attention&quot;,&quot;architecture_role_graph_digest&quot;:&quot;040e8dbaa85b467feb50c9c7921939e2e31ef7630238a372e1b1ff168e700424&quot;,&quot;architecture_role_graph_edge_id&quot;:null,&quot;architecture_role_id&quot;:&quot;architecture_role_attention_1_module_encoder_0_self_attentio_1eb4f949&quot;,&quot;architecture_route_id&quot;:null,&quot;architecture_route_role&quot;:null,&quot;depth&quot;:22.7400828,&quot;endpoint_object_ids&quot;:[],&quot;endpoint_role_ids&quot;:[],&quot;kind&quot;:&quot;label&quot;,&quot;object_id&quot;:&quot;scene_object_model_scene_architecture_role_architecture_2357c18e&quot;,&quot;repeat_count&quot;:3,&quot;source_digest&quot;:&quot;3003e70df5ba9554535ce7455caf5ee594ef3d194e150c6f9f6e79603625b9eb&quot;}"/>
          <p:cNvSpPr txBox="1"/>
          <p:nvPr/>
        </p:nvSpPr>
        <p:spPr>
          <a:xfrm>
            <a:off x="2390088" y="1739138"/>
            <a:ext cx="937006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Self-attention ×3</a:t>
            </a:r>
          </a:p>
        </p:txBody>
      </p:sp>
      <p:cxnSp>
        <p:nvCxnSpPr>
          <p:cNvPr id="89" name="NNDV editable leader scene_object_model_scene_architecture_role_architecture_6b52c290 000" descr="{&quot;architecture_direction&quot;:null,&quot;architecture_evidence_digest&quot;:&quot;b4f792eaca2b62ee02a87d9918f1bafe7f1f0bcf1af4954f074a0950db188c59&quot;,&quot;architecture_role&quot;:&quot;feed-forward&quot;,&quot;architecture_role_graph_digest&quot;:&quot;040e8dbaa85b467feb50c9c7921939e2e31ef7630238a372e1b1ff168e700424&quot;,&quot;architecture_role_graph_edge_id&quot;:null,&quot;architecture_role_id&quot;:&quot;architecture_role_feed_forward_2_module_encoder_0_feed_forwa_b7ed392a&quot;,&quot;architecture_route_id&quot;:null,&quot;architecture_route_role&quot;:null,&quot;depth&quot;:20.3588099,&quot;endpoint_object_ids&quot;:[],&quot;endpoint_role_ids&quot;:[],&quot;kind&quot;:&quot;leader&quot;,&quot;object_id&quot;:&quot;scene_object_model_scene_architecture_role_architecture_6b52c290&quot;,&quot;repeat_count&quot;:3,&quot;source_digest&quot;:&quot;3003e70df5ba9554535ce7455caf5ee594ef3d194e150c6f9f6e79603625b9eb&quot;}"/>
          <p:cNvCxnSpPr/>
          <p:nvPr/>
        </p:nvCxnSpPr>
        <p:spPr>
          <a:xfrm flipV="1">
            <a:off x="2975367" y="3292606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NNDV editable label scene_object_model_scene_architecture_role_architecture_6b52c290 0087" descr="{&quot;architecture_direction&quot;:null,&quot;architecture_evidence_digest&quot;:&quot;b4f792eaca2b62ee02a87d9918f1bafe7f1f0bcf1af4954f074a0950db188c59&quot;,&quot;architecture_role&quot;:&quot;feed-forward&quot;,&quot;architecture_role_graph_digest&quot;:&quot;040e8dbaa85b467feb50c9c7921939e2e31ef7630238a372e1b1ff168e700424&quot;,&quot;architecture_role_graph_edge_id&quot;:null,&quot;architecture_role_id&quot;:&quot;architecture_role_feed_forward_2_module_encoder_0_feed_forwa_b7ed392a&quot;,&quot;architecture_route_id&quot;:null,&quot;architecture_route_role&quot;:null,&quot;depth&quot;:20.3588099,&quot;endpoint_object_ids&quot;:[],&quot;endpoint_role_ids&quot;:[],&quot;kind&quot;:&quot;label&quot;,&quot;object_id&quot;:&quot;scene_object_model_scene_architecture_role_architecture_6b52c290&quot;,&quot;repeat_count&quot;:3,&quot;source_digest&quot;:&quot;3003e70df5ba9554535ce7455caf5ee594ef3d194e150c6f9f6e79603625b9eb&quot;}"/>
          <p:cNvSpPr txBox="1"/>
          <p:nvPr/>
        </p:nvSpPr>
        <p:spPr>
          <a:xfrm>
            <a:off x="2810013" y="3335806"/>
            <a:ext cx="330708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FFN ×3</a:t>
            </a:r>
          </a:p>
        </p:txBody>
      </p:sp>
      <p:cxnSp>
        <p:nvCxnSpPr>
          <p:cNvPr id="91" name="NNDV editable leader scene_object_model_scene_architecture_role_architecture_09967259 000" descr="{&quot;architecture_direction&quot;:null,&quot;architecture_evidence_digest&quot;:&quot;b4f792eaca2b62ee02a87d9918f1bafe7f1f0bcf1af4954f074a0950db188c59&quot;,&quot;architecture_role&quot;:&quot;residual-norm&quot;,&quot;architecture_role_graph_digest&quot;:&quot;040e8dbaa85b467feb50c9c7921939e2e31ef7630238a372e1b1ff168e700424&quot;,&quot;architecture_role_graph_edge_id&quot;:null,&quot;architecture_role_id&quot;:&quot;architecture_role_residual_norm_3_module_encoder_1_norm1_e1e_470c855b&quot;,&quot;architecture_route_id&quot;:null,&quot;architecture_route_role&quot;:null,&quot;depth&quot;:12.5447073,&quot;endpoint_object_ids&quot;:[],&quot;endpoint_role_ids&quot;:[],&quot;kind&quot;:&quot;leader&quot;,&quot;object_id&quot;:&quot;scene_object_model_scene_architecture_role_architecture_09967259&quot;,&quot;repeat_count&quot;:3,&quot;source_digest&quot;:&quot;3003e70df5ba9554535ce7455caf5ee594ef3d194e150c6f9f6e79603625b9eb&quot;}"/>
          <p:cNvCxnSpPr/>
          <p:nvPr/>
        </p:nvCxnSpPr>
        <p:spPr>
          <a:xfrm flipH="1">
            <a:off x="4096272" y="2375698"/>
            <a:ext cx="4320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NNDV editable label scene_object_model_scene_architecture_role_architecture_09967259 0089" descr="{&quot;architecture_direction&quot;:null,&quot;architecture_evidence_digest&quot;:&quot;b4f792eaca2b62ee02a87d9918f1bafe7f1f0bcf1af4954f074a0950db188c59&quot;,&quot;architecture_role&quot;:&quot;residual-norm&quot;,&quot;architecture_role_graph_digest&quot;:&quot;040e8dbaa85b467feb50c9c7921939e2e31ef7630238a372e1b1ff168e700424&quot;,&quot;architecture_role_graph_edge_id&quot;:null,&quot;architecture_role_id&quot;:&quot;architecture_role_residual_norm_3_module_encoder_1_norm1_e1e_470c855b&quot;,&quot;architecture_route_id&quot;:null,&quot;architecture_route_role&quot;:null,&quot;depth&quot;:12.5447073,&quot;endpoint_object_ids&quot;:[],&quot;endpoint_role_ids&quot;:[],&quot;kind&quot;:&quot;label&quot;,&quot;object_id&quot;:&quot;scene_object_model_scene_architecture_role_architecture_09967259&quot;,&quot;repeat_count&quot;:3,&quot;source_digest&quot;:&quot;3003e70df5ba9554535ce7455caf5ee594ef3d194e150c6f9f6e79603625b9eb&quot;}"/>
          <p:cNvSpPr txBox="1"/>
          <p:nvPr/>
        </p:nvSpPr>
        <p:spPr>
          <a:xfrm>
            <a:off x="4139472" y="2264573"/>
            <a:ext cx="992124" cy="1111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Residual + norm ×3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NN_DaVinci Scene scene_visiontransformer___module___architecture__bdf03d8c</dc:title>
  <dc:subject>Editable deterministic CPU projection of Scene IR 1.0</dc:subject>
  <dc:creator/>
  <cp:keywords/>
  <dc:description>NN_DaVinci 0.7.3;nndv-scene-export-1;camera=scene_camera_visiontransformer___module___architecture__51aee5c8;digest=3003e70df5ba9554535ce7455caf5ee594ef3d194e150c6f9f6e79603625b9eb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