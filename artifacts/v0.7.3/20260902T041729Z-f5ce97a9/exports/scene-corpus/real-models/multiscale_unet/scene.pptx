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bf824d7e 0000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29.7365912,&quot;endpoint_object_ids&quot;:[],&quot;endpoint_role_ids&quot;:[],&quot;kind&quot;:&quot;face&quot;,&quot;object_id&quot;:&quot;scene_object_model_scene_architecture_role_architecture_bf824d7e&quot;,&quot;repeat_count&quot;:1,&quot;source_digest&quot;:&quot;2e85dcc335a17fd02a68de203120a9f560472bca3ec1fa985af3596e829d9c19&quot;}"/>
          <p:cNvSpPr/>
          <p:nvPr/>
        </p:nvSpPr>
        <p:spPr>
          <a:xfrm>
            <a:off x="1366997" y="981633"/>
            <a:ext cx="201303" cy="365145"/>
          </a:xfrm>
          <a:custGeom>
            <a:avLst/>
            <a:gdLst/>
            <a:ahLst/>
            <a:cxnLst/>
            <a:rect l="l" t="t" r="r" b="b"/>
            <a:pathLst>
              <a:path w="201303" h="365145">
                <a:moveTo>
                  <a:pt x="201303" y="258645"/>
                </a:moveTo>
                <a:lnTo>
                  <a:pt x="201303" y="0"/>
                </a:lnTo>
                <a:lnTo>
                  <a:pt x="0" y="106500"/>
                </a:lnTo>
                <a:lnTo>
                  <a:pt x="0" y="365145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bf824d7e 0001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29.49842635,&quot;endpoint_object_ids&quot;:[],&quot;endpoint_role_ids&quot;:[],&quot;kind&quot;:&quot;face&quot;,&quot;object_id&quot;:&quot;scene_object_model_scene_architecture_role_architecture_bf824d7e&quot;,&quot;repeat_count&quot;:1,&quot;source_digest&quot;:&quot;2e85dcc335a17fd02a68de203120a9f560472bca3ec1fa985af3596e829d9c19&quot;}"/>
          <p:cNvSpPr/>
          <p:nvPr/>
        </p:nvSpPr>
        <p:spPr>
          <a:xfrm>
            <a:off x="1242988" y="933431"/>
            <a:ext cx="325312" cy="154702"/>
          </a:xfrm>
          <a:custGeom>
            <a:avLst/>
            <a:gdLst/>
            <a:ahLst/>
            <a:cxnLst/>
            <a:rect l="l" t="t" r="r" b="b"/>
            <a:pathLst>
              <a:path w="325312" h="154702">
                <a:moveTo>
                  <a:pt x="201304" y="0"/>
                </a:moveTo>
                <a:lnTo>
                  <a:pt x="0" y="106501"/>
                </a:lnTo>
                <a:lnTo>
                  <a:pt x="124009" y="154702"/>
                </a:lnTo>
                <a:lnTo>
                  <a:pt x="325312" y="48202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bf824d7e 0002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29.23840205,&quot;endpoint_object_ids&quot;:[],&quot;endpoint_role_ids&quot;:[],&quot;kind&quot;:&quot;face&quot;,&quot;object_id&quot;:&quot;scene_object_model_scene_architecture_role_architecture_bf824d7e&quot;,&quot;repeat_count&quot;:1,&quot;source_digest&quot;:&quot;2e85dcc335a17fd02a68de203120a9f560472bca3ec1fa985af3596e829d9c19&quot;}"/>
          <p:cNvSpPr/>
          <p:nvPr/>
        </p:nvSpPr>
        <p:spPr>
          <a:xfrm>
            <a:off x="1242988" y="1039932"/>
            <a:ext cx="124009" cy="306846"/>
          </a:xfrm>
          <a:custGeom>
            <a:avLst/>
            <a:gdLst/>
            <a:ahLst/>
            <a:cxnLst/>
            <a:rect l="l" t="t" r="r" b="b"/>
            <a:pathLst>
              <a:path w="124009" h="306846">
                <a:moveTo>
                  <a:pt x="0" y="258645"/>
                </a:moveTo>
                <a:lnTo>
                  <a:pt x="124009" y="306846"/>
                </a:lnTo>
                <a:lnTo>
                  <a:pt x="124009" y="48201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21750935 0003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6.89966205,&quot;endpoint_object_ids&quot;:[],&quot;endpoint_role_ids&quot;:[],&quot;kind&quot;:&quot;face&quot;,&quot;object_id&quot;:&quot;scene_object_model_scene_architecture_role_architecture_21750935&quot;,&quot;repeat_count&quot;:1,&quot;source_digest&quot;:&quot;2e85dcc335a17fd02a68de203120a9f560472bca3ec1fa985af3596e829d9c19&quot;}"/>
          <p:cNvSpPr/>
          <p:nvPr/>
        </p:nvSpPr>
        <p:spPr>
          <a:xfrm>
            <a:off x="1953366" y="1420097"/>
            <a:ext cx="201304" cy="365146"/>
          </a:xfrm>
          <a:custGeom>
            <a:avLst/>
            <a:gdLst/>
            <a:ahLst/>
            <a:cxnLst/>
            <a:rect l="l" t="t" r="r" b="b"/>
            <a:pathLst>
              <a:path w="201304" h="365146">
                <a:moveTo>
                  <a:pt x="201304" y="258645"/>
                </a:moveTo>
                <a:lnTo>
                  <a:pt x="201304" y="0"/>
                </a:lnTo>
                <a:lnTo>
                  <a:pt x="0" y="106501"/>
                </a:lnTo>
                <a:lnTo>
                  <a:pt x="0" y="365146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21750935 0004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6.85256765,&quot;endpoint_object_ids&quot;:[],&quot;endpoint_role_ids&quot;:[],&quot;kind&quot;:&quot;face&quot;,&quot;object_id&quot;:&quot;scene_object_model_scene_architecture_role_architecture_21750935&quot;,&quot;repeat_count&quot;:1,&quot;source_digest&quot;:&quot;2e85dcc335a17fd02a68de203120a9f560472bca3ec1fa985af3596e829d9c19&quot;}"/>
          <p:cNvSpPr/>
          <p:nvPr/>
        </p:nvSpPr>
        <p:spPr>
          <a:xfrm>
            <a:off x="1771833" y="1349536"/>
            <a:ext cx="382837" cy="177062"/>
          </a:xfrm>
          <a:custGeom>
            <a:avLst/>
            <a:gdLst/>
            <a:ahLst/>
            <a:cxnLst/>
            <a:rect l="l" t="t" r="r" b="b"/>
            <a:pathLst>
              <a:path w="382837" h="177062">
                <a:moveTo>
                  <a:pt x="201304" y="0"/>
                </a:moveTo>
                <a:lnTo>
                  <a:pt x="0" y="106501"/>
                </a:lnTo>
                <a:lnTo>
                  <a:pt x="181533" y="177062"/>
                </a:lnTo>
                <a:lnTo>
                  <a:pt x="382837" y="70561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21750935 0005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6.592543374999998,&quot;endpoint_object_ids&quot;:[],&quot;endpoint_role_ids&quot;:[],&quot;kind&quot;:&quot;face&quot;,&quot;object_id&quot;:&quot;scene_object_model_scene_architecture_role_architecture_21750935&quot;,&quot;repeat_count&quot;:1,&quot;source_digest&quot;:&quot;2e85dcc335a17fd02a68de203120a9f560472bca3ec1fa985af3596e829d9c19&quot;}"/>
          <p:cNvSpPr/>
          <p:nvPr/>
        </p:nvSpPr>
        <p:spPr>
          <a:xfrm>
            <a:off x="1771833" y="1456037"/>
            <a:ext cx="181533" cy="329206"/>
          </a:xfrm>
          <a:custGeom>
            <a:avLst/>
            <a:gdLst/>
            <a:ahLst/>
            <a:cxnLst/>
            <a:rect l="l" t="t" r="r" b="b"/>
            <a:pathLst>
              <a:path w="181533" h="329206">
                <a:moveTo>
                  <a:pt x="0" y="258645"/>
                </a:moveTo>
                <a:lnTo>
                  <a:pt x="181533" y="329206"/>
                </a:lnTo>
                <a:lnTo>
                  <a:pt x="181533" y="70561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f516a4cf 0006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4.5282527,&quot;endpoint_object_ids&quot;:[],&quot;endpoint_role_ids&quot;:[],&quot;kind&quot;:&quot;face&quot;,&quot;object_id&quot;:&quot;scene_object_model_scene_architecture_role_architecture_f516a4cf&quot;,&quot;repeat_count&quot;:1,&quot;source_digest&quot;:&quot;2e85dcc335a17fd02a68de203120a9f560472bca3ec1fa985af3596e829d9c19&quot;}"/>
          <p:cNvSpPr/>
          <p:nvPr/>
        </p:nvSpPr>
        <p:spPr>
          <a:xfrm>
            <a:off x="2138901" y="1959844"/>
            <a:ext cx="386108" cy="175091"/>
          </a:xfrm>
          <a:custGeom>
            <a:avLst/>
            <a:gdLst/>
            <a:ahLst/>
            <a:cxnLst/>
            <a:rect l="l" t="t" r="r" b="b"/>
            <a:pathLst>
              <a:path w="386108" h="175091">
                <a:moveTo>
                  <a:pt x="178204" y="0"/>
                </a:moveTo>
                <a:lnTo>
                  <a:pt x="0" y="94280"/>
                </a:lnTo>
                <a:lnTo>
                  <a:pt x="207904" y="175091"/>
                </a:lnTo>
                <a:lnTo>
                  <a:pt x="386108" y="80811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f516a4cf 0007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4.41315995,&quot;endpoint_object_ids&quot;:[],&quot;endpoint_role_ids&quot;:[],&quot;kind&quot;:&quot;face&quot;,&quot;object_id&quot;:&quot;scene_object_model_scene_architecture_role_architecture_f516a4cf&quot;,&quot;repeat_count&quot;:1,&quot;source_digest&quot;:&quot;2e85dcc335a17fd02a68de203120a9f560472bca3ec1fa985af3596e829d9c19&quot;}"/>
          <p:cNvSpPr/>
          <p:nvPr/>
        </p:nvSpPr>
        <p:spPr>
          <a:xfrm>
            <a:off x="2346805" y="2040655"/>
            <a:ext cx="178204" cy="323244"/>
          </a:xfrm>
          <a:custGeom>
            <a:avLst/>
            <a:gdLst/>
            <a:ahLst/>
            <a:cxnLst/>
            <a:rect l="l" t="t" r="r" b="b"/>
            <a:pathLst>
              <a:path w="178204" h="323244">
                <a:moveTo>
                  <a:pt x="178204" y="228965"/>
                </a:moveTo>
                <a:lnTo>
                  <a:pt x="178204" y="0"/>
                </a:lnTo>
                <a:lnTo>
                  <a:pt x="0" y="94280"/>
                </a:lnTo>
                <a:lnTo>
                  <a:pt x="0" y="32324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f516a4cf 0008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4.298067175,&quot;endpoint_object_ids&quot;:[],&quot;endpoint_role_ids&quot;:[],&quot;kind&quot;:&quot;face&quot;,&quot;object_id&quot;:&quot;scene_object_model_scene_architecture_role_architecture_f516a4cf&quot;,&quot;repeat_count&quot;:1,&quot;source_digest&quot;:&quot;2e85dcc335a17fd02a68de203120a9f560472bca3ec1fa985af3596e829d9c19&quot;}"/>
          <p:cNvSpPr/>
          <p:nvPr/>
        </p:nvSpPr>
        <p:spPr>
          <a:xfrm>
            <a:off x="2138901" y="2054124"/>
            <a:ext cx="207904" cy="309775"/>
          </a:xfrm>
          <a:custGeom>
            <a:avLst/>
            <a:gdLst/>
            <a:ahLst/>
            <a:cxnLst/>
            <a:rect l="l" t="t" r="r" b="b"/>
            <a:pathLst>
              <a:path w="207904" h="309775">
                <a:moveTo>
                  <a:pt x="0" y="228964"/>
                </a:moveTo>
                <a:lnTo>
                  <a:pt x="207904" y="309775"/>
                </a:lnTo>
                <a:lnTo>
                  <a:pt x="207904" y="80811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6998430e 0009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2.2023327,&quot;endpoint_object_ids&quot;:[],&quot;endpoint_role_ids&quot;:[],&quot;kind&quot;:&quot;face&quot;,&quot;object_id&quot;:&quot;scene_object_model_scene_architecture_role_architecture_6998430e&quot;,&quot;repeat_count&quot;:1,&quot;source_digest&quot;:&quot;2e85dcc335a17fd02a68de203120a9f560472bca3ec1fa985af3596e829d9c19&quot;}"/>
          <p:cNvSpPr/>
          <p:nvPr/>
        </p:nvSpPr>
        <p:spPr>
          <a:xfrm>
            <a:off x="2505431" y="2569589"/>
            <a:ext cx="390455" cy="173608"/>
          </a:xfrm>
          <a:custGeom>
            <a:avLst/>
            <a:gdLst/>
            <a:ahLst/>
            <a:cxnLst/>
            <a:rect l="l" t="t" r="r" b="b"/>
            <a:pathLst>
              <a:path w="390455" h="173608">
                <a:moveTo>
                  <a:pt x="155600" y="0"/>
                </a:moveTo>
                <a:lnTo>
                  <a:pt x="0" y="82321"/>
                </a:lnTo>
                <a:lnTo>
                  <a:pt x="234855" y="173608"/>
                </a:lnTo>
                <a:lnTo>
                  <a:pt x="390455" y="91287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6998430e 001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2.0013439,&quot;endpoint_object_ids&quot;:[],&quot;endpoint_role_ids&quot;:[],&quot;kind&quot;:&quot;face&quot;,&quot;object_id&quot;:&quot;scene_object_model_scene_architecture_role_architecture_6998430e&quot;,&quot;repeat_count&quot;:1,&quot;source_digest&quot;:&quot;2e85dcc335a17fd02a68de203120a9f560472bca3ec1fa985af3596e829d9c19&quot;}"/>
          <p:cNvSpPr/>
          <p:nvPr/>
        </p:nvSpPr>
        <p:spPr>
          <a:xfrm>
            <a:off x="2505431" y="2651910"/>
            <a:ext cx="234855" cy="291210"/>
          </a:xfrm>
          <a:custGeom>
            <a:avLst/>
            <a:gdLst/>
            <a:ahLst/>
            <a:cxnLst/>
            <a:rect l="l" t="t" r="r" b="b"/>
            <a:pathLst>
              <a:path w="234855" h="291210">
                <a:moveTo>
                  <a:pt x="0" y="199923"/>
                </a:moveTo>
                <a:lnTo>
                  <a:pt x="234855" y="291210"/>
                </a:lnTo>
                <a:lnTo>
                  <a:pt x="234855" y="91287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6998430e 0011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1.9247318,&quot;endpoint_object_ids&quot;:[],&quot;endpoint_role_ids&quot;:[],&quot;kind&quot;:&quot;face&quot;,&quot;object_id&quot;:&quot;scene_object_model_scene_architecture_role_architecture_6998430e&quot;,&quot;repeat_count&quot;:1,&quot;source_digest&quot;:&quot;2e85dcc335a17fd02a68de203120a9f560472bca3ec1fa985af3596e829d9c19&quot;}"/>
          <p:cNvSpPr/>
          <p:nvPr/>
        </p:nvSpPr>
        <p:spPr>
          <a:xfrm>
            <a:off x="2740286" y="2660876"/>
            <a:ext cx="155600" cy="282244"/>
          </a:xfrm>
          <a:custGeom>
            <a:avLst/>
            <a:gdLst/>
            <a:ahLst/>
            <a:cxnLst/>
            <a:rect l="l" t="t" r="r" b="b"/>
            <a:pathLst>
              <a:path w="155600" h="282244">
                <a:moveTo>
                  <a:pt x="155600" y="199922"/>
                </a:moveTo>
                <a:lnTo>
                  <a:pt x="155600" y="0"/>
                </a:lnTo>
                <a:lnTo>
                  <a:pt x="0" y="82321"/>
                </a:lnTo>
                <a:lnTo>
                  <a:pt x="0" y="28224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model_scene_architecture_role_architecture_16ef34d4 0012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0.6142483,&quot;endpoint_object_ids&quot;:[],&quot;endpoint_role_ids&quot;:[],&quot;kind&quot;:&quot;face&quot;,&quot;object_id&quot;:&quot;scene_object_model_scene_architecture_role_architecture_16ef34d4&quot;,&quot;repeat_count&quot;:1,&quot;source_digest&quot;:&quot;2e85dcc335a17fd02a68de203120a9f560472bca3ec1fa985af3596e829d9c19&quot;}"/>
          <p:cNvSpPr/>
          <p:nvPr/>
        </p:nvSpPr>
        <p:spPr>
          <a:xfrm>
            <a:off x="2702342" y="3197962"/>
            <a:ext cx="306162" cy="137802"/>
          </a:xfrm>
          <a:custGeom>
            <a:avLst/>
            <a:gdLst/>
            <a:ahLst/>
            <a:cxnLst/>
            <a:rect l="l" t="t" r="r" b="b"/>
            <a:pathLst>
              <a:path w="306162" h="137802">
                <a:moveTo>
                  <a:pt x="133928" y="0"/>
                </a:moveTo>
                <a:lnTo>
                  <a:pt x="0" y="70855"/>
                </a:lnTo>
                <a:lnTo>
                  <a:pt x="172234" y="137802"/>
                </a:lnTo>
                <a:lnTo>
                  <a:pt x="306162" y="66947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model_scene_architecture_role_architecture_16ef34d4 0013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0.47465565,&quot;endpoint_object_ids&quot;:[],&quot;endpoint_role_ids&quot;:[],&quot;kind&quot;:&quot;face&quot;,&quot;object_id&quot;:&quot;scene_object_model_scene_architecture_role_architecture_16ef34d4&quot;,&quot;repeat_count&quot;:1,&quot;source_digest&quot;:&quot;2e85dcc335a17fd02a68de203120a9f560472bca3ec1fa985af3596e829d9c19&quot;}"/>
          <p:cNvSpPr/>
          <p:nvPr/>
        </p:nvSpPr>
        <p:spPr>
          <a:xfrm>
            <a:off x="2874576" y="3264909"/>
            <a:ext cx="133928" cy="242931"/>
          </a:xfrm>
          <a:custGeom>
            <a:avLst/>
            <a:gdLst/>
            <a:ahLst/>
            <a:cxnLst/>
            <a:rect l="l" t="t" r="r" b="b"/>
            <a:pathLst>
              <a:path w="133928" h="242931">
                <a:moveTo>
                  <a:pt x="133928" y="172076"/>
                </a:moveTo>
                <a:lnTo>
                  <a:pt x="133928" y="0"/>
                </a:lnTo>
                <a:lnTo>
                  <a:pt x="0" y="70855"/>
                </a:lnTo>
                <a:lnTo>
                  <a:pt x="0" y="242931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model_scene_architecture_role_architecture_16ef34d4 0014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0.44125435,&quot;endpoint_object_ids&quot;:[],&quot;endpoint_role_ids&quot;:[],&quot;kind&quot;:&quot;face&quot;,&quot;object_id&quot;:&quot;scene_object_model_scene_architecture_role_architecture_16ef34d4&quot;,&quot;repeat_count&quot;:1,&quot;source_digest&quot;:&quot;2e85dcc335a17fd02a68de203120a9f560472bca3ec1fa985af3596e829d9c19&quot;}"/>
          <p:cNvSpPr/>
          <p:nvPr/>
        </p:nvSpPr>
        <p:spPr>
          <a:xfrm>
            <a:off x="2702342" y="3268817"/>
            <a:ext cx="172234" cy="239023"/>
          </a:xfrm>
          <a:custGeom>
            <a:avLst/>
            <a:gdLst/>
            <a:ahLst/>
            <a:cxnLst/>
            <a:rect l="l" t="t" r="r" b="b"/>
            <a:pathLst>
              <a:path w="172234" h="239023">
                <a:moveTo>
                  <a:pt x="0" y="172077"/>
                </a:moveTo>
                <a:lnTo>
                  <a:pt x="172234" y="239023"/>
                </a:lnTo>
                <a:lnTo>
                  <a:pt x="172234" y="66947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NDV editable face scene_object_model_scene_architecture_role_architecture_d5bb53f2 0015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7.9689588,&quot;endpoint_object_ids&quot;:[],&quot;endpoint_role_ids&quot;:[],&quot;kind&quot;:&quot;face&quot;,&quot;object_id&quot;:&quot;scene_object_model_scene_architecture_role_architecture_d5bb53f2&quot;,&quot;repeat_count&quot;:1,&quot;source_digest&quot;:&quot;2e85dcc335a17fd02a68de203120a9f560472bca3ec1fa985af3596e829d9c19&quot;}"/>
          <p:cNvSpPr/>
          <p:nvPr/>
        </p:nvSpPr>
        <p:spPr>
          <a:xfrm>
            <a:off x="3121063" y="2808881"/>
            <a:ext cx="433722" cy="190426"/>
          </a:xfrm>
          <a:custGeom>
            <a:avLst/>
            <a:gdLst/>
            <a:ahLst/>
            <a:cxnLst/>
            <a:rect l="l" t="t" r="r" b="b"/>
            <a:pathLst>
              <a:path w="433722" h="190426">
                <a:moveTo>
                  <a:pt x="155600" y="0"/>
                </a:moveTo>
                <a:lnTo>
                  <a:pt x="0" y="82322"/>
                </a:lnTo>
                <a:lnTo>
                  <a:pt x="278122" y="190426"/>
                </a:lnTo>
                <a:lnTo>
                  <a:pt x="433722" y="108105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NDV editable face scene_object_model_scene_architecture_role_architecture_d5bb53f2 0016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7.76797005,&quot;endpoint_object_ids&quot;:[],&quot;endpoint_role_ids&quot;:[],&quot;kind&quot;:&quot;face&quot;,&quot;object_id&quot;:&quot;scene_object_model_scene_architecture_role_architecture_d5bb53f2&quot;,&quot;repeat_count&quot;:1,&quot;source_digest&quot;:&quot;2e85dcc335a17fd02a68de203120a9f560472bca3ec1fa985af3596e829d9c19&quot;}"/>
          <p:cNvSpPr/>
          <p:nvPr/>
        </p:nvSpPr>
        <p:spPr>
          <a:xfrm>
            <a:off x="3121063" y="2891203"/>
            <a:ext cx="278122" cy="308027"/>
          </a:xfrm>
          <a:custGeom>
            <a:avLst/>
            <a:gdLst/>
            <a:ahLst/>
            <a:cxnLst/>
            <a:rect l="l" t="t" r="r" b="b"/>
            <a:pathLst>
              <a:path w="278122" h="308027">
                <a:moveTo>
                  <a:pt x="0" y="199922"/>
                </a:moveTo>
                <a:lnTo>
                  <a:pt x="278122" y="308027"/>
                </a:lnTo>
                <a:lnTo>
                  <a:pt x="278122" y="108104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NDV editable face scene_object_model_scene_architecture_role_architecture_d5bb53f2 0017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7.54764385,&quot;endpoint_object_ids&quot;:[],&quot;endpoint_role_ids&quot;:[],&quot;kind&quot;:&quot;face&quot;,&quot;object_id&quot;:&quot;scene_object_model_scene_architecture_role_architecture_d5bb53f2&quot;,&quot;repeat_count&quot;:1,&quot;source_digest&quot;:&quot;2e85dcc335a17fd02a68de203120a9f560472bca3ec1fa985af3596e829d9c19&quot;}"/>
          <p:cNvSpPr/>
          <p:nvPr/>
        </p:nvSpPr>
        <p:spPr>
          <a:xfrm>
            <a:off x="3399185" y="2916986"/>
            <a:ext cx="155600" cy="282244"/>
          </a:xfrm>
          <a:custGeom>
            <a:avLst/>
            <a:gdLst/>
            <a:ahLst/>
            <a:cxnLst/>
            <a:rect l="l" t="t" r="r" b="b"/>
            <a:pathLst>
              <a:path w="155600" h="282244">
                <a:moveTo>
                  <a:pt x="155600" y="199922"/>
                </a:moveTo>
                <a:lnTo>
                  <a:pt x="155600" y="0"/>
                </a:lnTo>
                <a:lnTo>
                  <a:pt x="0" y="82321"/>
                </a:lnTo>
                <a:lnTo>
                  <a:pt x="0" y="28224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NDV editable face scene_object_model_scene_architecture_role_architecture_2864454f 0018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3.944817975,&quot;endpoint_object_ids&quot;:[],&quot;endpoint_role_ids&quot;:[],&quot;kind&quot;:&quot;face&quot;,&quot;object_id&quot;:&quot;scene_object_model_scene_architecture_role_architecture_2864454f&quot;,&quot;repeat_count&quot;:1,&quot;source_digest&quot;:&quot;2e85dcc335a17fd02a68de203120a9f560472bca3ec1fa985af3596e829d9c19&quot;}"/>
          <p:cNvSpPr/>
          <p:nvPr/>
        </p:nvSpPr>
        <p:spPr>
          <a:xfrm>
            <a:off x="3710632" y="2570766"/>
            <a:ext cx="428973" cy="191752"/>
          </a:xfrm>
          <a:custGeom>
            <a:avLst/>
            <a:gdLst/>
            <a:ahLst/>
            <a:cxnLst/>
            <a:rect l="l" t="t" r="r" b="b"/>
            <a:pathLst>
              <a:path w="428973" h="191752">
                <a:moveTo>
                  <a:pt x="178203" y="0"/>
                </a:moveTo>
                <a:lnTo>
                  <a:pt x="0" y="94280"/>
                </a:lnTo>
                <a:lnTo>
                  <a:pt x="250770" y="191752"/>
                </a:lnTo>
                <a:lnTo>
                  <a:pt x="428973" y="97473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NDV editable face scene_object_model_scene_architecture_role_architecture_2864454f 0019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3.71463245,&quot;endpoint_object_ids&quot;:[],&quot;endpoint_role_ids&quot;:[],&quot;kind&quot;:&quot;face&quot;,&quot;object_id&quot;:&quot;scene_object_model_scene_architecture_role_architecture_2864454f&quot;,&quot;repeat_count&quot;:1,&quot;source_digest&quot;:&quot;2e85dcc335a17fd02a68de203120a9f560472bca3ec1fa985af3596e829d9c19&quot;}"/>
          <p:cNvSpPr/>
          <p:nvPr/>
        </p:nvSpPr>
        <p:spPr>
          <a:xfrm>
            <a:off x="3710632" y="2665046"/>
            <a:ext cx="250770" cy="326437"/>
          </a:xfrm>
          <a:custGeom>
            <a:avLst/>
            <a:gdLst/>
            <a:ahLst/>
            <a:cxnLst/>
            <a:rect l="l" t="t" r="r" b="b"/>
            <a:pathLst>
              <a:path w="250770" h="326437">
                <a:moveTo>
                  <a:pt x="0" y="228964"/>
                </a:moveTo>
                <a:lnTo>
                  <a:pt x="250770" y="326437"/>
                </a:lnTo>
                <a:lnTo>
                  <a:pt x="250770" y="97472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NDV editable face scene_object_model_scene_architecture_role_architecture_2864454f 002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3.68734485,&quot;endpoint_object_ids&quot;:[],&quot;endpoint_role_ids&quot;:[],&quot;kind&quot;:&quot;face&quot;,&quot;object_id&quot;:&quot;scene_object_model_scene_architecture_role_architecture_2864454f&quot;,&quot;repeat_count&quot;:1,&quot;source_digest&quot;:&quot;2e85dcc335a17fd02a68de203120a9f560472bca3ec1fa985af3596e829d9c19&quot;}"/>
          <p:cNvSpPr/>
          <p:nvPr/>
        </p:nvSpPr>
        <p:spPr>
          <a:xfrm>
            <a:off x="3961402" y="2668239"/>
            <a:ext cx="178203" cy="323244"/>
          </a:xfrm>
          <a:custGeom>
            <a:avLst/>
            <a:gdLst/>
            <a:ahLst/>
            <a:cxnLst/>
            <a:rect l="l" t="t" r="r" b="b"/>
            <a:pathLst>
              <a:path w="178203" h="323244">
                <a:moveTo>
                  <a:pt x="178203" y="228964"/>
                </a:moveTo>
                <a:lnTo>
                  <a:pt x="178203" y="0"/>
                </a:lnTo>
                <a:lnTo>
                  <a:pt x="0" y="94279"/>
                </a:lnTo>
                <a:lnTo>
                  <a:pt x="0" y="32324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NDV editable face scene_object_model_scene_architecture_role_architecture_bec741de 0021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9.919072075,&quot;endpoint_object_ids&quot;:[],&quot;endpoint_role_ids&quot;:[],&quot;kind&quot;:&quot;face&quot;,&quot;object_id&quot;:&quot;scene_object_model_scene_architecture_role_architecture_bec741de&quot;,&quot;repeat_count&quot;:1,&quot;source_digest&quot;:&quot;2e85dcc335a17fd02a68de203120a9f560472bca3ec1fa985af3596e829d9c19&quot;}"/>
          <p:cNvSpPr/>
          <p:nvPr/>
        </p:nvSpPr>
        <p:spPr>
          <a:xfrm>
            <a:off x="4299851" y="2332161"/>
            <a:ext cx="424924" cy="193420"/>
          </a:xfrm>
          <a:custGeom>
            <a:avLst/>
            <a:gdLst/>
            <a:ahLst/>
            <a:cxnLst/>
            <a:rect l="l" t="t" r="r" b="b"/>
            <a:pathLst>
              <a:path w="424924" h="193420">
                <a:moveTo>
                  <a:pt x="201303" y="0"/>
                </a:moveTo>
                <a:lnTo>
                  <a:pt x="0" y="106501"/>
                </a:lnTo>
                <a:lnTo>
                  <a:pt x="223620" y="193420"/>
                </a:lnTo>
                <a:lnTo>
                  <a:pt x="424924" y="8692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NDV editable face scene_object_model_scene_architecture_role_architecture_bec741de 0022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9.826373875,&quot;endpoint_object_ids&quot;:[],&quot;endpoint_role_ids&quot;:[],&quot;kind&quot;:&quot;face&quot;,&quot;object_id&quot;:&quot;scene_object_model_scene_architecture_role_architecture_bec741de&quot;,&quot;repeat_count&quot;:1,&quot;source_digest&quot;:&quot;2e85dcc335a17fd02a68de203120a9f560472bca3ec1fa985af3596e829d9c19&quot;}"/>
          <p:cNvSpPr/>
          <p:nvPr/>
        </p:nvSpPr>
        <p:spPr>
          <a:xfrm>
            <a:off x="4523471" y="2419081"/>
            <a:ext cx="201304" cy="365145"/>
          </a:xfrm>
          <a:custGeom>
            <a:avLst/>
            <a:gdLst/>
            <a:ahLst/>
            <a:cxnLst/>
            <a:rect l="l" t="t" r="r" b="b"/>
            <a:pathLst>
              <a:path w="201304" h="365145">
                <a:moveTo>
                  <a:pt x="201304" y="258645"/>
                </a:moveTo>
                <a:lnTo>
                  <a:pt x="201304" y="0"/>
                </a:lnTo>
                <a:lnTo>
                  <a:pt x="0" y="106500"/>
                </a:lnTo>
                <a:lnTo>
                  <a:pt x="0" y="365145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NDV editable face scene_object_model_scene_architecture_role_architecture_bec741de 0023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9.659047825,&quot;endpoint_object_ids&quot;:[],&quot;endpoint_role_ids&quot;:[],&quot;kind&quot;:&quot;face&quot;,&quot;object_id&quot;:&quot;scene_object_model_scene_architecture_role_architecture_bec741de&quot;,&quot;repeat_count&quot;:1,&quot;source_digest&quot;:&quot;2e85dcc335a17fd02a68de203120a9f560472bca3ec1fa985af3596e829d9c19&quot;}"/>
          <p:cNvSpPr/>
          <p:nvPr/>
        </p:nvSpPr>
        <p:spPr>
          <a:xfrm>
            <a:off x="4299851" y="2438662"/>
            <a:ext cx="223620" cy="345564"/>
          </a:xfrm>
          <a:custGeom>
            <a:avLst/>
            <a:gdLst/>
            <a:ahLst/>
            <a:cxnLst/>
            <a:rect l="l" t="t" r="r" b="b"/>
            <a:pathLst>
              <a:path w="223620" h="345564">
                <a:moveTo>
                  <a:pt x="0" y="258645"/>
                </a:moveTo>
                <a:lnTo>
                  <a:pt x="223620" y="345564"/>
                </a:lnTo>
                <a:lnTo>
                  <a:pt x="223620" y="86919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NDV editable face scene_object_model_scene_architecture_role_architecture_71fc661f 0024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5.3652245,&quot;endpoint_object_ids&quot;:[],&quot;endpoint_role_ids&quot;:[],&quot;kind&quot;:&quot;face&quot;,&quot;object_id&quot;:&quot;scene_object_model_scene_architecture_role_architecture_71fc661f&quot;,&quot;repeat_count&quot;:1,&quot;source_digest&quot;:&quot;2e85dcc335a17fd02a68de203120a9f560472bca3ec1fa985af3596e829d9c19&quot;}"/>
          <p:cNvSpPr/>
          <p:nvPr/>
        </p:nvSpPr>
        <p:spPr>
          <a:xfrm>
            <a:off x="5035708" y="2407638"/>
            <a:ext cx="201304" cy="365146"/>
          </a:xfrm>
          <a:custGeom>
            <a:avLst/>
            <a:gdLst/>
            <a:ahLst/>
            <a:cxnLst/>
            <a:rect l="l" t="t" r="r" b="b"/>
            <a:pathLst>
              <a:path w="201304" h="365146">
                <a:moveTo>
                  <a:pt x="201304" y="258645"/>
                </a:moveTo>
                <a:lnTo>
                  <a:pt x="201304" y="0"/>
                </a:lnTo>
                <a:lnTo>
                  <a:pt x="0" y="106501"/>
                </a:lnTo>
                <a:lnTo>
                  <a:pt x="0" y="365146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NDV editable face scene_object_model_scene_architecture_role_architecture_71fc661f 0025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5.156526475,&quot;endpoint_object_ids&quot;:[],&quot;endpoint_role_ids&quot;:[],&quot;kind&quot;:&quot;face&quot;,&quot;object_id&quot;:&quot;scene_object_model_scene_architecture_role_architecture_71fc661f&quot;,&quot;repeat_count&quot;:1,&quot;source_digest&quot;:&quot;2e85dcc335a17fd02a68de203120a9f560472bca3ec1fa985af3596e829d9c19&quot;}"/>
          <p:cNvSpPr/>
          <p:nvPr/>
        </p:nvSpPr>
        <p:spPr>
          <a:xfrm>
            <a:off x="4902828" y="2355988"/>
            <a:ext cx="334184" cy="158151"/>
          </a:xfrm>
          <a:custGeom>
            <a:avLst/>
            <a:gdLst/>
            <a:ahLst/>
            <a:cxnLst/>
            <a:rect l="l" t="t" r="r" b="b"/>
            <a:pathLst>
              <a:path w="334184" h="158151">
                <a:moveTo>
                  <a:pt x="201304" y="0"/>
                </a:moveTo>
                <a:lnTo>
                  <a:pt x="0" y="106501"/>
                </a:lnTo>
                <a:lnTo>
                  <a:pt x="132880" y="158151"/>
                </a:lnTo>
                <a:lnTo>
                  <a:pt x="334184" y="5165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NDV editable face scene_object_model_scene_architecture_role_architecture_71fc661f 0026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4.8965022,&quot;endpoint_object_ids&quot;:[],&quot;endpoint_role_ids&quot;:[],&quot;kind&quot;:&quot;face&quot;,&quot;object_id&quot;:&quot;scene_object_model_scene_architecture_role_architecture_71fc661f&quot;,&quot;repeat_count&quot;:1,&quot;source_digest&quot;:&quot;2e85dcc335a17fd02a68de203120a9f560472bca3ec1fa985af3596e829d9c19&quot;}"/>
          <p:cNvSpPr/>
          <p:nvPr/>
        </p:nvSpPr>
        <p:spPr>
          <a:xfrm>
            <a:off x="4902828" y="2462489"/>
            <a:ext cx="132880" cy="310295"/>
          </a:xfrm>
          <a:custGeom>
            <a:avLst/>
            <a:gdLst/>
            <a:ahLst/>
            <a:cxnLst/>
            <a:rect l="l" t="t" r="r" b="b"/>
            <a:pathLst>
              <a:path w="132880" h="310295">
                <a:moveTo>
                  <a:pt x="0" y="258645"/>
                </a:moveTo>
                <a:lnTo>
                  <a:pt x="132880" y="310295"/>
                </a:lnTo>
                <a:lnTo>
                  <a:pt x="132880" y="5165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NNDV editable edge scene_object_model_scene_architecture_role_architecture_bf824d7e 000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30.6466762,&quot;endpoint_object_ids&quot;:[],&quot;endpoint_role_ids&quot;:[],&quot;kind&quot;:&quot;edge&quot;,&quot;object_id&quot;:&quot;scene_object_model_scene_architecture_role_architecture_bf824d7e&quot;,&quot;repeat_count&quot;:1,&quot;source_digest&quot;:&quot;2e85dcc335a17fd02a68de203120a9f560472bca3ec1fa985af3596e829d9c19&quot;}"/>
          <p:cNvCxnSpPr/>
          <p:nvPr/>
        </p:nvCxnSpPr>
        <p:spPr>
          <a:xfrm flipV="1">
            <a:off x="1568300" y="981632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model_scene_architecture_role_architecture_bf824d7e 000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30.408511349999998,&quot;endpoint_object_ids&quot;:[],&quot;endpoint_role_ids&quot;:[],&quot;kind&quot;:&quot;edge&quot;,&quot;object_id&quot;:&quot;scene_object_model_scene_architecture_role_architecture_bf824d7e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1444292" y="933431"/>
            <a:ext cx="124008" cy="482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architecture_role_architecture_bf824d7e 000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30.3866519,&quot;endpoint_object_ids&quot;:[],&quot;endpoint_role_ids&quot;:[],&quot;kind&quot;:&quot;edge&quot;,&quot;object_id&quot;:&quot;scene_object_model_scene_architecture_role_architecture_bf824d7e&quot;,&quot;repeat_count&quot;:1,&quot;source_digest&quot;:&quot;2e85dcc335a17fd02a68de203120a9f560472bca3ec1fa985af3596e829d9c19&quot;}"/>
          <p:cNvCxnSpPr/>
          <p:nvPr/>
        </p:nvCxnSpPr>
        <p:spPr>
          <a:xfrm flipH="1">
            <a:off x="1366996" y="1240277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architecture_role_architecture_bf824d7e 000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29.9103222,&quot;endpoint_object_ids&quot;:[],&quot;endpoint_role_ids&quot;:[],&quot;kind&quot;:&quot;edge&quot;,&quot;object_id&quot;:&quot;scene_object_model_scene_architecture_role_architecture_bf824d7e&quot;,&quot;repeat_count&quot;:1,&quot;source_digest&quot;:&quot;2e85dcc335a17fd02a68de203120a9f560472bca3ec1fa985af3596e829d9c19&quot;}"/>
          <p:cNvCxnSpPr/>
          <p:nvPr/>
        </p:nvCxnSpPr>
        <p:spPr>
          <a:xfrm flipH="1">
            <a:off x="1242988" y="933431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architecture_role_architecture_bf824d7e 000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29.888462750000002,&quot;endpoint_object_ids&quot;:[],&quot;endpoint_role_ids&quot;:[],&quot;kind&quot;:&quot;edge&quot;,&quot;object_id&quot;:&quot;scene_object_model_scene_architecture_role_architecture_bf824d7e&quot;,&quot;repeat_count&quot;:1,&quot;source_digest&quot;:&quot;2e85dcc335a17fd02a68de203120a9f560472bca3ec1fa985af3596e829d9c19&quot;}"/>
          <p:cNvCxnSpPr/>
          <p:nvPr/>
        </p:nvCxnSpPr>
        <p:spPr>
          <a:xfrm>
            <a:off x="1242988" y="1298577"/>
            <a:ext cx="124008" cy="482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model_scene_architecture_role_architecture_bf824d7e 000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29.650297899999998,&quot;endpoint_object_ids&quot;:[],&quot;endpoint_role_ids&quot;:[],&quot;kind&quot;:&quot;edge&quot;,&quot;object_id&quot;:&quot;scene_object_model_scene_architecture_role_architecture_bf824d7e&quot;,&quot;repeat_count&quot;:1,&quot;source_digest&quot;:&quot;2e85dcc335a17fd02a68de203120a9f560472bca3ec1fa985af3596e829d9c19&quot;}"/>
          <p:cNvCxnSpPr/>
          <p:nvPr/>
        </p:nvCxnSpPr>
        <p:spPr>
          <a:xfrm flipV="1">
            <a:off x="1242988" y="1039932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model_scene_architecture_role_architecture_bf824d7e 000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29.086530500000002,&quot;endpoint_object_ids&quot;:[],&quot;endpoint_role_ids&quot;:[],&quot;kind&quot;:&quot;edge&quot;,&quot;object_id&quot;:&quot;scene_object_model_scene_architecture_role_architecture_bf824d7e&quot;,&quot;repeat_count&quot;:1,&quot;source_digest&quot;:&quot;2e85dcc335a17fd02a68de203120a9f560472bca3ec1fa985af3596e829d9c19&quot;}"/>
          <p:cNvCxnSpPr/>
          <p:nvPr/>
        </p:nvCxnSpPr>
        <p:spPr>
          <a:xfrm flipH="1">
            <a:off x="1366996" y="981632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model_scene_architecture_role_architecture_bf824d7e 000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28.8265062,&quot;endpoint_object_ids&quot;:[],&quot;endpoint_role_ids&quot;:[],&quot;kind&quot;:&quot;edge&quot;,&quot;object_id&quot;:&quot;scene_object_model_scene_architecture_role_architecture_bf824d7e&quot;,&quot;repeat_count&quot;:1,&quot;source_digest&quot;:&quot;2e85dcc335a17fd02a68de203120a9f560472bca3ec1fa985af3596e829d9c19&quot;}"/>
          <p:cNvCxnSpPr/>
          <p:nvPr/>
        </p:nvCxnSpPr>
        <p:spPr>
          <a:xfrm flipV="1">
            <a:off x="1366996" y="1088133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arrow scene_object_model_scene_architecture_route_architectur_86335715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input_0_node_fx_image_0__07d60b6e&quot;,&quot;architecture_role_id&quot;:null,&quot;architecture_route_id&quot;:null,&quot;architecture_route_role&quot;:&quot;arrow&quot;,&quot;depth&quot;:29.073607003124998,&quot;endpoint_object_ids&quot;:[&quot;scene_object_model_scene_architecture_role_architecture_bf824d7e&quot;,&quot;scene_object_model_scene_architecture_role_architecture_21750935&quot;],&quot;endpoint_role_ids&quot;:[&quot;architecture_role_input_0_node_fx_image_0_a96ed448_7702b4c9&quot;,&quot;architecture_role_encoder_level_1_module_encoder1_5_8ba19639_01a447ee&quot;],&quot;kind&quot;:&quot;arrow&quot;,&quot;object_id&quot;:&quot;scene_object_model_scene_architecture_route_architectur_86335715&quot;,&quot;repeat_count&quot;:1,&quot;source_digest&quot;:&quot;2e85dcc335a17fd02a68de203120a9f560472bca3ec1fa985af3596e829d9c19&quot;}"/>
          <p:cNvCxnSpPr/>
          <p:nvPr/>
        </p:nvCxnSpPr>
        <p:spPr>
          <a:xfrm>
            <a:off x="1475345" y="1193515"/>
            <a:ext cx="313654" cy="24034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model_scene_architecture_role_architecture_bf824d7e 000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28.58834135,&quot;endpoint_object_ids&quot;:[],&quot;endpoint_role_ids&quot;:[],&quot;kind&quot;:&quot;edge&quot;,&quot;object_id&quot;:&quot;scene_object_model_scene_architecture_role_architecture_bf824d7e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1242988" y="1039932"/>
            <a:ext cx="124008" cy="482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model_scene_architecture_role_architecture_21750935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7.80974705,&quot;endpoint_object_ids&quot;:[],&quot;endpoint_role_ids&quot;:[],&quot;kind&quot;:&quot;edge&quot;,&quot;object_id&quot;:&quot;scene_object_model_scene_architecture_role_architecture_21750935&quot;,&quot;repeat_count&quot;:1,&quot;source_digest&quot;:&quot;2e85dcc335a17fd02a68de203120a9f560472bca3ec1fa985af3596e829d9c19&quot;}"/>
          <p:cNvCxnSpPr/>
          <p:nvPr/>
        </p:nvCxnSpPr>
        <p:spPr>
          <a:xfrm flipV="1">
            <a:off x="2154670" y="1420096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model_scene_architecture_role_architecture_21750935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7.76265265,&quot;endpoint_object_ids&quot;:[],&quot;endpoint_role_ids&quot;:[],&quot;kind&quot;:&quot;edge&quot;,&quot;object_id&quot;:&quot;scene_object_model_scene_architecture_role_architecture_21750935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1973136" y="1349535"/>
            <a:ext cx="181534" cy="7056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model_scene_architecture_role_architecture_21750935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7.549722799999998,&quot;endpoint_object_ids&quot;:[],&quot;endpoint_role_ids&quot;:[],&quot;kind&quot;:&quot;edge&quot;,&quot;object_id&quot;:&quot;scene_object_model_scene_architecture_role_architecture_21750935&quot;,&quot;repeat_count&quot;:1,&quot;source_digest&quot;:&quot;2e85dcc335a17fd02a68de203120a9f560472bca3ec1fa985af3596e829d9c19&quot;}"/>
          <p:cNvCxnSpPr/>
          <p:nvPr/>
        </p:nvCxnSpPr>
        <p:spPr>
          <a:xfrm flipH="1">
            <a:off x="1953366" y="1678741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model_scene_architecture_role_architecture_21750935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7.455534,&quot;endpoint_object_ids&quot;:[],&quot;endpoint_role_ids&quot;:[],&quot;kind&quot;:&quot;edge&quot;,&quot;object_id&quot;:&quot;scene_object_model_scene_architecture_role_architecture_21750935&quot;,&quot;repeat_count&quot;:1,&quot;source_digest&quot;:&quot;2e85dcc335a17fd02a68de203120a9f560472bca3ec1fa985af3596e829d9c19&quot;}"/>
          <p:cNvCxnSpPr/>
          <p:nvPr/>
        </p:nvCxnSpPr>
        <p:spPr>
          <a:xfrm flipH="1">
            <a:off x="1771832" y="1349535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model_scene_architecture_role_architecture_21750935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7.2426041,&quot;endpoint_object_ids&quot;:[],&quot;endpoint_role_ids&quot;:[],&quot;kind&quot;:&quot;edge&quot;,&quot;object_id&quot;:&quot;scene_object_model_scene_architecture_role_architecture_21750935&quot;,&quot;repeat_count&quot;:1,&quot;source_digest&quot;:&quot;2e85dcc335a17fd02a68de203120a9f560472bca3ec1fa985af3596e829d9c19&quot;}"/>
          <p:cNvCxnSpPr/>
          <p:nvPr/>
        </p:nvCxnSpPr>
        <p:spPr>
          <a:xfrm>
            <a:off x="1771832" y="1714681"/>
            <a:ext cx="181534" cy="7056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model_scene_architecture_role_architecture_21750935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7.195509700000002,&quot;endpoint_object_ids&quot;:[],&quot;endpoint_role_ids&quot;:[],&quot;kind&quot;:&quot;edge&quot;,&quot;object_id&quot;:&quot;scene_object_model_scene_architecture_role_architecture_21750935&quot;,&quot;repeat_count&quot;:1,&quot;source_digest&quot;:&quot;2e85dcc335a17fd02a68de203120a9f560472bca3ec1fa985af3596e829d9c19&quot;}"/>
          <p:cNvCxnSpPr/>
          <p:nvPr/>
        </p:nvCxnSpPr>
        <p:spPr>
          <a:xfrm flipV="1">
            <a:off x="1771832" y="1456036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arrow scene_object_model_scene_architecture_route_architectur_3190fc14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1_module_e_df83d3e6&quot;,&quot;architecture_role_id&quot;:null,&quot;architecture_route_id&quot;:null,&quot;architecture_route_role&quot;:&quot;arrow&quot;,&quot;depth&quot;:26.378138446875,&quot;endpoint_object_ids&quot;:[&quot;scene_object_model_scene_architecture_role_architecture_21750935&quot;,&quot;scene_object_model_scene_architecture_role_architecture_f516a4cf&quot;],&quot;endpoint_role_ids&quot;:[&quot;architecture_role_encoder_level_1_module_encoder1_5_8ba19639_01a447ee&quot;,&quot;architecture_role_encoder_level_2_module_encoder2_5_17c26924_6a5921cb&quot;],&quot;kind&quot;:&quot;arrow&quot;,&quot;object_id&quot;:&quot;scene_object_model_scene_architecture_route_architectur_3190fc14&quot;,&quot;repeat_count&quot;:1,&quot;source_digest&quot;:&quot;2e85dcc335a17fd02a68de203120a9f560472bca3ec1fa985af3596e829d9c19&quot;}"/>
          <p:cNvCxnSpPr/>
          <p:nvPr/>
        </p:nvCxnSpPr>
        <p:spPr>
          <a:xfrm>
            <a:off x="2043905" y="1697432"/>
            <a:ext cx="184352" cy="29724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model_scene_architecture_role_architecture_21750935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6.249601300000002,&quot;endpoint_object_ids&quot;:[],&quot;endpoint_role_ids&quot;:[],&quot;kind&quot;:&quot;edge&quot;,&quot;object_id&quot;:&quot;scene_object_model_scene_architecture_role_architecture_21750935&quot;,&quot;repeat_count&quot;:1,&quot;source_digest&quot;:&quot;2e85dcc335a17fd02a68de203120a9f560472bca3ec1fa985af3596e829d9c19&quot;}"/>
          <p:cNvCxnSpPr/>
          <p:nvPr/>
        </p:nvCxnSpPr>
        <p:spPr>
          <a:xfrm flipH="1">
            <a:off x="1953366" y="1420096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model_scene_architecture_role_architecture_21750935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5.98957705,&quot;endpoint_object_ids&quot;:[],&quot;endpoint_role_ids&quot;:[],&quot;kind&quot;:&quot;edge&quot;,&quot;object_id&quot;:&quot;scene_object_model_scene_architecture_role_architecture_21750935&quot;,&quot;repeat_count&quot;:1,&quot;source_digest&quot;:&quot;2e85dcc335a17fd02a68de203120a9f560472bca3ec1fa985af3596e829d9c19&quot;}"/>
          <p:cNvCxnSpPr/>
          <p:nvPr/>
        </p:nvCxnSpPr>
        <p:spPr>
          <a:xfrm flipV="1">
            <a:off x="1953366" y="1526597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model_scene_architecture_role_architecture_21750935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5.942482650000002,&quot;endpoint_object_ids&quot;:[],&quot;endpoint_role_ids&quot;:[],&quot;kind&quot;:&quot;edge&quot;,&quot;object_id&quot;:&quot;scene_object_model_scene_architecture_role_architecture_21750935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1771832" y="1456036"/>
            <a:ext cx="181534" cy="7056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model_scene_architecture_role_architecture_f516a4cf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5.33390205,&quot;endpoint_object_ids&quot;:[],&quot;endpoint_role_ids&quot;:[],&quot;kind&quot;:&quot;edge&quot;,&quot;object_id&quot;:&quot;scene_object_model_scene_architecture_role_architecture_f516a4cf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2317104" y="1959844"/>
            <a:ext cx="207904" cy="808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model_scene_architecture_role_architecture_f516a4cf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5.2188093,&quot;endpoint_object_ids&quot;:[],&quot;endpoint_role_ids&quot;:[],&quot;kind&quot;:&quot;edge&quot;,&quot;object_id&quot;:&quot;scene_object_model_scene_architecture_role_architecture_f516a4cf&quot;,&quot;repeat_count&quot;:1,&quot;source_digest&quot;:&quot;2e85dcc335a17fd02a68de203120a9f560472bca3ec1fa985af3596e829d9c19&quot;}"/>
          <p:cNvCxnSpPr/>
          <p:nvPr/>
        </p:nvCxnSpPr>
        <p:spPr>
          <a:xfrm flipV="1">
            <a:off x="2525008" y="2040655"/>
            <a:ext cx="0" cy="2289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model_scene_architecture_role_architecture_f516a4cf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5.21880925,&quot;endpoint_object_ids&quot;:[],&quot;endpoint_role_ids&quot;:[],&quot;kind&quot;:&quot;edge&quot;,&quot;object_id&quot;:&quot;scene_object_model_scene_architecture_role_architecture_f516a4cf&quot;,&quot;repeat_count&quot;:1,&quot;source_digest&quot;:&quot;2e85dcc335a17fd02a68de203120a9f560472bca3ec1fa985af3596e829d9c19&quot;}"/>
          <p:cNvCxnSpPr/>
          <p:nvPr/>
        </p:nvCxnSpPr>
        <p:spPr>
          <a:xfrm flipH="1">
            <a:off x="2138901" y="1959844"/>
            <a:ext cx="178203" cy="9427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polyline scene_object_model_scene_architecture_route_architectur_84e7e60d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1_module_e_dccd4c9c&quot;,&quot;architecture_role_id&quot;:null,&quot;architecture_route_id&quot;:null,&quot;architecture_route_role&quot;:&quot;arrow&quot;,&quot;depth&quot;:26.378138446875,&quot;endpoint_object_ids&quot;:[&quot;scene_object_model_scene_architecture_role_architecture_21750935&quot;,&quot;scene_object_model_scene_architecture_role_architecture_6998430e&quot;],&quot;endpoint_role_ids&quot;:[&quot;architecture_role_encoder_level_1_module_encoder1_5_8ba19639_01a447ee&quot;,&quot;architecture_role_encoder_level_3_module_encoder3_5_b4081b1c_45dcb163&quot;],&quot;kind&quot;:&quot;polyline&quot;,&quot;object_id&quot;:&quot;scene_object_model_scene_architecture_route_architectur_84e7e60d&quot;,&quot;repeat_count&quot;:1,&quot;source_digest&quot;:&quot;2e85dcc335a17fd02a68de203120a9f560472bca3ec1fa985af3596e829d9c19&quot;}"/>
          <p:cNvCxnSpPr/>
          <p:nvPr/>
        </p:nvCxnSpPr>
        <p:spPr>
          <a:xfrm>
            <a:off x="2055427" y="1716009"/>
            <a:ext cx="161308" cy="2600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arrow scene_object_model_scene_architecture_route_architectur_84e7e60d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1_module_e_dccd4c9c&quot;,&quot;architecture_role_id&quot;:null,&quot;architecture_route_id&quot;:null,&quot;architecture_route_role&quot;:&quot;arrow&quot;,&quot;depth&quot;:23.979226546874997,&quot;endpoint_object_ids&quot;:[&quot;scene_object_model_scene_architecture_role_architecture_21750935&quot;,&quot;scene_object_model_scene_architecture_role_architecture_6998430e&quot;],&quot;endpoint_role_ids&quot;:[&quot;architecture_role_encoder_level_1_module_encoder1_5_8ba19639_01a447ee&quot;,&quot;architecture_role_encoder_level_3_module_encoder3_5_b4081b1c_45dcb163&quot;],&quot;kind&quot;:&quot;arrow&quot;,&quot;object_id&quot;:&quot;scene_object_model_scene_architecture_route_architectur_84e7e60d&quot;,&quot;repeat_count&quot;:1,&quot;source_digest&quot;:&quot;2e85dcc335a17fd02a68de203120a9f560472bca3ec1fa985af3596e829d9c19&quot;}"/>
          <p:cNvCxnSpPr/>
          <p:nvPr/>
        </p:nvCxnSpPr>
        <p:spPr>
          <a:xfrm>
            <a:off x="2424130" y="2310492"/>
            <a:ext cx="161308" cy="260086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model_scene_architecture_role_architecture_f516a4cf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4.988623750000002,&quot;endpoint_object_ids&quot;:[],&quot;endpoint_role_ids&quot;:[],&quot;kind&quot;:&quot;edge&quot;,&quot;object_id&quot;:&quot;scene_object_model_scene_architecture_role_architecture_f516a4cf&quot;,&quot;repeat_count&quot;:1,&quot;source_digest&quot;:&quot;2e85dcc335a17fd02a68de203120a9f560472bca3ec1fa985af3596e829d9c19&quot;}"/>
          <p:cNvCxnSpPr/>
          <p:nvPr/>
        </p:nvCxnSpPr>
        <p:spPr>
          <a:xfrm flipH="1">
            <a:off x="2346805" y="2269619"/>
            <a:ext cx="178203" cy="942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model_scene_architecture_role_architecture_f516a4cf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4.988623750000002,&quot;endpoint_object_ids&quot;:[],&quot;endpoint_role_ids&quot;:[],&quot;kind&quot;:&quot;edge&quot;,&quot;object_id&quot;:&quot;scene_object_model_scene_architecture_role_architecture_f516a4cf&quot;,&quot;repeat_count&quot;:1,&quot;source_digest&quot;:&quot;2e85dcc335a17fd02a68de203120a9f560472bca3ec1fa985af3596e829d9c19&quot;}"/>
          <p:cNvCxnSpPr/>
          <p:nvPr/>
        </p:nvCxnSpPr>
        <p:spPr>
          <a:xfrm flipV="1">
            <a:off x="2138901" y="2054123"/>
            <a:ext cx="0" cy="2289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edge scene_object_model_scene_architecture_role_architecture_f516a4cf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4.873531,&quot;endpoint_object_ids&quot;:[],&quot;endpoint_role_ids&quot;:[],&quot;kind&quot;:&quot;edge&quot;,&quot;object_id&quot;:&quot;scene_object_model_scene_architecture_role_architecture_f516a4cf&quot;,&quot;repeat_count&quot;:1,&quot;source_digest&quot;:&quot;2e85dcc335a17fd02a68de203120a9f560472bca3ec1fa985af3596e829d9c19&quot;}"/>
          <p:cNvCxnSpPr/>
          <p:nvPr/>
        </p:nvCxnSpPr>
        <p:spPr>
          <a:xfrm>
            <a:off x="2138901" y="2283088"/>
            <a:ext cx="207904" cy="808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polyline scene_object_model_scene_architecture_route_architectur_3d69e1b8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1_module_e_67bd6724&quot;,&quot;architecture_role_id&quot;:null,&quot;architecture_route_id&quot;:null,&quot;architecture_route_role&quot;:&quot;arrow&quot;,&quot;depth&quot;:26.393021412499998,&quot;endpoint_object_ids&quot;:[&quot;scene_object_model_scene_architecture_role_architecture_21750935&quot;,&quot;scene_object_model_scene_architecture_role_architecture_16ef34d4&quot;],&quot;endpoint_role_ids&quot;:[&quot;architecture_role_encoder_level_1_module_encoder1_5_8ba19639_01a447ee&quot;,&quot;architecture_role_bottleneck_4_module_bottleneck_2_485ca928__fd91f8a6&quot;],&quot;kind&quot;:&quot;polyline&quot;,&quot;object_id&quot;:&quot;scene_object_model_scene_architecture_route_architectur_3d69e1b8&quot;,&quot;repeat_count&quot;:1,&quot;source_digest&quot;:&quot;2e85dcc335a17fd02a68de203120a9f560472bca3ec1fa985af3596e829d9c19&quot;}"/>
          <p:cNvCxnSpPr/>
          <p:nvPr/>
        </p:nvCxnSpPr>
        <p:spPr>
          <a:xfrm>
            <a:off x="2046892" y="1734780"/>
            <a:ext cx="139402" cy="2789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polyline scene_object_model_scene_architecture_route_architectur_3d69e1b8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1_module_e_67bd6724&quot;,&quot;architecture_role_id&quot;:null,&quot;architecture_route_id&quot;:null,&quot;architecture_route_role&quot;:&quot;arrow&quot;,&quot;depth&quot;:24.072934075,&quot;endpoint_object_ids&quot;:[&quot;scene_object_model_scene_architecture_role_architecture_21750935&quot;,&quot;scene_object_model_scene_architecture_role_architecture_16ef34d4&quot;],&quot;endpoint_role_ids&quot;:[&quot;architecture_role_encoder_level_1_module_encoder1_5_8ba19639_01a447ee&quot;,&quot;architecture_role_bottleneck_4_module_bottleneck_2_485ca928__fd91f8a6&quot;],&quot;kind&quot;:&quot;polyline&quot;,&quot;object_id&quot;:&quot;scene_object_model_scene_architecture_route_architectur_3d69e1b8&quot;,&quot;repeat_count&quot;:1,&quot;source_digest&quot;:&quot;2e85dcc335a17fd02a68de203120a9f560472bca3ec1fa985af3596e829d9c19&quot;}"/>
          <p:cNvCxnSpPr/>
          <p:nvPr/>
        </p:nvCxnSpPr>
        <p:spPr>
          <a:xfrm>
            <a:off x="2381456" y="2404347"/>
            <a:ext cx="111522" cy="22318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arrow scene_object_model_scene_architecture_route_architectur_3d69e1b8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1_module_e_67bd6724&quot;,&quot;architecture_role_id&quot;:null,&quot;architecture_route_id&quot;:null,&quot;architecture_route_role&quot;:&quot;arrow&quot;,&quot;depth&quot;:22.1563401875,&quot;endpoint_object_ids&quot;:[&quot;scene_object_model_scene_architecture_role_architecture_21750935&quot;,&quot;scene_object_model_scene_architecture_role_architecture_16ef34d4&quot;],&quot;endpoint_role_ids&quot;:[&quot;architecture_role_encoder_level_1_module_encoder1_5_8ba19639_01a447ee&quot;,&quot;architecture_role_bottleneck_4_module_bottleneck_2_485ca928__fd91f8a6&quot;],&quot;kind&quot;:&quot;arrow&quot;,&quot;object_id&quot;:&quot;scene_object_model_scene_architecture_route_architectur_3d69e1b8&quot;,&quot;repeat_count&quot;:1,&quot;source_digest&quot;:&quot;2e85dcc335a17fd02a68de203120a9f560472bca3ec1fa985af3596e829d9c19&quot;}"/>
          <p:cNvCxnSpPr/>
          <p:nvPr/>
        </p:nvCxnSpPr>
        <p:spPr>
          <a:xfrm>
            <a:off x="2632380" y="2906523"/>
            <a:ext cx="139401" cy="278986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arrow scene_object_model_scene_architecture_route_architectur_a29b077a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2_module_e_e8eaed31&quot;,&quot;architecture_role_id&quot;:null,&quot;architecture_route_id&quot;:null,&quot;architecture_route_role&quot;:&quot;arrow&quot;,&quot;depth&quot;:23.979226546875,&quot;endpoint_object_ids&quot;:[&quot;scene_object_model_scene_architecture_role_architecture_f516a4cf&quot;,&quot;scene_object_model_scene_architecture_role_architecture_6998430e&quot;],&quot;endpoint_role_ids&quot;:[&quot;architecture_role_encoder_level_2_module_encoder2_5_17c26924_6a5921cb&quot;,&quot;architecture_role_encoder_level_3_module_encoder3_5_b4081b1c_45dcb163&quot;],&quot;kind&quot;:&quot;arrow&quot;,&quot;object_id&quot;:&quot;scene_object_model_scene_architecture_route_architectur_a29b077a&quot;,&quot;repeat_count&quot;:1,&quot;source_digest&quot;:&quot;2e85dcc335a17fd02a68de203120a9f560472bca3ec1fa985af3596e829d9c19&quot;}"/>
          <p:cNvCxnSpPr/>
          <p:nvPr/>
        </p:nvCxnSpPr>
        <p:spPr>
          <a:xfrm>
            <a:off x="2412608" y="2291914"/>
            <a:ext cx="184352" cy="29724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arrow scene_object_model_scene_architecture_route_architectur_a8eb52e8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3_module_e_ca14cc49&quot;,&quot;architecture_role_id&quot;:null,&quot;architecture_route_id&quot;:null,&quot;architecture_route_role&quot;:&quot;arrow&quot;,&quot;depth&quot;:23.979226546875,&quot;endpoint_object_ids&quot;:[&quot;scene_object_model_scene_architecture_role_architecture_6998430e&quot;,&quot;scene_object_model_scene_architecture_role_architecture_f516a4cf&quot;],&quot;endpoint_role_ids&quot;:[&quot;architecture_role_encoder_level_3_module_encoder3_5_b4081b1c_45dcb163&quot;,&quot;architecture_role_encoder_level_2_module_encoder2_5_17c26924_6a5921cb&quot;],&quot;kind&quot;:&quot;arrow&quot;,&quot;object_id&quot;:&quot;scene_object_model_scene_architecture_route_architectur_a8eb52e8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2412608" y="2291914"/>
            <a:ext cx="184352" cy="29724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model_scene_architecture_role_architecture_f516a4cf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3.83769615,&quot;endpoint_object_ids&quot;:[],&quot;endpoint_role_ids&quot;:[],&quot;kind&quot;:&quot;edge&quot;,&quot;object_id&quot;:&quot;scene_object_model_scene_architecture_role_architecture_f516a4cf&quot;,&quot;repeat_count&quot;:1,&quot;source_digest&quot;:&quot;2e85dcc335a17fd02a68de203120a9f560472bca3ec1fa985af3596e829d9c19&quot;}"/>
          <p:cNvCxnSpPr/>
          <p:nvPr/>
        </p:nvCxnSpPr>
        <p:spPr>
          <a:xfrm flipH="1">
            <a:off x="2346805" y="2040655"/>
            <a:ext cx="178203" cy="9427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model_scene_architecture_role_architecture_f516a4cf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3.72260335,&quot;endpoint_object_ids&quot;:[],&quot;endpoint_role_ids&quot;:[],&quot;kind&quot;:&quot;edge&quot;,&quot;object_id&quot;:&quot;scene_object_model_scene_architecture_role_architecture_f516a4cf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2138901" y="2054123"/>
            <a:ext cx="207904" cy="808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model_scene_architecture_role_architecture_f516a4cf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3.607510599999998,&quot;endpoint_object_ids&quot;:[],&quot;endpoint_role_ids&quot;:[],&quot;kind&quot;:&quot;edge&quot;,&quot;object_id&quot;:&quot;scene_object_model_scene_architecture_role_architecture_f516a4cf&quot;,&quot;repeat_count&quot;:1,&quot;source_digest&quot;:&quot;2e85dcc335a17fd02a68de203120a9f560472bca3ec1fa985af3596e829d9c19&quot;}"/>
          <p:cNvCxnSpPr/>
          <p:nvPr/>
        </p:nvCxnSpPr>
        <p:spPr>
          <a:xfrm flipV="1">
            <a:off x="2346805" y="2134934"/>
            <a:ext cx="0" cy="2289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polyline scene_object_model_scene_architecture_route_architectur_d1d98b50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2_module_e_530b1fcb&quot;,&quot;architecture_role_id&quot;:null,&quot;architecture_route_id&quot;:null,&quot;architecture_route_role&quot;:&quot;arrow&quot;,&quot;depth&quot;:24.026080310937502,&quot;endpoint_object_ids&quot;:[&quot;scene_object_model_scene_architecture_role_architecture_f516a4cf&quot;,&quot;scene_object_model_scene_architecture_role_architecture_16ef34d4&quot;],&quot;endpoint_role_ids&quot;:[&quot;architecture_role_encoder_level_2_module_encoder2_5_17c26924_6a5921cb&quot;,&quot;architecture_role_bottleneck_4_module_bottleneck_2_485ca928__fd91f8a6&quot;],&quot;kind&quot;:&quot;polyline&quot;,&quot;object_id&quot;:&quot;scene_object_model_scene_architecture_route_architectur_d1d98b50&quot;,&quot;repeat_count&quot;:1,&quot;source_digest&quot;:&quot;2e85dcc335a17fd02a68de203120a9f560472bca3ec1fa985af3596e829d9c19&quot;}"/>
          <p:cNvCxnSpPr/>
          <p:nvPr/>
        </p:nvCxnSpPr>
        <p:spPr>
          <a:xfrm>
            <a:off x="2413746" y="2347970"/>
            <a:ext cx="114509" cy="26053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arrow scene_object_model_scene_architecture_route_architectur_d1d98b50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2_module_e_530b1fcb&quot;,&quot;architecture_role_id&quot;:null,&quot;architecture_route_id&quot;:null,&quot;architecture_route_role&quot;:&quot;arrow&quot;,&quot;depth&quot;:21.9975886609375,&quot;endpoint_object_ids&quot;:[&quot;scene_object_model_scene_architecture_role_architecture_f516a4cf&quot;,&quot;scene_object_model_scene_architecture_role_architecture_16ef34d4&quot;],&quot;endpoint_role_ids&quot;:[&quot;architecture_role_encoder_level_2_module_encoder2_5_17c26924_6a5921cb&quot;,&quot;architecture_role_bottleneck_4_module_bottleneck_2_485ca928__fd91f8a6&quot;],&quot;kind&quot;:&quot;arrow&quot;,&quot;object_id&quot;:&quot;scene_object_model_scene_architecture_route_architectur_d1d98b50&quot;,&quot;repeat_count&quot;:1,&quot;source_digest&quot;:&quot;2e85dcc335a17fd02a68de203120a9f560472bca3ec1fa985af3596e829d9c19&quot;}"/>
          <p:cNvCxnSpPr/>
          <p:nvPr/>
        </p:nvCxnSpPr>
        <p:spPr>
          <a:xfrm>
            <a:off x="2675480" y="2943484"/>
            <a:ext cx="114509" cy="26053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edge scene_object_model_scene_architecture_role_architecture_6998430e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2.982405550000003,&quot;endpoint_object_ids&quot;:[],&quot;endpoint_role_ids&quot;:[],&quot;kind&quot;:&quot;edge&quot;,&quot;object_id&quot;:&quot;scene_object_model_scene_architecture_role_architecture_6998430e&quot;,&quot;repeat_count&quot;:1,&quot;source_digest&quot;:&quot;2e85dcc335a17fd02a68de203120a9f560472bca3ec1fa985af3596e829d9c19&quot;}"/>
          <p:cNvCxnSpPr/>
          <p:nvPr/>
        </p:nvCxnSpPr>
        <p:spPr>
          <a:xfrm flipH="1">
            <a:off x="2505431" y="2569589"/>
            <a:ext cx="155600" cy="823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model_scene_architecture_role_architecture_6998430e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2.90579345,&quot;endpoint_object_ids&quot;:[],&quot;endpoint_role_ids&quot;:[],&quot;kind&quot;:&quot;edge&quot;,&quot;object_id&quot;:&quot;scene_object_model_scene_architecture_role_architecture_6998430e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2661031" y="2569589"/>
            <a:ext cx="234854" cy="912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model_scene_architecture_role_architecture_6998430e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2.781416749999998,&quot;endpoint_object_ids&quot;:[],&quot;endpoint_role_ids&quot;:[],&quot;kind&quot;:&quot;edge&quot;,&quot;object_id&quot;:&quot;scene_object_model_scene_architecture_role_architecture_6998430e&quot;,&quot;repeat_count&quot;:1,&quot;source_digest&quot;:&quot;2e85dcc335a17fd02a68de203120a9f560472bca3ec1fa985af3596e829d9c19&quot;}"/>
          <p:cNvCxnSpPr/>
          <p:nvPr/>
        </p:nvCxnSpPr>
        <p:spPr>
          <a:xfrm flipV="1">
            <a:off x="2505431" y="2651910"/>
            <a:ext cx="0" cy="199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model_scene_architecture_role_architecture_6998430e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2.62819255,&quot;endpoint_object_ids&quot;:[],&quot;endpoint_role_ids&quot;:[],&quot;kind&quot;:&quot;edge&quot;,&quot;object_id&quot;:&quot;scene_object_model_scene_architecture_role_architecture_6998430e&quot;,&quot;repeat_count&quot;:1,&quot;source_digest&quot;:&quot;2e85dcc335a17fd02a68de203120a9f560472bca3ec1fa985af3596e829d9c19&quot;}"/>
          <p:cNvCxnSpPr/>
          <p:nvPr/>
        </p:nvCxnSpPr>
        <p:spPr>
          <a:xfrm flipV="1">
            <a:off x="2895885" y="2660875"/>
            <a:ext cx="0" cy="199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model_scene_architecture_role_architecture_6998430e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2.50381585,&quot;endpoint_object_ids&quot;:[],&quot;endpoint_role_ids&quot;:[],&quot;kind&quot;:&quot;edge&quot;,&quot;object_id&quot;:&quot;scene_object_model_scene_architecture_role_architecture_6998430e&quot;,&quot;repeat_count&quot;:1,&quot;source_digest&quot;:&quot;2e85dcc335a17fd02a68de203120a9f560472bca3ec1fa985af3596e829d9c19&quot;}"/>
          <p:cNvCxnSpPr/>
          <p:nvPr/>
        </p:nvCxnSpPr>
        <p:spPr>
          <a:xfrm>
            <a:off x="2505431" y="2851833"/>
            <a:ext cx="234854" cy="912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model_scene_architecture_role_architecture_6998430e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2.42720375,&quot;endpoint_object_ids&quot;:[],&quot;endpoint_role_ids&quot;:[],&quot;kind&quot;:&quot;edge&quot;,&quot;object_id&quot;:&quot;scene_object_model_scene_architecture_role_architecture_6998430e&quot;,&quot;repeat_count&quot;:1,&quot;source_digest&quot;:&quot;2e85dcc335a17fd02a68de203120a9f560472bca3ec1fa985af3596e829d9c19&quot;}"/>
          <p:cNvCxnSpPr/>
          <p:nvPr/>
        </p:nvCxnSpPr>
        <p:spPr>
          <a:xfrm flipH="1">
            <a:off x="2740285" y="2860798"/>
            <a:ext cx="155600" cy="823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arrow scene_object_model_scene_architecture_route_architectur_f886c3a0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3_module_e_caa5dbb1&quot;,&quot;architecture_role_id&quot;:null,&quot;architecture_route_id&quot;:null,&quot;architecture_route_role&quot;:&quot;arrow&quot;,&quot;depth&quot;:21.82395416875,&quot;endpoint_object_ids&quot;:[&quot;scene_object_model_scene_architecture_role_architecture_6998430e&quot;,&quot;scene_object_model_scene_architecture_role_architecture_16ef34d4&quot;],&quot;endpoint_role_ids&quot;:[&quot;architecture_role_encoder_level_3_module_encoder3_5_b4081b1c_45dcb163&quot;,&quot;architecture_role_bottleneck_4_module_bottleneck_2_485ca928__fd91f8a6&quot;],&quot;kind&quot;:&quot;arrow&quot;,&quot;object_id&quot;:&quot;scene_object_model_scene_architecture_route_architectur_f886c3a0&quot;,&quot;repeat_count&quot;:1,&quot;source_digest&quot;:&quot;2e85dcc335a17fd02a68de203120a9f560472bca3ec1fa985af3596e829d9c19&quot;}"/>
          <p:cNvCxnSpPr/>
          <p:nvPr/>
        </p:nvCxnSpPr>
        <p:spPr>
          <a:xfrm>
            <a:off x="2749022" y="2942775"/>
            <a:ext cx="67709" cy="26098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model_scene_architecture_role_architecture_6998430e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1.49887195,&quot;endpoint_object_ids&quot;:[],&quot;endpoint_role_ids&quot;:[],&quot;kind&quot;:&quot;edge&quot;,&quot;object_id&quot;:&quot;scene_object_model_scene_architecture_role_architecture_6998430e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2505431" y="2651910"/>
            <a:ext cx="234854" cy="912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model_scene_architecture_role_architecture_6998430e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1.42225985,&quot;endpoint_object_ids&quot;:[],&quot;endpoint_role_ids&quot;:[],&quot;kind&quot;:&quot;edge&quot;,&quot;object_id&quot;:&quot;scene_object_model_scene_architecture_role_architecture_6998430e&quot;,&quot;repeat_count&quot;:1,&quot;source_digest&quot;:&quot;2e85dcc335a17fd02a68de203120a9f560472bca3ec1fa985af3596e829d9c19&quot;}"/>
          <p:cNvCxnSpPr/>
          <p:nvPr/>
        </p:nvCxnSpPr>
        <p:spPr>
          <a:xfrm flipH="1">
            <a:off x="2740285" y="2660875"/>
            <a:ext cx="155600" cy="823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model_scene_architecture_role_architecture_6998430e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1.22127105,&quot;endpoint_object_ids&quot;:[],&quot;endpoint_role_ids&quot;:[],&quot;kind&quot;:&quot;edge&quot;,&quot;object_id&quot;:&quot;scene_object_model_scene_architecture_role_architecture_6998430e&quot;,&quot;repeat_count&quot;:1,&quot;source_digest&quot;:&quot;2e85dcc335a17fd02a68de203120a9f560472bca3ec1fa985af3596e829d9c19&quot;}"/>
          <p:cNvCxnSpPr/>
          <p:nvPr/>
        </p:nvCxnSpPr>
        <p:spPr>
          <a:xfrm flipV="1">
            <a:off x="2740285" y="2743196"/>
            <a:ext cx="0" cy="199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model_scene_architecture_role_architecture_16ef34d4 000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1.21972715,&quot;endpoint_object_ids&quot;:[],&quot;endpoint_role_ids&quot;:[],&quot;kind&quot;:&quot;edge&quot;,&quot;object_id&quot;:&quot;scene_object_model_scene_architecture_role_architecture_16ef34d4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2836269" y="3197962"/>
            <a:ext cx="172234" cy="669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model_scene_architecture_role_architecture_16ef34d4 000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1.18632585,&quot;endpoint_object_ids&quot;:[],&quot;endpoint_role_ids&quot;:[],&quot;kind&quot;:&quot;edge&quot;,&quot;object_id&quot;:&quot;scene_object_model_scene_architecture_role_architecture_16ef34d4&quot;,&quot;repeat_count&quot;:1,&quot;source_digest&quot;:&quot;2e85dcc335a17fd02a68de203120a9f560472bca3ec1fa985af3596e829d9c19&quot;}"/>
          <p:cNvCxnSpPr/>
          <p:nvPr/>
        </p:nvCxnSpPr>
        <p:spPr>
          <a:xfrm flipH="1">
            <a:off x="2702342" y="3197962"/>
            <a:ext cx="133927" cy="708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model_scene_architecture_role_architecture_16ef34d4 000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1.0801345,&quot;endpoint_object_ids&quot;:[],&quot;endpoint_role_ids&quot;:[],&quot;kind&quot;:&quot;edge&quot;,&quot;object_id&quot;:&quot;scene_object_model_scene_architecture_role_architecture_16ef34d4&quot;,&quot;repeat_count&quot;:1,&quot;source_digest&quot;:&quot;2e85dcc335a17fd02a68de203120a9f560472bca3ec1fa985af3596e829d9c19&quot;}"/>
          <p:cNvCxnSpPr/>
          <p:nvPr/>
        </p:nvCxnSpPr>
        <p:spPr>
          <a:xfrm flipV="1">
            <a:off x="3008503" y="3264908"/>
            <a:ext cx="0" cy="172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edge scene_object_model_scene_architecture_role_architecture_16ef34d4 000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1.013331899999997,&quot;endpoint_object_ids&quot;:[],&quot;endpoint_role_ids&quot;:[],&quot;kind&quot;:&quot;edge&quot;,&quot;object_id&quot;:&quot;scene_object_model_scene_architecture_role_architecture_16ef34d4&quot;,&quot;repeat_count&quot;:1,&quot;source_digest&quot;:&quot;2e85dcc335a17fd02a68de203120a9f560472bca3ec1fa985af3596e829d9c19&quot;}"/>
          <p:cNvCxnSpPr/>
          <p:nvPr/>
        </p:nvCxnSpPr>
        <p:spPr>
          <a:xfrm flipV="1">
            <a:off x="2702342" y="3268817"/>
            <a:ext cx="0" cy="17207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NNDV editable edge scene_object_model_scene_architecture_role_architecture_16ef34d4 000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0.90714055,&quot;endpoint_object_ids&quot;:[],&quot;endpoint_role_ids&quot;:[],&quot;kind&quot;:&quot;edge&quot;,&quot;object_id&quot;:&quot;scene_object_model_scene_architecture_role_architecture_16ef34d4&quot;,&quot;repeat_count&quot;:1,&quot;source_digest&quot;:&quot;2e85dcc335a17fd02a68de203120a9f560472bca3ec1fa985af3596e829d9c19&quot;}"/>
          <p:cNvCxnSpPr/>
          <p:nvPr/>
        </p:nvCxnSpPr>
        <p:spPr>
          <a:xfrm flipH="1">
            <a:off x="2874576" y="3436985"/>
            <a:ext cx="133927" cy="708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NNDV editable edge scene_object_model_scene_architecture_role_architecture_16ef34d4 000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0.87373925,&quot;endpoint_object_ids&quot;:[],&quot;endpoint_role_ids&quot;:[],&quot;kind&quot;:&quot;edge&quot;,&quot;object_id&quot;:&quot;scene_object_model_scene_architecture_role_architecture_16ef34d4&quot;,&quot;repeat_count&quot;:1,&quot;source_digest&quot;:&quot;2e85dcc335a17fd02a68de203120a9f560472bca3ec1fa985af3596e829d9c19&quot;}"/>
          <p:cNvCxnSpPr/>
          <p:nvPr/>
        </p:nvCxnSpPr>
        <p:spPr>
          <a:xfrm>
            <a:off x="2702342" y="3440893"/>
            <a:ext cx="172234" cy="669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NNDV editable polyline scene_object_model_scene_architecture_route_architectur_35bce038 000" descr="{&quot;architecture_direction&quot;:&quot;source-to-target&quot;,&quot;architecture_evidence_digest&quot;:&quot;0af4a6624515d5676bca612b9efb2fe769b878ec37fa62ebfe7b02a4b18822ae&quot;,&quot;architecture_role&quot;:&quot;unet-skip&quot;,&quot;architecture_role_graph_digest&quot;:&quot;9c24a2ebe35c117a15e5b45d30ef6f9c92b0885b2bc4280cbc01a68788eb5130&quot;,&quot;architecture_role_graph_edge_id&quot;:&quot;architecture_route_unet_skip_architecture_role_encoder_level__9465016d&quot;,&quot;architecture_role_id&quot;:null,&quot;architecture_route_id&quot;:&quot;architecture_route_unet_skip_architecture_role_encoder_level__9465016d&quot;,&quot;architecture_route_role&quot;:&quot;unet-skip&quot;,&quot;depth&quot;:22.7048046,&quot;endpoint_object_ids&quot;:[&quot;scene_object_model_scene_architecture_role_architecture_6998430e&quot;,&quot;scene_object_model_scene_architecture_role_architecture_d5bb53f2&quot;],&quot;endpoint_role_ids&quot;:[&quot;architecture_role_encoder_level_3_module_encoder3_5_b4081b1c_45dcb163&quot;,&quot;architecture_role_decoder_level_5_node_fx_cat_29_2b5dd4a7_a3089f9b&quot;],&quot;kind&quot;:&quot;polyline&quot;,&quot;object_id&quot;:&quot;scene_object_model_scene_architecture_route_architectur_35bce038&quot;,&quot;repeat_count&quot;:1,&quot;source_digest&quot;:&quot;2e85dcc335a17fd02a68de203120a9f560472bca3ec1fa985af3596e829d9c19&quot;}"/>
          <p:cNvCxnSpPr/>
          <p:nvPr/>
        </p:nvCxnSpPr>
        <p:spPr>
          <a:xfrm flipV="1">
            <a:off x="2700658" y="1806923"/>
            <a:ext cx="0" cy="8010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NNDV editable polyline scene_object_model_scene_architecture_route_architectur_35bce038 000" descr="{&quot;architecture_direction&quot;:&quot;source-to-target&quot;,&quot;architecture_evidence_digest&quot;:&quot;0af4a6624515d5676bca612b9efb2fe769b878ec37fa62ebfe7b02a4b18822ae&quot;,&quot;architecture_role&quot;:&quot;unet-skip&quot;,&quot;architecture_role_graph_digest&quot;:&quot;9c24a2ebe35c117a15e5b45d30ef6f9c92b0885b2bc4280cbc01a68788eb5130&quot;,&quot;architecture_role_graph_edge_id&quot;:&quot;architecture_route_unet_skip_architecture_role_encoder_level__9465016d&quot;,&quot;architecture_role_id&quot;:null,&quot;architecture_route_id&quot;:&quot;architecture_route_unet_skip_architecture_role_encoder_level__9465016d&quot;,&quot;architecture_route_role&quot;:&quot;unet-skip&quot;,&quot;depth&quot;:20.58811765,&quot;endpoint_object_ids&quot;:[&quot;scene_object_model_scene_architecture_role_architecture_6998430e&quot;,&quot;scene_object_model_scene_architecture_role_architecture_d5bb53f2&quot;],&quot;endpoint_role_ids&quot;:[&quot;architecture_role_encoder_level_3_module_encoder3_5_b4081b1c_45dcb163&quot;,&quot;architecture_role_decoder_level_5_node_fx_cat_29_2b5dd4a7_a3089f9b&quot;],&quot;kind&quot;:&quot;polyline&quot;,&quot;object_id&quot;:&quot;scene_object_model_scene_architecture_route_architectur_35bce038&quot;,&quot;repeat_count&quot;:1,&quot;source_digest&quot;:&quot;2e85dcc335a17fd02a68de203120a9f560472bca3ec1fa985af3596e829d9c19&quot;}"/>
          <p:cNvCxnSpPr/>
          <p:nvPr/>
        </p:nvCxnSpPr>
        <p:spPr>
          <a:xfrm>
            <a:off x="2700658" y="1806923"/>
            <a:ext cx="637265" cy="2477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NNDV editable arrow scene_object_model_scene_architecture_route_architectur_35bce038 000" descr="{&quot;architecture_direction&quot;:&quot;source-to-target&quot;,&quot;architecture_evidence_digest&quot;:&quot;0af4a6624515d5676bca612b9efb2fe769b878ec37fa62ebfe7b02a4b18822ae&quot;,&quot;architecture_role&quot;:&quot;unet-skip&quot;,&quot;architecture_role_graph_digest&quot;:&quot;9c24a2ebe35c117a15e5b45d30ef6f9c92b0885b2bc4280cbc01a68788eb5130&quot;,&quot;architecture_role_graph_edge_id&quot;:&quot;architecture_route_unet_skip_architecture_role_encoder_level__9465016d&quot;,&quot;architecture_role_id&quot;:null,&quot;architecture_route_id&quot;:&quot;architecture_route_unet_skip_architecture_role_encoder_level__9465016d&quot;,&quot;architecture_route_role&quot;:&quot;unet-skip&quot;,&quot;depth&quot;:18.4714307,&quot;endpoint_object_ids&quot;:[&quot;scene_object_model_scene_architecture_role_architecture_6998430e&quot;,&quot;scene_object_model_scene_architecture_role_architecture_d5bb53f2&quot;],&quot;endpoint_role_ids&quot;:[&quot;architecture_role_encoder_level_3_module_encoder3_5_b4081b1c_45dcb163&quot;,&quot;architecture_role_decoder_level_5_node_fx_cat_29_2b5dd4a7_a3089f9b&quot;],&quot;kind&quot;:&quot;arrow&quot;,&quot;object_id&quot;:&quot;scene_object_model_scene_architecture_route_architectur_35bce038&quot;,&quot;repeat_count&quot;:1,&quot;source_digest&quot;:&quot;2e85dcc335a17fd02a68de203120a9f560472bca3ec1fa985af3596e829d9c19&quot;}"/>
          <p:cNvCxnSpPr/>
          <p:nvPr/>
        </p:nvCxnSpPr>
        <p:spPr>
          <a:xfrm>
            <a:off x="3337923" y="2054624"/>
            <a:ext cx="0" cy="80108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NNDV editable arrow scene_object_model_scene_architecture_route_architectur_53f1025b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3_module_e_c664b864&quot;,&quot;architecture_role_id&quot;:null,&quot;architecture_route_id&quot;:null,&quot;architecture_route_role&quot;:&quot;arrow&quot;,&quot;depth&quot;:20.9188499859375,&quot;endpoint_object_ids&quot;:[&quot;scene_object_model_scene_architecture_role_architecture_6998430e&quot;,&quot;scene_object_model_scene_architecture_role_architecture_d5bb53f2&quot;],&quot;endpoint_role_ids&quot;:[&quot;architecture_role_encoder_level_3_module_encoder3_5_b4081b1c_45dcb163&quot;,&quot;architecture_role_decoder_level_5_node_fx_cat_29_2b5dd4a7_a3089f9b&quot;],&quot;kind&quot;:&quot;arrow&quot;,&quot;object_id&quot;:&quot;scene_object_model_scene_architecture_route_architectur_53f1025b&quot;,&quot;repeat_count&quot;:1,&quot;source_digest&quot;:&quot;2e85dcc335a17fd02a68de203120a9f560472bca3ec1fa985af3596e829d9c19&quot;}"/>
          <p:cNvCxnSpPr/>
          <p:nvPr/>
        </p:nvCxnSpPr>
        <p:spPr>
          <a:xfrm>
            <a:off x="2820145" y="2802798"/>
            <a:ext cx="298718" cy="11611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NNDV editable edge scene_object_model_scene_architecture_role_architecture_16ef34d4 000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0.04217075,&quot;endpoint_object_ids&quot;:[],&quot;endpoint_role_ids&quot;:[],&quot;kind&quot;:&quot;edge&quot;,&quot;object_id&quot;:&quot;scene_object_model_scene_architecture_role_architecture_16ef34d4&quot;,&quot;repeat_count&quot;:1,&quot;source_digest&quot;:&quot;2e85dcc335a17fd02a68de203120a9f560472bca3ec1fa985af3596e829d9c19&quot;}"/>
          <p:cNvCxnSpPr/>
          <p:nvPr/>
        </p:nvCxnSpPr>
        <p:spPr>
          <a:xfrm flipH="1">
            <a:off x="2874576" y="3264908"/>
            <a:ext cx="133927" cy="708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NNDV editable edge scene_object_model_scene_architecture_role_architecture_16ef34d4 000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0.00876945,&quot;endpoint_object_ids&quot;:[],&quot;endpoint_role_ids&quot;:[],&quot;kind&quot;:&quot;edge&quot;,&quot;object_id&quot;:&quot;scene_object_model_scene_architecture_role_architecture_16ef34d4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2702342" y="3268817"/>
            <a:ext cx="172234" cy="669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NNDV editable edge scene_object_model_scene_architecture_role_architecture_16ef34d4 000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19.869176799999998,&quot;endpoint_object_ids&quot;:[],&quot;endpoint_role_ids&quot;:[],&quot;kind&quot;:&quot;edge&quot;,&quot;object_id&quot;:&quot;scene_object_model_scene_architecture_role_architecture_16ef34d4&quot;,&quot;repeat_count&quot;:1,&quot;source_digest&quot;:&quot;2e85dcc335a17fd02a68de203120a9f560472bca3ec1fa985af3596e829d9c19&quot;}"/>
          <p:cNvCxnSpPr/>
          <p:nvPr/>
        </p:nvCxnSpPr>
        <p:spPr>
          <a:xfrm flipV="1">
            <a:off x="2874576" y="3335763"/>
            <a:ext cx="0" cy="172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NNDV editable arrow scene_object_model_scene_architecture_route_architectur_460083d1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2_module_e_cb821cbf&quot;,&quot;architecture_role_id&quot;:null,&quot;architecture_route_id&quot;:null,&quot;architecture_route_role&quot;:&quot;arrow&quot;,&quot;depth&quot;:20.142731484375,&quot;endpoint_object_ids&quot;:[&quot;scene_object_model_scene_architecture_role_architecture_f516a4cf&quot;,&quot;scene_object_model_scene_architecture_role_architecture_2864454f&quot;],&quot;endpoint_role_ids&quot;:[&quot;architecture_role_encoder_level_2_module_encoder2_5_17c26924_6a5921cb&quot;,&quot;architecture_role_decoder_level_6_node_fx_cat_1_37_a682ee08_b7dae19e&quot;],&quot;kind&quot;:&quot;arrow&quot;,&quot;object_id&quot;:&quot;scene_object_model_scene_architecture_route_architectur_460083d1&quot;,&quot;repeat_count&quot;:1,&quot;source_digest&quot;:&quot;2e85dcc335a17fd02a68de203120a9f560472bca3ec1fa985af3596e829d9c19&quot;}"/>
          <p:cNvCxnSpPr/>
          <p:nvPr/>
        </p:nvCxnSpPr>
        <p:spPr>
          <a:xfrm>
            <a:off x="2481314" y="2219926"/>
            <a:ext cx="1194872" cy="46444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NNDV editable polyline scene_object_model_scene_architecture_route_architectur_db9e1114 000" descr="{&quot;architecture_direction&quot;:&quot;source-to-target&quot;,&quot;architecture_evidence_digest&quot;:&quot;0af4a6624515d5676bca612b9efb2fe769b878ec37fa62ebfe7b02a4b18822ae&quot;,&quot;architecture_role&quot;:&quot;unet-skip&quot;,&quot;architecture_role_graph_digest&quot;:&quot;9c24a2ebe35c117a15e5b45d30ef6f9c92b0885b2bc4280cbc01a68788eb5130&quot;,&quot;architecture_role_graph_edge_id&quot;:&quot;architecture_route_unet_skip_architecture_role_encoder_level__d384ef70&quot;,&quot;architecture_role_id&quot;:null,&quot;architecture_route_id&quot;:&quot;architecture_route_unet_skip_architecture_role_encoder_level__d384ef70&quot;,&quot;architecture_route_role&quot;:&quot;unet-skip&quot;,&quot;depth&quot;:25.1037165,&quot;endpoint_object_ids&quot;:[&quot;scene_object_model_scene_architecture_role_architecture_f516a4cf&quot;,&quot;scene_object_model_scene_architecture_role_architecture_2864454f&quot;],&quot;endpoint_role_ids&quot;:[&quot;architecture_role_encoder_level_2_module_encoder2_5_17c26924_6a5921cb&quot;,&quot;architecture_role_decoder_level_6_node_fx_cat_1_37_a682ee08_b7dae19e&quot;],&quot;kind&quot;:&quot;polyline&quot;,&quot;object_id&quot;:&quot;scene_object_model_scene_architecture_route_architectur_db9e1114&quot;,&quot;repeat_count&quot;:1,&quot;source_digest&quot;:&quot;2e85dcc335a17fd02a68de203120a9f560472bca3ec1fa985af3596e829d9c19&quot;}"/>
          <p:cNvCxnSpPr/>
          <p:nvPr/>
        </p:nvCxnSpPr>
        <p:spPr>
          <a:xfrm flipV="1">
            <a:off x="2331954" y="1309541"/>
            <a:ext cx="0" cy="69251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NNDV editable polyline scene_object_model_scene_architecture_route_architectur_db9e1114 000" descr="{&quot;architecture_direction&quot;:&quot;source-to-target&quot;,&quot;architecture_evidence_digest&quot;:&quot;0af4a6624515d5676bca612b9efb2fe769b878ec37fa62ebfe7b02a4b18822ae&quot;,&quot;architecture_role&quot;:&quot;unet-skip&quot;,&quot;architecture_role_graph_digest&quot;:&quot;9c24a2ebe35c117a15e5b45d30ef6f9c92b0885b2bc4280cbc01a68788eb5130&quot;,&quot;architecture_role_graph_edge_id&quot;:&quot;architecture_route_unet_skip_architecture_role_encoder_level__d384ef70&quot;,&quot;architecture_role_id&quot;:null,&quot;architecture_route_id&quot;:&quot;architecture_route_unet_skip_architecture_role_encoder_level__d384ef70&quot;,&quot;architecture_route_role&quot;:&quot;unet-skip&quot;,&quot;depth&quot;:19.81199915,&quot;endpoint_object_ids&quot;:[&quot;scene_object_model_scene_architecture_role_architecture_f516a4cf&quot;,&quot;scene_object_model_scene_architecture_role_architecture_2864454f&quot;],&quot;endpoint_role_ids&quot;:[&quot;architecture_role_encoder_level_2_module_encoder2_5_17c26924_6a5921cb&quot;,&quot;architecture_role_decoder_level_6_node_fx_cat_1_37_a682ee08_b7dae19e&quot;],&quot;kind&quot;:&quot;polyline&quot;,&quot;object_id&quot;:&quot;scene_object_model_scene_architecture_route_architectur_db9e1114&quot;,&quot;repeat_count&quot;:1,&quot;source_digest&quot;:&quot;2e85dcc335a17fd02a68de203120a9f560472bca3ec1fa985af3596e829d9c19&quot;}"/>
          <p:cNvCxnSpPr/>
          <p:nvPr/>
        </p:nvCxnSpPr>
        <p:spPr>
          <a:xfrm>
            <a:off x="2331954" y="1309541"/>
            <a:ext cx="1593164" cy="6192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NNDV editable arrow scene_object_model_scene_architecture_route_architectur_db9e1114 000" descr="{&quot;architecture_direction&quot;:&quot;source-to-target&quot;,&quot;architecture_evidence_digest&quot;:&quot;0af4a6624515d5676bca612b9efb2fe769b878ec37fa62ebfe7b02a4b18822ae&quot;,&quot;architecture_role&quot;:&quot;unet-skip&quot;,&quot;architecture_role_graph_digest&quot;:&quot;9c24a2ebe35c117a15e5b45d30ef6f9c92b0885b2bc4280cbc01a68788eb5130&quot;,&quot;architecture_role_graph_edge_id&quot;:&quot;architecture_route_unet_skip_architecture_role_encoder_level__d384ef70&quot;,&quot;architecture_role_id&quot;:null,&quot;architecture_route_id&quot;:&quot;architecture_route_unet_skip_architecture_role_encoder_level__d384ef70&quot;,&quot;architecture_route_role&quot;:&quot;unet-skip&quot;,&quot;depth&quot;:14.5202818,&quot;endpoint_object_ids&quot;:[&quot;scene_object_model_scene_architecture_role_architecture_f516a4cf&quot;,&quot;scene_object_model_scene_architecture_role_architecture_2864454f&quot;],&quot;endpoint_role_ids&quot;:[&quot;architecture_role_encoder_level_2_module_encoder2_5_17c26924_6a5921cb&quot;,&quot;architecture_role_decoder_level_6_node_fx_cat_1_37_a682ee08_b7dae19e&quot;],&quot;kind&quot;:&quot;arrow&quot;,&quot;object_id&quot;:&quot;scene_object_model_scene_architecture_route_architectur_db9e1114&quot;,&quot;repeat_count&quot;:1,&quot;source_digest&quot;:&quot;2e85dcc335a17fd02a68de203120a9f560472bca3ec1fa985af3596e829d9c19&quot;}"/>
          <p:cNvCxnSpPr/>
          <p:nvPr/>
        </p:nvCxnSpPr>
        <p:spPr>
          <a:xfrm>
            <a:off x="3925118" y="1928794"/>
            <a:ext cx="0" cy="69251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NNDV editable arrow scene_object_model_scene_architecture_route_architectur_b414b162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bottleneck_4_module_bott_27db5a6e&quot;,&quot;architecture_role_id&quot;:null,&quot;architecture_route_id&quot;:null,&quot;architecture_route_role&quot;:&quot;arrow&quot;,&quot;depth&quot;:19.879799254687498,&quot;endpoint_object_ids&quot;:[&quot;scene_object_model_scene_architecture_role_architecture_16ef34d4&quot;,&quot;scene_object_model_scene_architecture_role_architecture_d5bb53f2&quot;],&quot;endpoint_role_ids&quot;:[&quot;architecture_role_bottleneck_4_module_bottleneck_2_485ca928__fd91f8a6&quot;,&quot;architecture_role_decoder_level_5_node_fx_cat_29_2b5dd4a7_a3089f9b&quot;],&quot;kind&quot;:&quot;arrow&quot;,&quot;object_id&quot;:&quot;scene_object_model_scene_architecture_route_architectur_b414b162&quot;,&quot;repeat_count&quot;:1,&quot;source_digest&quot;:&quot;2e85dcc335a17fd02a68de203120a9f560472bca3ec1fa985af3596e829d9c19&quot;}"/>
          <p:cNvCxnSpPr/>
          <p:nvPr/>
        </p:nvCxnSpPr>
        <p:spPr>
          <a:xfrm flipV="1">
            <a:off x="2976048" y="3123971"/>
            <a:ext cx="196016" cy="14171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NNDV editable polyline scene_object_model_scene_architecture_route_architectur_657771d2 000" descr="{&quot;architecture_direction&quot;:&quot;source-to-target&quot;,&quot;architecture_evidence_digest&quot;:&quot;0af4a6624515d5676bca612b9efb2fe769b878ec37fa62ebfe7b02a4b18822ae&quot;,&quot;architecture_role&quot;:&quot;unet-skip&quot;,&quot;architecture_role_graph_digest&quot;:&quot;9c24a2ebe35c117a15e5b45d30ef6f9c92b0885b2bc4280cbc01a68788eb5130&quot;,&quot;architecture_role_graph_edge_id&quot;:&quot;architecture_route_unet_skip_architecture_role_encoder_level__98799f2a&quot;,&quot;architecture_role_id&quot;:null,&quot;architecture_route_id&quot;:&quot;architecture_route_unet_skip_architecture_role_encoder_level__98799f2a&quot;,&quot;architecture_route_role&quot;:&quot;unet-skip&quot;,&quot;depth&quot;:27.5026284,&quot;endpoint_object_ids&quot;:[&quot;scene_object_model_scene_architecture_role_architecture_21750935&quot;,&quot;scene_object_model_scene_architecture_role_architecture_bec741de&quot;],&quot;endpoint_role_ids&quot;:[&quot;architecture_role_encoder_level_1_module_encoder1_5_8ba19639_01a447ee&quot;,&quot;architecture_role_decoder_level_7_node_fx_cat_2_45_33f41fce_5c9f5ae9&quot;],&quot;kind&quot;:&quot;polyline&quot;,&quot;object_id&quot;:&quot;scene_object_model_scene_architecture_route_architectur_657771d2&quot;,&quot;repeat_count&quot;:1,&quot;source_digest&quot;:&quot;2e85dcc335a17fd02a68de203120a9f560472bca3ec1fa985af3596e829d9c19&quot;}"/>
          <p:cNvCxnSpPr/>
          <p:nvPr/>
        </p:nvCxnSpPr>
        <p:spPr>
          <a:xfrm flipV="1">
            <a:off x="1963251" y="812160"/>
            <a:ext cx="0" cy="5664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NNDV editable polyline scene_object_model_scene_architecture_route_architectur_657771d2 000" descr="{&quot;architecture_direction&quot;:&quot;source-to-target&quot;,&quot;architecture_evidence_digest&quot;:&quot;0af4a6624515d5676bca612b9efb2fe769b878ec37fa62ebfe7b02a4b18822ae&quot;,&quot;architecture_role&quot;:&quot;unet-skip&quot;,&quot;architecture_role_graph_digest&quot;:&quot;9c24a2ebe35c117a15e5b45d30ef6f9c92b0885b2bc4280cbc01a68788eb5130&quot;,&quot;architecture_role_graph_edge_id&quot;:&quot;architecture_route_unet_skip_architecture_role_encoder_level__98799f2a&quot;,&quot;architecture_role_id&quot;:null,&quot;architecture_route_id&quot;:&quot;architecture_route_unet_skip_architecture_role_encoder_level__98799f2a&quot;,&quot;architecture_route_role&quot;:&quot;unet-skip&quot;,&quot;depth&quot;:19.0358806,&quot;endpoint_object_ids&quot;:[&quot;scene_object_model_scene_architecture_role_architecture_21750935&quot;,&quot;scene_object_model_scene_architecture_role_architecture_bec741de&quot;],&quot;endpoint_role_ids&quot;:[&quot;architecture_role_encoder_level_1_module_encoder1_5_8ba19639_01a447ee&quot;,&quot;architecture_role_decoder_level_7_node_fx_cat_2_45_33f41fce_5c9f5ae9&quot;],&quot;kind&quot;:&quot;polyline&quot;,&quot;object_id&quot;:&quot;scene_object_model_scene_architecture_route_architectur_657771d2&quot;,&quot;repeat_count&quot;:1,&quot;source_digest&quot;:&quot;2e85dcc335a17fd02a68de203120a9f560472bca3ec1fa985af3596e829d9c19&quot;}"/>
          <p:cNvCxnSpPr/>
          <p:nvPr/>
        </p:nvCxnSpPr>
        <p:spPr>
          <a:xfrm>
            <a:off x="1963251" y="812160"/>
            <a:ext cx="2549061" cy="9908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NNDV editable arrow scene_object_model_scene_architecture_route_architectur_657771d2 000" descr="{&quot;architecture_direction&quot;:&quot;source-to-target&quot;,&quot;architecture_evidence_digest&quot;:&quot;0af4a6624515d5676bca612b9efb2fe769b878ec37fa62ebfe7b02a4b18822ae&quot;,&quot;architecture_role&quot;:&quot;unet-skip&quot;,&quot;architecture_role_graph_digest&quot;:&quot;9c24a2ebe35c117a15e5b45d30ef6f9c92b0885b2bc4280cbc01a68788eb5130&quot;,&quot;architecture_role_graph_edge_id&quot;:&quot;architecture_route_unet_skip_architecture_role_encoder_level__98799f2a&quot;,&quot;architecture_role_id&quot;:null,&quot;architecture_route_id&quot;:&quot;architecture_route_unet_skip_architecture_role_encoder_level__98799f2a&quot;,&quot;architecture_route_role&quot;:&quot;unet-skip&quot;,&quot;depth&quot;:10.5691328,&quot;endpoint_object_ids&quot;:[&quot;scene_object_model_scene_architecture_role_architecture_21750935&quot;,&quot;scene_object_model_scene_architecture_role_architecture_bec741de&quot;],&quot;endpoint_role_ids&quot;:[&quot;architecture_role_encoder_level_1_module_encoder1_5_8ba19639_01a447ee&quot;,&quot;architecture_role_decoder_level_7_node_fx_cat_2_45_33f41fce_5c9f5ae9&quot;],&quot;kind&quot;:&quot;arrow&quot;,&quot;object_id&quot;:&quot;scene_object_model_scene_architecture_route_architectur_657771d2&quot;,&quot;repeat_count&quot;:1,&quot;source_digest&quot;:&quot;2e85dcc335a17fd02a68de203120a9f560472bca3ec1fa985af3596e829d9c19&quot;}"/>
          <p:cNvCxnSpPr/>
          <p:nvPr/>
        </p:nvCxnSpPr>
        <p:spPr>
          <a:xfrm>
            <a:off x="4512312" y="1802964"/>
            <a:ext cx="0" cy="56642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NNDV editable arrow scene_object_model_scene_architecture_route_architectur_c219a083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encoder_level_1_module_e_d4dd5bd8&quot;,&quot;architecture_role_id&quot;:null,&quot;architecture_route_id&quot;:null,&quot;architecture_route_role&quot;:&quot;arrow&quot;,&quot;depth&quot;:19.30046646875,&quot;endpoint_object_ids&quot;:[&quot;scene_object_model_scene_architecture_role_architecture_21750935&quot;,&quot;scene_object_model_scene_architecture_role_architecture_bec741de&quot;],&quot;endpoint_role_ids&quot;:[&quot;architecture_role_encoder_level_1_module_encoder1_5_8ba19639_01a447ee&quot;,&quot;architecture_role_decoder_level_7_node_fx_cat_2_45_33f41fce_5c9f5ae9&quot;],&quot;kind&quot;:&quot;arrow&quot;,&quot;object_id&quot;:&quot;scene_object_model_scene_architecture_route_architectur_c219a083&quot;,&quot;repeat_count&quot;:1,&quot;source_digest&quot;:&quot;2e85dcc335a17fd02a68de203120a9f560472bca3ec1fa985af3596e829d9c19&quot;}"/>
          <p:cNvCxnSpPr/>
          <p:nvPr/>
        </p:nvCxnSpPr>
        <p:spPr>
          <a:xfrm>
            <a:off x="2122567" y="1629314"/>
            <a:ext cx="2150771" cy="83599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NNDV editable edge scene_object_model_scene_architecture_role_architecture_d5bb53f2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8.8927457,&quot;endpoint_object_ids&quot;:[],&quot;endpoint_role_ids&quot;:[],&quot;kind&quot;:&quot;edge&quot;,&quot;object_id&quot;:&quot;scene_object_model_scene_architecture_role_architecture_d5bb53f2&quot;,&quot;repeat_count&quot;:1,&quot;source_digest&quot;:&quot;2e85dcc335a17fd02a68de203120a9f560472bca3ec1fa985af3596e829d9c19&quot;}"/>
          <p:cNvCxnSpPr/>
          <p:nvPr/>
        </p:nvCxnSpPr>
        <p:spPr>
          <a:xfrm flipH="1">
            <a:off x="3121062" y="2808881"/>
            <a:ext cx="155600" cy="823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NNDV editable edge scene_object_model_scene_architecture_role_architecture_d5bb53f2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8.69175695,&quot;endpoint_object_ids&quot;:[],&quot;endpoint_role_ids&quot;:[],&quot;kind&quot;:&quot;edge&quot;,&quot;object_id&quot;:&quot;scene_object_model_scene_architecture_role_architecture_d5bb53f2&quot;,&quot;repeat_count&quot;:1,&quot;source_digest&quot;:&quot;2e85dcc335a17fd02a68de203120a9f560472bca3ec1fa985af3596e829d9c19&quot;}"/>
          <p:cNvCxnSpPr/>
          <p:nvPr/>
        </p:nvCxnSpPr>
        <p:spPr>
          <a:xfrm flipV="1">
            <a:off x="3121062" y="2891202"/>
            <a:ext cx="0" cy="199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NNDV editable edge scene_object_model_scene_architecture_role_architecture_d5bb53f2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8.6724195,&quot;endpoint_object_ids&quot;:[],&quot;endpoint_role_ids&quot;:[],&quot;kind&quot;:&quot;edge&quot;,&quot;object_id&quot;:&quot;scene_object_model_scene_architecture_role_architecture_d5bb53f2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3276662" y="2808881"/>
            <a:ext cx="278122" cy="1081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NNDV editable edge scene_object_model_scene_architecture_role_architecture_d5bb53f2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8.270442,&quot;endpoint_object_ids&quot;:[],&quot;endpoint_role_ids&quot;:[],&quot;kind&quot;:&quot;edge&quot;,&quot;object_id&quot;:&quot;scene_object_model_scene_architecture_role_architecture_d5bb53f2&quot;,&quot;repeat_count&quot;:1,&quot;source_digest&quot;:&quot;2e85dcc335a17fd02a68de203120a9f560472bca3ec1fa985af3596e829d9c19&quot;}"/>
          <p:cNvCxnSpPr/>
          <p:nvPr/>
        </p:nvCxnSpPr>
        <p:spPr>
          <a:xfrm>
            <a:off x="3121062" y="3091125"/>
            <a:ext cx="278122" cy="1081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NNDV editable edge scene_object_model_scene_architecture_role_architecture_d5bb53f2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8.25110455,&quot;endpoint_object_ids&quot;:[],&quot;endpoint_role_ids&quot;:[],&quot;kind&quot;:&quot;edge&quot;,&quot;object_id&quot;:&quot;scene_object_model_scene_architecture_role_architecture_d5bb53f2&quot;,&quot;repeat_count&quot;:1,&quot;source_digest&quot;:&quot;2e85dcc335a17fd02a68de203120a9f560472bca3ec1fa985af3596e829d9c19&quot;}"/>
          <p:cNvCxnSpPr/>
          <p:nvPr/>
        </p:nvCxnSpPr>
        <p:spPr>
          <a:xfrm flipV="1">
            <a:off x="3554784" y="2916985"/>
            <a:ext cx="0" cy="199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NNDV editable edge scene_object_model_scene_architecture_role_architecture_d5bb53f2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8.0501158,&quot;endpoint_object_ids&quot;:[],&quot;endpoint_role_ids&quot;:[],&quot;kind&quot;:&quot;edge&quot;,&quot;object_id&quot;:&quot;scene_object_model_scene_architecture_role_architecture_d5bb53f2&quot;,&quot;repeat_count&quot;:1,&quot;source_digest&quot;:&quot;2e85dcc335a17fd02a68de203120a9f560472bca3ec1fa985af3596e829d9c19&quot;}"/>
          <p:cNvCxnSpPr/>
          <p:nvPr/>
        </p:nvCxnSpPr>
        <p:spPr>
          <a:xfrm flipH="1">
            <a:off x="3399184" y="3116908"/>
            <a:ext cx="155600" cy="823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NNDV editable edge scene_object_model_scene_architecture_role_architecture_d5bb53f2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7.265498100000002,&quot;endpoint_object_ids&quot;:[],&quot;endpoint_role_ids&quot;:[],&quot;kind&quot;:&quot;edge&quot;,&quot;object_id&quot;:&quot;scene_object_model_scene_architecture_role_architecture_d5bb53f2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3121062" y="2891202"/>
            <a:ext cx="278122" cy="10810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NNDV editable edge scene_object_model_scene_architecture_role_architecture_d5bb53f2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7.0451719,&quot;endpoint_object_ids&quot;:[],&quot;endpoint_role_ids&quot;:[],&quot;kind&quot;:&quot;edge&quot;,&quot;object_id&quot;:&quot;scene_object_model_scene_architecture_role_architecture_d5bb53f2&quot;,&quot;repeat_count&quot;:1,&quot;source_digest&quot;:&quot;2e85dcc335a17fd02a68de203120a9f560472bca3ec1fa985af3596e829d9c19&quot;}"/>
          <p:cNvCxnSpPr/>
          <p:nvPr/>
        </p:nvCxnSpPr>
        <p:spPr>
          <a:xfrm flipH="1">
            <a:off x="3399184" y="2916985"/>
            <a:ext cx="155600" cy="823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NNDV editable edge scene_object_model_scene_architecture_role_architecture_d5bb53f2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6.84418315,&quot;endpoint_object_ids&quot;:[],&quot;endpoint_role_ids&quot;:[],&quot;kind&quot;:&quot;edge&quot;,&quot;object_id&quot;:&quot;scene_object_model_scene_architecture_role_architecture_d5bb53f2&quot;,&quot;repeat_count&quot;:1,&quot;source_digest&quot;:&quot;2e85dcc335a17fd02a68de203120a9f560472bca3ec1fa985af3596e829d9c19&quot;}"/>
          <p:cNvCxnSpPr/>
          <p:nvPr/>
        </p:nvCxnSpPr>
        <p:spPr>
          <a:xfrm flipV="1">
            <a:off x="3399184" y="2999306"/>
            <a:ext cx="0" cy="1999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NNDV editable arrow scene_object_model_scene_architecture_route_architectur_d18f920a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decoder_level_5_node_fx__5df20cd3&quot;,&quot;architecture_role_id&quot;:null,&quot;architecture_route_id&quot;:null,&quot;architecture_route_role&quot;:&quot;arrow&quot;,&quot;depth&quot;:16.619329653125,&quot;endpoint_object_ids&quot;:[&quot;scene_object_model_scene_architecture_role_architecture_d5bb53f2&quot;,&quot;scene_object_model_scene_architecture_role_architecture_2864454f&quot;],&quot;endpoint_role_ids&quot;:[&quot;architecture_role_decoder_level_5_node_fx_cat_29_2b5dd4a7_a3089f9b&quot;,&quot;architecture_role_decoder_level_6_node_fx_cat_1_37_a682ee08_b7dae19e&quot;],&quot;kind&quot;:&quot;arrow&quot;,&quot;object_id&quot;:&quot;scene_object_model_scene_architecture_route_architectur_d18f920a&quot;,&quot;repeat_count&quot;:1,&quot;source_digest&quot;:&quot;2e85dcc335a17fd02a68de203120a9f560472bca3ec1fa985af3596e829d9c19&quot;}"/>
          <p:cNvCxnSpPr/>
          <p:nvPr/>
        </p:nvCxnSpPr>
        <p:spPr>
          <a:xfrm flipV="1">
            <a:off x="3521422" y="2864723"/>
            <a:ext cx="183498" cy="69666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NNDV editable edge scene_object_model_scene_architecture_role_architecture_2864454f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4.777754900000001,&quot;endpoint_object_ids&quot;:[],&quot;endpoint_role_ids&quot;:[],&quot;kind&quot;:&quot;edge&quot;,&quot;object_id&quot;:&quot;scene_object_model_scene_architecture_role_architecture_2864454f&quot;,&quot;repeat_count&quot;:1,&quot;source_digest&quot;:&quot;2e85dcc335a17fd02a68de203120a9f560472bca3ec1fa985af3596e829d9c19&quot;}"/>
          <p:cNvCxnSpPr/>
          <p:nvPr/>
        </p:nvCxnSpPr>
        <p:spPr>
          <a:xfrm flipH="1">
            <a:off x="3710631" y="2570766"/>
            <a:ext cx="178203" cy="9427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NNDV editable edge scene_object_model_scene_architecture_role_architecture_2864454f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4.7504673,&quot;endpoint_object_ids&quot;:[],&quot;endpoint_role_ids&quot;:[],&quot;kind&quot;:&quot;edge&quot;,&quot;object_id&quot;:&quot;scene_object_model_scene_architecture_role_architecture_2864454f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3888834" y="2570766"/>
            <a:ext cx="250771" cy="9747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NNDV editable edge scene_object_model_scene_architecture_role_architecture_2864454f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4.5475694,&quot;endpoint_object_ids&quot;:[],&quot;endpoint_role_ids&quot;:[],&quot;kind&quot;:&quot;edge&quot;,&quot;object_id&quot;:&quot;scene_object_model_scene_architecture_role_architecture_2864454f&quot;,&quot;repeat_count&quot;:1,&quot;source_digest&quot;:&quot;2e85dcc335a17fd02a68de203120a9f560472bca3ec1fa985af3596e829d9c19&quot;}"/>
          <p:cNvCxnSpPr/>
          <p:nvPr/>
        </p:nvCxnSpPr>
        <p:spPr>
          <a:xfrm flipV="1">
            <a:off x="3710631" y="2665045"/>
            <a:ext cx="0" cy="2289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NNDV editable edge scene_object_model_scene_architecture_role_architecture_2864454f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4.4929942,&quot;endpoint_object_ids&quot;:[],&quot;endpoint_role_ids&quot;:[],&quot;kind&quot;:&quot;edge&quot;,&quot;object_id&quot;:&quot;scene_object_model_scene_architecture_role_architecture_2864454f&quot;,&quot;repeat_count&quot;:1,&quot;source_digest&quot;:&quot;2e85dcc335a17fd02a68de203120a9f560472bca3ec1fa985af3596e829d9c19&quot;}"/>
          <p:cNvCxnSpPr/>
          <p:nvPr/>
        </p:nvCxnSpPr>
        <p:spPr>
          <a:xfrm flipV="1">
            <a:off x="4139605" y="2668238"/>
            <a:ext cx="0" cy="2289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NNDV editable edge scene_object_model_scene_architecture_role_architecture_2864454f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4.290096250000001,&quot;endpoint_object_ids&quot;:[],&quot;endpoint_role_ids&quot;:[],&quot;kind&quot;:&quot;edge&quot;,&quot;object_id&quot;:&quot;scene_object_model_scene_architecture_role_architecture_2864454f&quot;,&quot;repeat_count&quot;:1,&quot;source_digest&quot;:&quot;2e85dcc335a17fd02a68de203120a9f560472bca3ec1fa985af3596e829d9c19&quot;}"/>
          <p:cNvCxnSpPr/>
          <p:nvPr/>
        </p:nvCxnSpPr>
        <p:spPr>
          <a:xfrm>
            <a:off x="3710631" y="2894010"/>
            <a:ext cx="250770" cy="9747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NNDV editable edge scene_object_model_scene_architecture_role_architecture_2864454f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4.26280865,&quot;endpoint_object_ids&quot;:[],&quot;endpoint_role_ids&quot;:[],&quot;kind&quot;:&quot;edge&quot;,&quot;object_id&quot;:&quot;scene_object_model_scene_architecture_role_architecture_2864454f&quot;,&quot;repeat_count&quot;:1,&quot;source_digest&quot;:&quot;2e85dcc335a17fd02a68de203120a9f560472bca3ec1fa985af3596e829d9c19&quot;}"/>
          <p:cNvCxnSpPr/>
          <p:nvPr/>
        </p:nvCxnSpPr>
        <p:spPr>
          <a:xfrm flipH="1">
            <a:off x="3961401" y="2897203"/>
            <a:ext cx="178204" cy="9427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NNDV editable edge scene_object_model_scene_architecture_role_architecture_2864454f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3.13916865,&quot;endpoint_object_ids&quot;:[],&quot;endpoint_role_ids&quot;:[],&quot;kind&quot;:&quot;edge&quot;,&quot;object_id&quot;:&quot;scene_object_model_scene_architecture_role_architecture_2864454f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3710631" y="2665045"/>
            <a:ext cx="250770" cy="9747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NNDV editable edge scene_object_model_scene_architecture_role_architecture_2864454f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3.111881050000001,&quot;endpoint_object_ids&quot;:[],&quot;endpoint_role_ids&quot;:[],&quot;kind&quot;:&quot;edge&quot;,&quot;object_id&quot;:&quot;scene_object_model_scene_architecture_role_architecture_2864454f&quot;,&quot;repeat_count&quot;:1,&quot;source_digest&quot;:&quot;2e85dcc335a17fd02a68de203120a9f560472bca3ec1fa985af3596e829d9c19&quot;}"/>
          <p:cNvCxnSpPr/>
          <p:nvPr/>
        </p:nvCxnSpPr>
        <p:spPr>
          <a:xfrm flipH="1">
            <a:off x="3961401" y="2668238"/>
            <a:ext cx="178204" cy="942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NNDV editable edge scene_object_model_scene_architecture_role_architecture_2864454f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2.8816955,&quot;endpoint_object_ids&quot;:[],&quot;endpoint_role_ids&quot;:[],&quot;kind&quot;:&quot;edge&quot;,&quot;object_id&quot;:&quot;scene_object_model_scene_architecture_role_architecture_2864454f&quot;,&quot;repeat_count&quot;:1,&quot;source_digest&quot;:&quot;2e85dcc335a17fd02a68de203120a9f560472bca3ec1fa985af3596e829d9c19&quot;}"/>
          <p:cNvCxnSpPr/>
          <p:nvPr/>
        </p:nvCxnSpPr>
        <p:spPr>
          <a:xfrm flipV="1">
            <a:off x="3961401" y="2762518"/>
            <a:ext cx="0" cy="2289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NNDV editable arrow scene_object_model_scene_architecture_route_architectur_9d01a632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decoder_level_6_node_fx__fab72a63&quot;,&quot;architecture_role_id&quot;:null,&quot;architecture_route_id&quot;:null,&quot;architecture_route_role&quot;:&quot;arrow&quot;,&quot;depth&quot;:12.729917409375,&quot;endpoint_object_ids&quot;:[&quot;scene_object_model_scene_architecture_role_architecture_2864454f&quot;,&quot;scene_object_model_scene_architecture_role_architecture_bec741de&quot;],&quot;endpoint_role_ids&quot;:[&quot;architecture_role_decoder_level_6_node_fx_cat_1_37_a682ee08_b7dae19e&quot;,&quot;architecture_role_decoder_level_7_node_fx_cat_2_45_33f41fce_5c9f5ae9&quot;],&quot;kind&quot;:&quot;arrow&quot;,&quot;object_id&quot;:&quot;scene_object_model_scene_architecture_route_architectur_9d01a632&quot;,&quot;repeat_count&quot;:1,&quot;source_digest&quot;:&quot;2e85dcc335a17fd02a68de203120a9f560472bca3ec1fa985af3596e829d9c19&quot;}"/>
          <p:cNvCxnSpPr/>
          <p:nvPr/>
        </p:nvCxnSpPr>
        <p:spPr>
          <a:xfrm flipV="1">
            <a:off x="4090266" y="2641792"/>
            <a:ext cx="201848" cy="7663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NNDV editable edge scene_object_model_scene_architecture_role_architecture_bec741de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10.82915705,&quot;endpoint_object_ids&quot;:[],&quot;endpoint_role_ids&quot;:[],&quot;kind&quot;:&quot;edge&quot;,&quot;object_id&quot;:&quot;scene_object_model_scene_architecture_role_architecture_bec741de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4501154" y="2332160"/>
            <a:ext cx="223620" cy="869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NNDV editable edge scene_object_model_scene_architecture_role_architecture_bec741de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10.73645885,&quot;endpoint_object_ids&quot;:[],&quot;endpoint_role_ids&quot;:[],&quot;kind&quot;:&quot;edge&quot;,&quot;object_id&quot;:&quot;scene_object_model_scene_architecture_role_architecture_bec741de&quot;,&quot;repeat_count&quot;:1,&quot;source_digest&quot;:&quot;2e85dcc335a17fd02a68de203120a9f560472bca3ec1fa985af3596e829d9c19&quot;}"/>
          <p:cNvCxnSpPr/>
          <p:nvPr/>
        </p:nvCxnSpPr>
        <p:spPr>
          <a:xfrm flipV="1">
            <a:off x="4724774" y="2419080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NNDV editable edge scene_object_model_scene_architecture_role_architecture_bec741de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10.661831,&quot;endpoint_object_ids&quot;:[],&quot;endpoint_role_ids&quot;:[],&quot;kind&quot;:&quot;edge&quot;,&quot;object_id&quot;:&quot;scene_object_model_scene_architecture_role_architecture_bec741de&quot;,&quot;repeat_count&quot;:1,&quot;source_digest&quot;:&quot;2e85dcc335a17fd02a68de203120a9f560472bca3ec1fa985af3596e829d9c19&quot;}"/>
          <p:cNvCxnSpPr/>
          <p:nvPr/>
        </p:nvCxnSpPr>
        <p:spPr>
          <a:xfrm flipH="1">
            <a:off x="4299850" y="2332160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NNDV editable edge scene_object_model_scene_architecture_role_architecture_bec741de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10.476434600000001,&quot;endpoint_object_ids&quot;:[],&quot;endpoint_role_ids&quot;:[],&quot;kind&quot;:&quot;edge&quot;,&quot;object_id&quot;:&quot;scene_object_model_scene_architecture_role_architecture_bec741de&quot;,&quot;repeat_count&quot;:1,&quot;source_digest&quot;:&quot;2e85dcc335a17fd02a68de203120a9f560472bca3ec1fa985af3596e829d9c19&quot;}"/>
          <p:cNvCxnSpPr/>
          <p:nvPr/>
        </p:nvCxnSpPr>
        <p:spPr>
          <a:xfrm flipH="1">
            <a:off x="4523471" y="2677725"/>
            <a:ext cx="201303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NNDV editable edge scene_object_model_scene_architecture_role_architecture_bec741de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10.40180675,&quot;endpoint_object_ids&quot;:[],&quot;endpoint_role_ids&quot;:[],&quot;kind&quot;:&quot;edge&quot;,&quot;object_id&quot;:&quot;scene_object_model_scene_architecture_role_architecture_bec741de&quot;,&quot;repeat_count&quot;:1,&quot;source_digest&quot;:&quot;2e85dcc335a17fd02a68de203120a9f560472bca3ec1fa985af3596e829d9c19&quot;}"/>
          <p:cNvCxnSpPr/>
          <p:nvPr/>
        </p:nvCxnSpPr>
        <p:spPr>
          <a:xfrm flipV="1">
            <a:off x="4299850" y="2438661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NNDV editable edge scene_object_model_scene_architecture_role_architecture_bec741de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10.309108550000001,&quot;endpoint_object_ids&quot;:[],&quot;endpoint_role_ids&quot;:[],&quot;kind&quot;:&quot;edge&quot;,&quot;object_id&quot;:&quot;scene_object_model_scene_architecture_role_architecture_bec741de&quot;,&quot;repeat_count&quot;:1,&quot;source_digest&quot;:&quot;2e85dcc335a17fd02a68de203120a9f560472bca3ec1fa985af3596e829d9c19&quot;}"/>
          <p:cNvCxnSpPr/>
          <p:nvPr/>
        </p:nvCxnSpPr>
        <p:spPr>
          <a:xfrm>
            <a:off x="4299850" y="2697306"/>
            <a:ext cx="223621" cy="869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NNDV editable edge scene_object_model_scene_architecture_role_architecture_bec741de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9.17631315,&quot;endpoint_object_ids&quot;:[],&quot;endpoint_role_ids&quot;:[],&quot;kind&quot;:&quot;edge&quot;,&quot;object_id&quot;:&quot;scene_object_model_scene_architecture_role_architecture_bec741de&quot;,&quot;repeat_count&quot;:1,&quot;source_digest&quot;:&quot;2e85dcc335a17fd02a68de203120a9f560472bca3ec1fa985af3596e829d9c19&quot;}"/>
          <p:cNvCxnSpPr/>
          <p:nvPr/>
        </p:nvCxnSpPr>
        <p:spPr>
          <a:xfrm flipH="1">
            <a:off x="4523471" y="2419080"/>
            <a:ext cx="201303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NNDV editable edge scene_object_model_scene_architecture_role_architecture_bec741de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9.0089871,&quot;endpoint_object_ids&quot;:[],&quot;endpoint_role_ids&quot;:[],&quot;kind&quot;:&quot;edge&quot;,&quot;object_id&quot;:&quot;scene_object_model_scene_architecture_role_architecture_bec741de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4299850" y="2438661"/>
            <a:ext cx="223621" cy="869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NNDV editable edge scene_object_model_scene_architecture_role_architecture_bec741de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8.916288900000001,&quot;endpoint_object_ids&quot;:[],&quot;endpoint_role_ids&quot;:[],&quot;kind&quot;:&quot;edge&quot;,&quot;object_id&quot;:&quot;scene_object_model_scene_architecture_role_architecture_bec741de&quot;,&quot;repeat_count&quot;:1,&quot;source_digest&quot;:&quot;2e85dcc335a17fd02a68de203120a9f560472bca3ec1fa985af3596e829d9c19&quot;}"/>
          <p:cNvCxnSpPr/>
          <p:nvPr/>
        </p:nvCxnSpPr>
        <p:spPr>
          <a:xfrm flipV="1">
            <a:off x="4523471" y="2525581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NNDV editable arrow scene_object_model_scene_architecture_route_architectur_edfb4573 000" descr="{&quot;architecture_direction&quot;:&quot;source-to-target&quot;,&quot;architecture_evidence_digest&quot;:&quot;0af4a6624515d5676bca612b9efb2fe769b878ec37fa62ebfe7b02a4b18822ae&quot;,&quot;architecture_role&quot;:&quot;arrow&quot;,&quot;architecture_role_graph_digest&quot;:&quot;9c24a2ebe35c117a15e5b45d30ef6f9c92b0885b2bc4280cbc01a68788eb5130&quot;,&quot;architecture_role_graph_edge_id&quot;:&quot;architecture_role_flow_architecture_role_decoder_level_7_node_fx__291e110a&quot;,&quot;architecture_role_id&quot;:null,&quot;architecture_route_id&quot;:null,&quot;architecture_route_role&quot;:&quot;arrow&quot;,&quot;depth&quot;:8.411104325,&quot;endpoint_object_ids&quot;:[&quot;scene_object_model_scene_architecture_role_architecture_bec741de&quot;,&quot;scene_object_model_scene_architecture_role_architecture_71fc661f&quot;],&quot;endpoint_role_ids&quot;:[&quot;architecture_role_decoder_level_7_node_fx_cat_2_45_33f41fce_5c9f5ae9&quot;,&quot;architecture_role_output_head_8_module_segmentation_head_e43_3bc6a70a&quot;],&quot;kind&quot;:&quot;arrow&quot;,&quot;object_id&quot;:&quot;scene_object_model_scene_architecture_route_architectur_edfb4573&quot;,&quot;repeat_count&quot;:1,&quot;source_digest&quot;:&quot;2e85dcc335a17fd02a68de203120a9f560472bca3ec1fa985af3596e829d9c19&quot;}"/>
          <p:cNvCxnSpPr/>
          <p:nvPr/>
        </p:nvCxnSpPr>
        <p:spPr>
          <a:xfrm>
            <a:off x="4634289" y="2559548"/>
            <a:ext cx="261378" cy="290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NNDV editable edge scene_object_model_scene_architecture_role_architecture_71fc661f 000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6.2753095,&quot;endpoint_object_ids&quot;:[],&quot;endpoint_role_ids&quot;:[],&quot;kind&quot;:&quot;edge&quot;,&quot;object_id&quot;:&quot;scene_object_model_scene_architecture_role_architecture_71fc661f&quot;,&quot;repeat_count&quot;:1,&quot;source_digest&quot;:&quot;2e85dcc335a17fd02a68de203120a9f560472bca3ec1fa985af3596e829d9c19&quot;}"/>
          <p:cNvCxnSpPr/>
          <p:nvPr/>
        </p:nvCxnSpPr>
        <p:spPr>
          <a:xfrm flipV="1">
            <a:off x="5237011" y="2407637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NNDV editable edge scene_object_model_scene_architecture_role_architecture_71fc661f 000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6.06661145,&quot;endpoint_object_ids&quot;:[],&quot;endpoint_role_ids&quot;:[],&quot;kind&quot;:&quot;edge&quot;,&quot;object_id&quot;:&quot;scene_object_model_scene_architecture_role_architecture_71fc661f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5104131" y="2355988"/>
            <a:ext cx="132880" cy="516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NNDV editable edge scene_object_model_scene_architecture_role_architecture_71fc661f 000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6.015285199999999,&quot;endpoint_object_ids&quot;:[],&quot;endpoint_role_ids&quot;:[],&quot;kind&quot;:&quot;edge&quot;,&quot;object_id&quot;:&quot;scene_object_model_scene_architecture_role_architecture_71fc661f&quot;,&quot;repeat_count&quot;:1,&quot;source_digest&quot;:&quot;2e85dcc335a17fd02a68de203120a9f560472bca3ec1fa985af3596e829d9c19&quot;}"/>
          <p:cNvCxnSpPr/>
          <p:nvPr/>
        </p:nvCxnSpPr>
        <p:spPr>
          <a:xfrm flipH="1">
            <a:off x="5035707" y="2666282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NNDV editable edge scene_object_model_scene_architecture_role_architecture_71fc661f 000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5.59788915,&quot;endpoint_object_ids&quot;:[],&quot;endpoint_role_ids&quot;:[],&quot;kind&quot;:&quot;edge&quot;,&quot;object_id&quot;:&quot;scene_object_model_scene_architecture_role_architecture_71fc661f&quot;,&quot;repeat_count&quot;:1,&quot;source_digest&quot;:&quot;2e85dcc335a17fd02a68de203120a9f560472bca3ec1fa985af3596e829d9c19&quot;}"/>
          <p:cNvCxnSpPr/>
          <p:nvPr/>
        </p:nvCxnSpPr>
        <p:spPr>
          <a:xfrm flipH="1">
            <a:off x="4902828" y="2355988"/>
            <a:ext cx="201303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NNDV editable edge scene_object_model_scene_architecture_role_architecture_71fc661f 000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5.5465629,&quot;endpoint_object_ids&quot;:[],&quot;endpoint_role_ids&quot;:[],&quot;kind&quot;:&quot;edge&quot;,&quot;object_id&quot;:&quot;scene_object_model_scene_architecture_role_architecture_71fc661f&quot;,&quot;repeat_count&quot;:1,&quot;source_digest&quot;:&quot;2e85dcc335a17fd02a68de203120a9f560472bca3ec1fa985af3596e829d9c19&quot;}"/>
          <p:cNvCxnSpPr/>
          <p:nvPr/>
        </p:nvCxnSpPr>
        <p:spPr>
          <a:xfrm>
            <a:off x="4902828" y="2721134"/>
            <a:ext cx="132879" cy="516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NNDV editable edge scene_object_model_scene_architecture_role_architecture_71fc661f 000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5.3378649,&quot;endpoint_object_ids&quot;:[],&quot;endpoint_role_ids&quot;:[],&quot;kind&quot;:&quot;edge&quot;,&quot;object_id&quot;:&quot;scene_object_model_scene_architecture_role_architecture_71fc661f&quot;,&quot;repeat_count&quot;:1,&quot;source_digest&quot;:&quot;2e85dcc335a17fd02a68de203120a9f560472bca3ec1fa985af3596e829d9c19&quot;}"/>
          <p:cNvCxnSpPr/>
          <p:nvPr/>
        </p:nvCxnSpPr>
        <p:spPr>
          <a:xfrm flipV="1">
            <a:off x="4902828" y="2462489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NNDV editable edge scene_object_model_scene_architecture_role_architecture_71fc661f 000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4.7151638,&quot;endpoint_object_ids&quot;:[],&quot;endpoint_role_ids&quot;:[],&quot;kind&quot;:&quot;edge&quot;,&quot;object_id&quot;:&quot;scene_object_model_scene_architecture_role_architecture_71fc661f&quot;,&quot;repeat_count&quot;:1,&quot;source_digest&quot;:&quot;2e85dcc335a17fd02a68de203120a9f560472bca3ec1fa985af3596e829d9c19&quot;}"/>
          <p:cNvCxnSpPr/>
          <p:nvPr/>
        </p:nvCxnSpPr>
        <p:spPr>
          <a:xfrm flipH="1">
            <a:off x="5035707" y="2407637"/>
            <a:ext cx="201304" cy="1065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NNDV editable edge scene_object_model_scene_architecture_role_architecture_71fc661f 000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4.4551395,&quot;endpoint_object_ids&quot;:[],&quot;endpoint_role_ids&quot;:[],&quot;kind&quot;:&quot;edge&quot;,&quot;object_id&quot;:&quot;scene_object_model_scene_architecture_role_architecture_71fc661f&quot;,&quot;repeat_count&quot;:1,&quot;source_digest&quot;:&quot;2e85dcc335a17fd02a68de203120a9f560472bca3ec1fa985af3596e829d9c19&quot;}"/>
          <p:cNvCxnSpPr/>
          <p:nvPr/>
        </p:nvCxnSpPr>
        <p:spPr>
          <a:xfrm flipV="1">
            <a:off x="5035707" y="2514138"/>
            <a:ext cx="0" cy="2586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NNDV editable edge scene_object_model_scene_architecture_role_architecture_71fc661f 000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4.2464415,&quot;endpoint_object_ids&quot;:[],&quot;endpoint_role_ids&quot;:[],&quot;kind&quot;:&quot;edge&quot;,&quot;object_id&quot;:&quot;scene_object_model_scene_architecture_role_architecture_71fc661f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4902828" y="2462489"/>
            <a:ext cx="132879" cy="516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NNDV editable leader scene_object_model_scene_architecture_role_architecture_bf824d7e 000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30.1484871,&quot;endpoint_object_ids&quot;:[],&quot;endpoint_role_ids&quot;:[],&quot;kind&quot;:&quot;leader&quot;,&quot;object_id&quot;:&quot;scene_object_model_scene_architecture_role_architecture_bf824d7e&quot;,&quot;repeat_count&quot;:1,&quot;source_digest&quot;:&quot;2e85dcc335a17fd02a68de203120a9f560472bca3ec1fa985af3596e829d9c19&quot;}"/>
          <p:cNvCxnSpPr/>
          <p:nvPr/>
        </p:nvCxnSpPr>
        <p:spPr>
          <a:xfrm>
            <a:off x="1405644" y="877631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NNDV editable label scene_object_model_scene_architecture_role_architecture_bf824d7e 0137" descr="{&quot;architecture_direction&quot;:null,&quot;architecture_evidence_digest&quot;:&quot;0af4a6624515d5676bca612b9efb2fe769b878ec37fa62ebfe7b02a4b18822ae&quot;,&quot;architecture_role&quot;:&quot;input&quot;,&quot;architecture_role_graph_digest&quot;:&quot;9c24a2ebe35c117a15e5b45d30ef6f9c92b0885b2bc4280cbc01a68788eb5130&quot;,&quot;architecture_role_graph_edge_id&quot;:null,&quot;architecture_role_id&quot;:&quot;architecture_role_input_0_node_fx_image_0_a96ed448_7702b4c9&quot;,&quot;architecture_route_id&quot;:null,&quot;architecture_route_role&quot;:null,&quot;depth&quot;:30.1484871,&quot;endpoint_object_ids&quot;:[],&quot;endpoint_role_ids&quot;:[],&quot;kind&quot;:&quot;label&quot;,&quot;object_id&quot;:&quot;scene_object_model_scene_architecture_role_architecture_bf824d7e&quot;,&quot;repeat_count&quot;:1,&quot;source_digest&quot;:&quot;2e85dcc335a17fd02a68de203120a9f560472bca3ec1fa985af3596e829d9c19&quot;}"/>
          <p:cNvSpPr txBox="1"/>
          <p:nvPr/>
        </p:nvSpPr>
        <p:spPr>
          <a:xfrm>
            <a:off x="1102495" y="766506"/>
            <a:ext cx="60629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Image input</a:t>
            </a:r>
          </a:p>
        </p:txBody>
      </p:sp>
      <p:cxnSp>
        <p:nvCxnSpPr>
          <p:cNvPr id="141" name="NNDV editable leader scene_object_model_scene_architecture_role_architecture_71fc661f 000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5.8065872,&quot;endpoint_object_ids&quot;:[],&quot;endpoint_role_ids&quot;:[],&quot;kind&quot;:&quot;leader&quot;,&quot;object_id&quot;:&quot;scene_object_model_scene_architecture_role_architecture_71fc661f&quot;,&quot;repeat_count&quot;:1,&quot;source_digest&quot;:&quot;2e85dcc335a17fd02a68de203120a9f560472bca3ec1fa985af3596e829d9c19&quot;}"/>
          <p:cNvCxnSpPr/>
          <p:nvPr/>
        </p:nvCxnSpPr>
        <p:spPr>
          <a:xfrm>
            <a:off x="5069919" y="2300188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NNDV editable label scene_object_model_scene_architecture_role_architecture_71fc661f 0139" descr="{&quot;architecture_direction&quot;:null,&quot;architecture_evidence_digest&quot;:&quot;0af4a6624515d5676bca612b9efb2fe769b878ec37fa62ebfe7b02a4b18822ae&quot;,&quot;architecture_role&quot;:&quot;output-head&quot;,&quot;architecture_role_graph_digest&quot;:&quot;9c24a2ebe35c117a15e5b45d30ef6f9c92b0885b2bc4280cbc01a68788eb5130&quot;,&quot;architecture_role_graph_edge_id&quot;:null,&quot;architecture_role_id&quot;:&quot;architecture_role_output_head_8_module_segmentation_head_e43_3bc6a70a&quot;,&quot;architecture_route_id&quot;:null,&quot;architecture_route_role&quot;:null,&quot;depth&quot;:5.8065872,&quot;endpoint_object_ids&quot;:[],&quot;endpoint_role_ids&quot;:[],&quot;kind&quot;:&quot;label&quot;,&quot;object_id&quot;:&quot;scene_object_model_scene_architecture_role_architecture_71fc661f&quot;,&quot;repeat_count&quot;:1,&quot;source_digest&quot;:&quot;2e85dcc335a17fd02a68de203120a9f560472bca3ec1fa985af3596e829d9c19&quot;}"/>
          <p:cNvSpPr txBox="1"/>
          <p:nvPr/>
        </p:nvSpPr>
        <p:spPr>
          <a:xfrm>
            <a:off x="4601416" y="2189063"/>
            <a:ext cx="93700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Segmentation head</a:t>
            </a:r>
          </a:p>
        </p:txBody>
      </p:sp>
      <p:cxnSp>
        <p:nvCxnSpPr>
          <p:cNvPr id="143" name="NNDV editable leader scene_object_model_scene_architecture_role_architecture_21750935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7.5026284,&quot;endpoint_object_ids&quot;:[],&quot;endpoint_role_ids&quot;:[],&quot;kind&quot;:&quot;leader&quot;,&quot;object_id&quot;:&quot;scene_object_model_scene_architecture_role_architecture_21750935&quot;,&quot;repeat_count&quot;:1,&quot;source_digest&quot;:&quot;2e85dcc335a17fd02a68de203120a9f560472bca3ec1fa985af3596e829d9c19&quot;}"/>
          <p:cNvCxnSpPr/>
          <p:nvPr/>
        </p:nvCxnSpPr>
        <p:spPr>
          <a:xfrm>
            <a:off x="1716032" y="1567389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NNDV editable label scene_object_model_scene_architecture_role_architecture_21750935 0141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1_module_encoder1_5_8ba19639_01a447ee&quot;,&quot;architecture_route_id&quot;:null,&quot;architecture_route_role&quot;:null,&quot;depth&quot;:27.5026284,&quot;endpoint_object_ids&quot;:[],&quot;endpoint_role_ids&quot;:[],&quot;kind&quot;:&quot;label&quot;,&quot;object_id&quot;:&quot;scene_object_model_scene_architecture_role_architecture_21750935&quot;,&quot;repeat_count&quot;:1,&quot;source_digest&quot;:&quot;2e85dcc335a17fd02a68de203120a9f560472bca3ec1fa985af3596e829d9c19&quot;}"/>
          <p:cNvSpPr txBox="1"/>
          <p:nvPr/>
        </p:nvSpPr>
        <p:spPr>
          <a:xfrm>
            <a:off x="889262" y="1511826"/>
            <a:ext cx="82676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Encoder level 1</a:t>
            </a:r>
          </a:p>
        </p:txBody>
      </p:sp>
      <p:cxnSp>
        <p:nvCxnSpPr>
          <p:cNvPr id="145" name="NNDV editable leader scene_object_model_scene_architecture_role_architecture_f516a4cf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5.1037165,&quot;endpoint_object_ids&quot;:[],&quot;endpoint_role_ids&quot;:[],&quot;kind&quot;:&quot;leader&quot;,&quot;object_id&quot;:&quot;scene_object_model_scene_architecture_role_architecture_f516a4cf&quot;,&quot;repeat_count&quot;:1,&quot;source_digest&quot;:&quot;2e85dcc335a17fd02a68de203120a9f560472bca3ec1fa985af3596e829d9c19&quot;}"/>
          <p:cNvCxnSpPr/>
          <p:nvPr/>
        </p:nvCxnSpPr>
        <p:spPr>
          <a:xfrm>
            <a:off x="2083101" y="2161871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NNDV editable label scene_object_model_scene_architecture_role_architecture_f516a4cf 0143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2_module_encoder2_5_17c26924_6a5921cb&quot;,&quot;architecture_route_id&quot;:null,&quot;architecture_route_role&quot;:null,&quot;depth&quot;:25.1037165,&quot;endpoint_object_ids&quot;:[],&quot;endpoint_role_ids&quot;:[],&quot;kind&quot;:&quot;label&quot;,&quot;object_id&quot;:&quot;scene_object_model_scene_architecture_role_architecture_f516a4cf&quot;,&quot;repeat_count&quot;:1,&quot;source_digest&quot;:&quot;2e85dcc335a17fd02a68de203120a9f560472bca3ec1fa985af3596e829d9c19&quot;}"/>
          <p:cNvSpPr txBox="1"/>
          <p:nvPr/>
        </p:nvSpPr>
        <p:spPr>
          <a:xfrm>
            <a:off x="1256331" y="2106309"/>
            <a:ext cx="82676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Encoder level 2</a:t>
            </a:r>
          </a:p>
        </p:txBody>
      </p:sp>
      <p:cxnSp>
        <p:nvCxnSpPr>
          <p:cNvPr id="147" name="NNDV editable leader scene_object_model_scene_architecture_role_architecture_6998430e 000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2.7048046,&quot;endpoint_object_ids&quot;:[],&quot;endpoint_role_ids&quot;:[],&quot;kind&quot;:&quot;leader&quot;,&quot;object_id&quot;:&quot;scene_object_model_scene_architecture_role_architecture_6998430e&quot;,&quot;repeat_count&quot;:1,&quot;source_digest&quot;:&quot;2e85dcc335a17fd02a68de203120a9f560472bca3ec1fa985af3596e829d9c19&quot;}"/>
          <p:cNvCxnSpPr/>
          <p:nvPr/>
        </p:nvCxnSpPr>
        <p:spPr>
          <a:xfrm>
            <a:off x="2449631" y="2756354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NNDV editable label scene_object_model_scene_architecture_role_architecture_6998430e 0145" descr="{&quot;architecture_direction&quot;:null,&quot;architecture_evidence_digest&quot;:&quot;0af4a6624515d5676bca612b9efb2fe769b878ec37fa62ebfe7b02a4b18822ae&quot;,&quot;architecture_role&quot;:&quot;encoder-level&quot;,&quot;architecture_role_graph_digest&quot;:&quot;9c24a2ebe35c117a15e5b45d30ef6f9c92b0885b2bc4280cbc01a68788eb5130&quot;,&quot;architecture_role_graph_edge_id&quot;:null,&quot;architecture_role_id&quot;:&quot;architecture_role_encoder_level_3_module_encoder3_5_b4081b1c_45dcb163&quot;,&quot;architecture_route_id&quot;:null,&quot;architecture_route_role&quot;:null,&quot;depth&quot;:22.7048046,&quot;endpoint_object_ids&quot;:[],&quot;endpoint_role_ids&quot;:[],&quot;kind&quot;:&quot;label&quot;,&quot;object_id&quot;:&quot;scene_object_model_scene_architecture_role_architecture_6998430e&quot;,&quot;repeat_count&quot;:1,&quot;source_digest&quot;:&quot;2e85dcc335a17fd02a68de203120a9f560472bca3ec1fa985af3596e829d9c19&quot;}"/>
          <p:cNvSpPr txBox="1"/>
          <p:nvPr/>
        </p:nvSpPr>
        <p:spPr>
          <a:xfrm>
            <a:off x="1622861" y="2700791"/>
            <a:ext cx="82677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Encoder level 3</a:t>
            </a:r>
          </a:p>
        </p:txBody>
      </p:sp>
      <p:cxnSp>
        <p:nvCxnSpPr>
          <p:cNvPr id="149" name="NNDV editable leader scene_object_model_scene_architecture_role_architecture_16ef34d4 000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1.0467332,&quot;endpoint_object_ids&quot;:[],&quot;endpoint_role_ids&quot;:[],&quot;kind&quot;:&quot;leader&quot;,&quot;object_id&quot;:&quot;scene_object_model_scene_architecture_role_architecture_16ef34d4&quot;,&quot;repeat_count&quot;:1,&quot;source_digest&quot;:&quot;2e85dcc335a17fd02a68de203120a9f560472bca3ec1fa985af3596e829d9c19&quot;}"/>
          <p:cNvCxnSpPr/>
          <p:nvPr/>
        </p:nvCxnSpPr>
        <p:spPr>
          <a:xfrm flipV="1">
            <a:off x="2855422" y="3520439"/>
            <a:ext cx="0" cy="432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NNDV editable label scene_object_model_scene_architecture_role_architecture_16ef34d4 0147" descr="{&quot;architecture_direction&quot;:null,&quot;architecture_evidence_digest&quot;:&quot;0af4a6624515d5676bca612b9efb2fe769b878ec37fa62ebfe7b02a4b18822ae&quot;,&quot;architecture_role&quot;:&quot;bottleneck&quot;,&quot;architecture_role_graph_digest&quot;:&quot;9c24a2ebe35c117a15e5b45d30ef6f9c92b0885b2bc4280cbc01a68788eb5130&quot;,&quot;architecture_role_graph_edge_id&quot;:null,&quot;architecture_role_id&quot;:&quot;architecture_role_bottleneck_4_module_bottleneck_2_485ca928__fd91f8a6&quot;,&quot;architecture_route_id&quot;:null,&quot;architecture_route_role&quot;:null,&quot;depth&quot;:21.0467332,&quot;endpoint_object_ids&quot;:[],&quot;endpoint_role_ids&quot;:[],&quot;kind&quot;:&quot;label&quot;,&quot;object_id&quot;:&quot;scene_object_model_scene_architecture_role_architecture_16ef34d4&quot;,&quot;repeat_count&quot;:1,&quot;source_digest&quot;:&quot;2e85dcc335a17fd02a68de203120a9f560472bca3ec1fa985af3596e829d9c19&quot;}"/>
          <p:cNvSpPr txBox="1"/>
          <p:nvPr/>
        </p:nvSpPr>
        <p:spPr>
          <a:xfrm>
            <a:off x="2579832" y="3563640"/>
            <a:ext cx="55117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Bottleneck</a:t>
            </a:r>
          </a:p>
        </p:txBody>
      </p:sp>
      <p:cxnSp>
        <p:nvCxnSpPr>
          <p:cNvPr id="151" name="NNDV editable leader scene_object_model_scene_architecture_role_architecture_d5bb53f2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8.4714307,&quot;endpoint_object_ids&quot;:[],&quot;endpoint_role_ids&quot;:[],&quot;kind&quot;:&quot;leader&quot;,&quot;object_id&quot;:&quot;scene_object_model_scene_architecture_role_architecture_d5bb53f2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3567384" y="3211829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NNDV editable label scene_object_model_scene_architecture_role_architecture_d5bb53f2 0149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5_node_fx_cat_29_2b5dd4a7_a3089f9b&quot;,&quot;architecture_route_id&quot;:null,&quot;architecture_route_role&quot;:null,&quot;depth&quot;:18.4714307,&quot;endpoint_object_ids&quot;:[],&quot;endpoint_role_ids&quot;:[],&quot;kind&quot;:&quot;label&quot;,&quot;object_id&quot;:&quot;scene_object_model_scene_architecture_role_architecture_d5bb53f2&quot;,&quot;repeat_count&quot;:1,&quot;source_digest&quot;:&quot;2e85dcc335a17fd02a68de203120a9f560472bca3ec1fa985af3596e829d9c19&quot;}"/>
          <p:cNvSpPr txBox="1"/>
          <p:nvPr/>
        </p:nvSpPr>
        <p:spPr>
          <a:xfrm>
            <a:off x="3610584" y="3255029"/>
            <a:ext cx="82677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Decoder level 1</a:t>
            </a:r>
          </a:p>
        </p:txBody>
      </p:sp>
      <p:cxnSp>
        <p:nvCxnSpPr>
          <p:cNvPr id="153" name="NNDV editable leader scene_object_model_scene_architecture_role_architecture_2864454f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4.5202818,&quot;endpoint_object_ids&quot;:[],&quot;endpoint_role_ids&quot;:[],&quot;kind&quot;:&quot;leader&quot;,&quot;object_id&quot;:&quot;scene_object_model_scene_architecture_role_architecture_2864454f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4152205" y="3004082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NNDV editable label scene_object_model_scene_architecture_role_architecture_2864454f 0151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6_node_fx_cat_1_37_a682ee08_b7dae19e&quot;,&quot;architecture_route_id&quot;:null,&quot;architecture_route_role&quot;:null,&quot;depth&quot;:14.5202818,&quot;endpoint_object_ids&quot;:[],&quot;endpoint_role_ids&quot;:[],&quot;kind&quot;:&quot;label&quot;,&quot;object_id&quot;:&quot;scene_object_model_scene_architecture_role_architecture_2864454f&quot;,&quot;repeat_count&quot;:1,&quot;source_digest&quot;:&quot;2e85dcc335a17fd02a68de203120a9f560472bca3ec1fa985af3596e829d9c19&quot;}"/>
          <p:cNvSpPr txBox="1"/>
          <p:nvPr/>
        </p:nvSpPr>
        <p:spPr>
          <a:xfrm>
            <a:off x="4195405" y="3047282"/>
            <a:ext cx="82676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Decoder level 2</a:t>
            </a:r>
          </a:p>
        </p:txBody>
      </p:sp>
      <p:cxnSp>
        <p:nvCxnSpPr>
          <p:cNvPr id="155" name="NNDV editable leader scene_object_model_scene_architecture_role_architecture_bec741de 000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10.5691328,&quot;endpoint_object_ids&quot;:[],&quot;endpoint_role_ids&quot;:[],&quot;kind&quot;:&quot;leader&quot;,&quot;object_id&quot;:&quot;scene_object_model_scene_architecture_role_architecture_bec741de&quot;,&quot;repeat_count&quot;:1,&quot;source_digest&quot;:&quot;2e85dcc335a17fd02a68de203120a9f560472bca3ec1fa985af3596e829d9c19&quot;}"/>
          <p:cNvCxnSpPr/>
          <p:nvPr/>
        </p:nvCxnSpPr>
        <p:spPr>
          <a:xfrm flipH="1" flipV="1">
            <a:off x="4737374" y="2796826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NNDV editable label scene_object_model_scene_architecture_role_architecture_bec741de 0153" descr="{&quot;architecture_direction&quot;:null,&quot;architecture_evidence_digest&quot;:&quot;0af4a6624515d5676bca612b9efb2fe769b878ec37fa62ebfe7b02a4b18822ae&quot;,&quot;architecture_role&quot;:&quot;decoder-level&quot;,&quot;architecture_role_graph_digest&quot;:&quot;9c24a2ebe35c117a15e5b45d30ef6f9c92b0885b2bc4280cbc01a68788eb5130&quot;,&quot;architecture_role_graph_edge_id&quot;:null,&quot;architecture_role_id&quot;:&quot;architecture_role_decoder_level_7_node_fx_cat_2_45_33f41fce_5c9f5ae9&quot;,&quot;architecture_route_id&quot;:null,&quot;architecture_route_role&quot;:null,&quot;depth&quot;:10.5691328,&quot;endpoint_object_ids&quot;:[],&quot;endpoint_role_ids&quot;:[],&quot;kind&quot;:&quot;label&quot;,&quot;object_id&quot;:&quot;scene_object_model_scene_architecture_role_architecture_bec741de&quot;,&quot;repeat_count&quot;:1,&quot;source_digest&quot;:&quot;2e85dcc335a17fd02a68de203120a9f560472bca3ec1fa985af3596e829d9c19&quot;}"/>
          <p:cNvSpPr txBox="1"/>
          <p:nvPr/>
        </p:nvSpPr>
        <p:spPr>
          <a:xfrm>
            <a:off x="4780574" y="2840026"/>
            <a:ext cx="82677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Decoder level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scene_multiscaleunet___module___architecture_evi_6f7442aa</dc:title>
  <dc:subject>Editable deterministic CPU projection of Scene IR 1.0</dc:subject>
  <dc:creator/>
  <cp:keywords/>
  <dc:description>NN_DaVinci 0.7.3;nndv-scene-export-1;camera=scene_camera_multiscaleunet___module___architecture_evi_77d891cf;digest=2e85dcc335a17fd02a68de203120a9f560472bca3ec1fa985af3596e829d9c19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