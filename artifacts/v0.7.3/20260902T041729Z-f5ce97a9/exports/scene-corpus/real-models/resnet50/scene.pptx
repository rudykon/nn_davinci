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80000" cy="432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NDV Scene background"/>
          <p:cNvSpPr/>
          <p:nvPr/>
        </p:nvSpPr>
        <p:spPr>
          <a:xfrm>
            <a:off x="0" y="0"/>
            <a:ext cx="6480000" cy="432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NNDV editable face scene_object_model_scene_architecture_role_architecture_02962b37 0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1.05713975,&quot;endpoint_object_ids&quot;:[],&quot;endpoint_role_ids&quot;:[],&quot;kind&quot;:&quot;face&quot;,&quot;object_id&quot;:&quot;scene_object_model_scene_architecture_role_architecture_02962b37&quot;,&quot;repeat_count&quot;:1,&quot;source_digest&quot;:&quot;de71c5316b764e90ddf9df57739d6ffa4c54407a1185f3be623e1782d09ae86d&quot;}"/>
          <p:cNvSpPr/>
          <p:nvPr/>
        </p:nvSpPr>
        <p:spPr>
          <a:xfrm>
            <a:off x="1114560" y="1379325"/>
            <a:ext cx="462553" cy="205664"/>
          </a:xfrm>
          <a:custGeom>
            <a:avLst/>
            <a:gdLst/>
            <a:ahLst/>
            <a:cxnLst/>
            <a:rect l="l" t="t" r="r" b="b"/>
            <a:pathLst>
              <a:path w="462553" h="205664">
                <a:moveTo>
                  <a:pt x="184332" y="0"/>
                </a:moveTo>
                <a:lnTo>
                  <a:pt x="0" y="97522"/>
                </a:lnTo>
                <a:lnTo>
                  <a:pt x="278221" y="205664"/>
                </a:lnTo>
                <a:lnTo>
                  <a:pt x="462553" y="108143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NNDV editable face scene_object_model_scene_architecture_role_architecture_02962b37 0001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0.856151,&quot;endpoint_object_ids&quot;:[],&quot;endpoint_role_ids&quot;:[],&quot;kind&quot;:&quot;face&quot;,&quot;object_id&quot;:&quot;scene_object_model_scene_architecture_role_architecture_02962b37&quot;,&quot;repeat_count&quot;:1,&quot;source_digest&quot;:&quot;de71c5316b764e90ddf9df57739d6ffa4c54407a1185f3be623e1782d09ae86d&quot;}"/>
          <p:cNvSpPr/>
          <p:nvPr/>
        </p:nvSpPr>
        <p:spPr>
          <a:xfrm>
            <a:off x="1114560" y="1476847"/>
            <a:ext cx="278221" cy="344981"/>
          </a:xfrm>
          <a:custGeom>
            <a:avLst/>
            <a:gdLst/>
            <a:ahLst/>
            <a:cxnLst/>
            <a:rect l="l" t="t" r="r" b="b"/>
            <a:pathLst>
              <a:path w="278221" h="344981">
                <a:moveTo>
                  <a:pt x="0" y="236839"/>
                </a:moveTo>
                <a:lnTo>
                  <a:pt x="278221" y="344981"/>
                </a:lnTo>
                <a:lnTo>
                  <a:pt x="278221" y="108142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NNDV editable face scene_object_model_scene_architecture_role_architecture_02962b37 0002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0.77953885,&quot;endpoint_object_ids&quot;:[],&quot;endpoint_role_ids&quot;:[],&quot;kind&quot;:&quot;face&quot;,&quot;object_id&quot;:&quot;scene_object_model_scene_architecture_role_architecture_02962b37&quot;,&quot;repeat_count&quot;:1,&quot;source_digest&quot;:&quot;de71c5316b764e90ddf9df57739d6ffa4c54407a1185f3be623e1782d09ae86d&quot;}"/>
          <p:cNvSpPr/>
          <p:nvPr/>
        </p:nvSpPr>
        <p:spPr>
          <a:xfrm>
            <a:off x="1392781" y="1487468"/>
            <a:ext cx="184332" cy="334360"/>
          </a:xfrm>
          <a:custGeom>
            <a:avLst/>
            <a:gdLst/>
            <a:ahLst/>
            <a:cxnLst/>
            <a:rect l="l" t="t" r="r" b="b"/>
            <a:pathLst>
              <a:path w="184332" h="334360">
                <a:moveTo>
                  <a:pt x="184332" y="236838"/>
                </a:moveTo>
                <a:lnTo>
                  <a:pt x="184332" y="0"/>
                </a:lnTo>
                <a:lnTo>
                  <a:pt x="0" y="97521"/>
                </a:lnTo>
                <a:lnTo>
                  <a:pt x="0" y="33436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NNDV editable face scene_object_model_scene_architecture_role_architecture_943e7205 0003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6.45334565,&quot;endpoint_object_ids&quot;:[],&quot;endpoint_role_ids&quot;:[],&quot;kind&quot;:&quot;face&quot;,&quot;object_id&quot;:&quot;scene_object_model_scene_architecture_role_architecture_943e7205&quot;,&quot;repeat_count&quot;:3,&quot;source_digest&quot;:&quot;de71c5316b764e90ddf9df57739d6ffa4c54407a1185f3be623e1782d09ae86d&quot;}"/>
          <p:cNvSpPr/>
          <p:nvPr/>
        </p:nvSpPr>
        <p:spPr>
          <a:xfrm>
            <a:off x="1769520" y="1781558"/>
            <a:ext cx="484559" cy="227720"/>
          </a:xfrm>
          <a:custGeom>
            <a:avLst/>
            <a:gdLst/>
            <a:ahLst/>
            <a:cxnLst/>
            <a:rect l="l" t="t" r="r" b="b"/>
            <a:pathLst>
              <a:path w="484559" h="227720">
                <a:moveTo>
                  <a:pt x="280522" y="0"/>
                </a:moveTo>
                <a:lnTo>
                  <a:pt x="0" y="148412"/>
                </a:lnTo>
                <a:lnTo>
                  <a:pt x="204038" y="227720"/>
                </a:lnTo>
                <a:lnTo>
                  <a:pt x="484559" y="79309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NDV editable face scene_object_model_scene_architecture_role_architecture_943e7205 0004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6.38374005,&quot;endpoint_object_ids&quot;:[],&quot;endpoint_role_ids&quot;:[],&quot;kind&quot;:&quot;face&quot;,&quot;object_id&quot;:&quot;scene_object_model_scene_architecture_role_architecture_943e7205&quot;,&quot;repeat_count&quot;:3,&quot;source_digest&quot;:&quot;de71c5316b764e90ddf9df57739d6ffa4c54407a1185f3be623e1782d09ae86d&quot;}"/>
          <p:cNvSpPr/>
          <p:nvPr/>
        </p:nvSpPr>
        <p:spPr>
          <a:xfrm>
            <a:off x="1973558" y="1860867"/>
            <a:ext cx="280521" cy="385250"/>
          </a:xfrm>
          <a:custGeom>
            <a:avLst/>
            <a:gdLst/>
            <a:ahLst/>
            <a:cxnLst/>
            <a:rect l="l" t="t" r="r" b="b"/>
            <a:pathLst>
              <a:path w="280521" h="385250">
                <a:moveTo>
                  <a:pt x="280521" y="236838"/>
                </a:moveTo>
                <a:lnTo>
                  <a:pt x="280521" y="0"/>
                </a:lnTo>
                <a:lnTo>
                  <a:pt x="0" y="148411"/>
                </a:lnTo>
                <a:lnTo>
                  <a:pt x="0" y="38525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NDV editable face scene_object_model_scene_architecture_role_architecture_943e7205 0005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5.8852738,&quot;endpoint_object_ids&quot;:[],&quot;endpoint_role_ids&quot;:[],&quot;kind&quot;:&quot;face&quot;,&quot;object_id&quot;:&quot;scene_object_model_scene_architecture_role_architecture_943e7205&quot;,&quot;repeat_count&quot;:3,&quot;source_digest&quot;:&quot;de71c5316b764e90ddf9df57739d6ffa4c54407a1185f3be623e1782d09ae86d&quot;}"/>
          <p:cNvSpPr/>
          <p:nvPr/>
        </p:nvSpPr>
        <p:spPr>
          <a:xfrm>
            <a:off x="1769520" y="1929970"/>
            <a:ext cx="204038" cy="316147"/>
          </a:xfrm>
          <a:custGeom>
            <a:avLst/>
            <a:gdLst/>
            <a:ahLst/>
            <a:cxnLst/>
            <a:rect l="l" t="t" r="r" b="b"/>
            <a:pathLst>
              <a:path w="204038" h="316147">
                <a:moveTo>
                  <a:pt x="0" y="236839"/>
                </a:moveTo>
                <a:lnTo>
                  <a:pt x="204038" y="316147"/>
                </a:lnTo>
                <a:lnTo>
                  <a:pt x="204038" y="79308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NDV editable face scene_object_model_scene_architecture_role_architecture_d6e44a48 0006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1.9195386,&quot;endpoint_object_ids&quot;:[],&quot;endpoint_role_ids&quot;:[],&quot;kind&quot;:&quot;face&quot;,&quot;object_id&quot;:&quot;scene_object_model_scene_architecture_role_architecture_d6e44a48&quot;,&quot;repeat_count&quot;:4,&quot;source_digest&quot;:&quot;de71c5316b764e90ddf9df57739d6ffa4c54407a1185f3be623e1782d09ae86d&quot;}"/>
          <p:cNvSpPr/>
          <p:nvPr/>
        </p:nvSpPr>
        <p:spPr>
          <a:xfrm>
            <a:off x="2440580" y="2214010"/>
            <a:ext cx="474366" cy="222327"/>
          </a:xfrm>
          <a:custGeom>
            <a:avLst/>
            <a:gdLst/>
            <a:ahLst/>
            <a:cxnLst/>
            <a:rect l="l" t="t" r="r" b="b"/>
            <a:pathLst>
              <a:path w="474366" h="222327">
                <a:moveTo>
                  <a:pt x="270329" y="0"/>
                </a:moveTo>
                <a:lnTo>
                  <a:pt x="0" y="143019"/>
                </a:lnTo>
                <a:lnTo>
                  <a:pt x="204037" y="222327"/>
                </a:lnTo>
                <a:lnTo>
                  <a:pt x="474366" y="79308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NDV editable face scene_object_model_scene_architecture_role_architecture_d6e44a48 0007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1.77994595,&quot;endpoint_object_ids&quot;:[],&quot;endpoint_role_ids&quot;:[],&quot;kind&quot;:&quot;face&quot;,&quot;object_id&quot;:&quot;scene_object_model_scene_architecture_role_architecture_d6e44a48&quot;,&quot;repeat_count&quot;:4,&quot;source_digest&quot;:&quot;de71c5316b764e90ddf9df57739d6ffa4c54407a1185f3be623e1782d09ae86d&quot;}"/>
          <p:cNvSpPr/>
          <p:nvPr/>
        </p:nvSpPr>
        <p:spPr>
          <a:xfrm>
            <a:off x="2644617" y="2293318"/>
            <a:ext cx="270329" cy="346869"/>
          </a:xfrm>
          <a:custGeom>
            <a:avLst/>
            <a:gdLst/>
            <a:ahLst/>
            <a:cxnLst/>
            <a:rect l="l" t="t" r="r" b="b"/>
            <a:pathLst>
              <a:path w="270329" h="346869">
                <a:moveTo>
                  <a:pt x="270329" y="203850"/>
                </a:moveTo>
                <a:lnTo>
                  <a:pt x="270329" y="0"/>
                </a:lnTo>
                <a:lnTo>
                  <a:pt x="0" y="143019"/>
                </a:lnTo>
                <a:lnTo>
                  <a:pt x="0" y="346869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NNDV editable face scene_object_model_scene_architecture_role_architecture_d6e44a48 0008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1.32037435,&quot;endpoint_object_ids&quot;:[],&quot;endpoint_role_ids&quot;:[],&quot;kind&quot;:&quot;face&quot;,&quot;object_id&quot;:&quot;scene_object_model_scene_architecture_role_architecture_d6e44a48&quot;,&quot;repeat_count&quot;:4,&quot;source_digest&quot;:&quot;de71c5316b764e90ddf9df57739d6ffa4c54407a1185f3be623e1782d09ae86d&quot;}"/>
          <p:cNvSpPr/>
          <p:nvPr/>
        </p:nvSpPr>
        <p:spPr>
          <a:xfrm>
            <a:off x="2440580" y="2357029"/>
            <a:ext cx="204037" cy="283158"/>
          </a:xfrm>
          <a:custGeom>
            <a:avLst/>
            <a:gdLst/>
            <a:ahLst/>
            <a:cxnLst/>
            <a:rect l="l" t="t" r="r" b="b"/>
            <a:pathLst>
              <a:path w="204037" h="283158">
                <a:moveTo>
                  <a:pt x="0" y="203850"/>
                </a:moveTo>
                <a:lnTo>
                  <a:pt x="204037" y="283158"/>
                </a:lnTo>
                <a:lnTo>
                  <a:pt x="204037" y="79308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NNDV editable face scene_object_model_scene_architecture_role_architecture_46c04ff4 0009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7.315744475000002,&quot;endpoint_object_ids&quot;:[],&quot;endpoint_role_ids&quot;:[],&quot;kind&quot;:&quot;face&quot;,&quot;object_id&quot;:&quot;scene_object_model_scene_architecture_role_architecture_46c04ff4&quot;,&quot;repeat_count&quot;:6,&quot;source_digest&quot;:&quot;de71c5316b764e90ddf9df57739d6ffa4c54407a1185f3be623e1782d09ae86d&quot;}"/>
          <p:cNvSpPr/>
          <p:nvPr/>
        </p:nvSpPr>
        <p:spPr>
          <a:xfrm>
            <a:off x="3094870" y="2621095"/>
            <a:ext cx="497712" cy="234678"/>
          </a:xfrm>
          <a:custGeom>
            <a:avLst/>
            <a:gdLst/>
            <a:ahLst/>
            <a:cxnLst/>
            <a:rect l="l" t="t" r="r" b="b"/>
            <a:pathLst>
              <a:path w="497712" h="234678">
                <a:moveTo>
                  <a:pt x="293675" y="0"/>
                </a:moveTo>
                <a:lnTo>
                  <a:pt x="0" y="155370"/>
                </a:lnTo>
                <a:lnTo>
                  <a:pt x="204037" y="234678"/>
                </a:lnTo>
                <a:lnTo>
                  <a:pt x="497712" y="79308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NDV editable face scene_object_model_scene_architecture_role_architecture_46c04ff4 001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7.176151825,&quot;endpoint_object_ids&quot;:[],&quot;endpoint_role_ids&quot;:[],&quot;kind&quot;:&quot;face&quot;,&quot;object_id&quot;:&quot;scene_object_model_scene_architecture_role_architecture_46c04ff4&quot;,&quot;repeat_count&quot;:6,&quot;source_digest&quot;:&quot;de71c5316b764e90ddf9df57739d6ffa4c54407a1185f3be623e1782d09ae86d&quot;}"/>
          <p:cNvSpPr/>
          <p:nvPr/>
        </p:nvSpPr>
        <p:spPr>
          <a:xfrm>
            <a:off x="3298907" y="2700403"/>
            <a:ext cx="293675" cy="359221"/>
          </a:xfrm>
          <a:custGeom>
            <a:avLst/>
            <a:gdLst/>
            <a:ahLst/>
            <a:cxnLst/>
            <a:rect l="l" t="t" r="r" b="b"/>
            <a:pathLst>
              <a:path w="293675" h="359221">
                <a:moveTo>
                  <a:pt x="293675" y="203850"/>
                </a:moveTo>
                <a:lnTo>
                  <a:pt x="293675" y="0"/>
                </a:lnTo>
                <a:lnTo>
                  <a:pt x="0" y="155370"/>
                </a:lnTo>
                <a:lnTo>
                  <a:pt x="0" y="359221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NNDV editable face scene_object_model_scene_architecture_role_architecture_46c04ff4 0011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6.627484250000002,&quot;endpoint_object_ids&quot;:[],&quot;endpoint_role_ids&quot;:[],&quot;kind&quot;:&quot;face&quot;,&quot;object_id&quot;:&quot;scene_object_model_scene_architecture_role_architecture_46c04ff4&quot;,&quot;repeat_count&quot;:6,&quot;source_digest&quot;:&quot;de71c5316b764e90ddf9df57739d6ffa4c54407a1185f3be623e1782d09ae86d&quot;}"/>
          <p:cNvSpPr/>
          <p:nvPr/>
        </p:nvSpPr>
        <p:spPr>
          <a:xfrm>
            <a:off x="3094870" y="2776465"/>
            <a:ext cx="204037" cy="283159"/>
          </a:xfrm>
          <a:custGeom>
            <a:avLst/>
            <a:gdLst/>
            <a:ahLst/>
            <a:cxnLst/>
            <a:rect l="l" t="t" r="r" b="b"/>
            <a:pathLst>
              <a:path w="204037" h="283159">
                <a:moveTo>
                  <a:pt x="0" y="203851"/>
                </a:moveTo>
                <a:lnTo>
                  <a:pt x="204037" y="283159"/>
                </a:lnTo>
                <a:lnTo>
                  <a:pt x="204037" y="79308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NNDV editable face scene_object_model_scene_architecture_role_architecture_18fb5ef4 0012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2.83284655,&quot;endpoint_object_ids&quot;:[],&quot;endpoint_role_ids&quot;:[],&quot;kind&quot;:&quot;face&quot;,&quot;object_id&quot;:&quot;scene_object_model_scene_architecture_role_architecture_18fb5ef4&quot;,&quot;repeat_count&quot;:3,&quot;source_digest&quot;:&quot;de71c5316b764e90ddf9df57739d6ffa4c54407a1185f3be623e1782d09ae86d&quot;}"/>
          <p:cNvSpPr/>
          <p:nvPr/>
        </p:nvSpPr>
        <p:spPr>
          <a:xfrm>
            <a:off x="3802423" y="3084851"/>
            <a:ext cx="414533" cy="190672"/>
          </a:xfrm>
          <a:custGeom>
            <a:avLst/>
            <a:gdLst/>
            <a:ahLst/>
            <a:cxnLst/>
            <a:rect l="l" t="t" r="r" b="b"/>
            <a:pathLst>
              <a:path w="414533" h="190672">
                <a:moveTo>
                  <a:pt x="210495" y="0"/>
                </a:moveTo>
                <a:lnTo>
                  <a:pt x="0" y="111364"/>
                </a:lnTo>
                <a:lnTo>
                  <a:pt x="204037" y="190672"/>
                </a:lnTo>
                <a:lnTo>
                  <a:pt x="414533" y="79308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NDV editable face scene_object_model_scene_architecture_role_architecture_18fb5ef4 0013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2.5723577,&quot;endpoint_object_ids&quot;:[],&quot;endpoint_role_ids&quot;:[],&quot;kind&quot;:&quot;face&quot;,&quot;object_id&quot;:&quot;scene_object_model_scene_architecture_role_architecture_18fb5ef4&quot;,&quot;repeat_count&quot;:3,&quot;source_digest&quot;:&quot;de71c5316b764e90ddf9df57739d6ffa4c54407a1185f3be623e1782d09ae86d&quot;}"/>
          <p:cNvSpPr/>
          <p:nvPr/>
        </p:nvSpPr>
        <p:spPr>
          <a:xfrm>
            <a:off x="4006460" y="3164159"/>
            <a:ext cx="210496" cy="258231"/>
          </a:xfrm>
          <a:custGeom>
            <a:avLst/>
            <a:gdLst/>
            <a:ahLst/>
            <a:cxnLst/>
            <a:rect l="l" t="t" r="r" b="b"/>
            <a:pathLst>
              <a:path w="210496" h="258231">
                <a:moveTo>
                  <a:pt x="210496" y="146867"/>
                </a:moveTo>
                <a:lnTo>
                  <a:pt x="210496" y="0"/>
                </a:lnTo>
                <a:lnTo>
                  <a:pt x="0" y="111364"/>
                </a:lnTo>
                <a:lnTo>
                  <a:pt x="0" y="258231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NNDV editable face scene_object_model_scene_architecture_role_architecture_18fb5ef4 0014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2.34112795,&quot;endpoint_object_ids&quot;:[],&quot;endpoint_role_ids&quot;:[],&quot;kind&quot;:&quot;face&quot;,&quot;object_id&quot;:&quot;scene_object_model_scene_architecture_role_architecture_18fb5ef4&quot;,&quot;repeat_count&quot;:3,&quot;source_digest&quot;:&quot;de71c5316b764e90ddf9df57739d6ffa4c54407a1185f3be623e1782d09ae86d&quot;}"/>
          <p:cNvSpPr/>
          <p:nvPr/>
        </p:nvSpPr>
        <p:spPr>
          <a:xfrm>
            <a:off x="3802423" y="3196215"/>
            <a:ext cx="204037" cy="226175"/>
          </a:xfrm>
          <a:custGeom>
            <a:avLst/>
            <a:gdLst/>
            <a:ahLst/>
            <a:cxnLst/>
            <a:rect l="l" t="t" r="r" b="b"/>
            <a:pathLst>
              <a:path w="204037" h="226175">
                <a:moveTo>
                  <a:pt x="0" y="146867"/>
                </a:moveTo>
                <a:lnTo>
                  <a:pt x="204037" y="226175"/>
                </a:lnTo>
                <a:lnTo>
                  <a:pt x="204037" y="79308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NDV editable face scene_object_model_scene_architecture_role_architecture_5e4307bc 0015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10.0811535,&quot;endpoint_object_ids&quot;:[],&quot;endpoint_role_ids&quot;:[],&quot;kind&quot;:&quot;face&quot;,&quot;object_id&quot;:&quot;scene_object_model_scene_architecture_role_architecture_5e4307bc&quot;,&quot;repeat_count&quot;:1,&quot;source_digest&quot;:&quot;de71c5316b764e90ddf9df57739d6ffa4c54407a1185f3be623e1782d09ae86d&quot;}"/>
          <p:cNvSpPr/>
          <p:nvPr/>
        </p:nvSpPr>
        <p:spPr>
          <a:xfrm>
            <a:off x="4875613" y="2891123"/>
            <a:ext cx="489827" cy="206437"/>
          </a:xfrm>
          <a:custGeom>
            <a:avLst/>
            <a:gdLst/>
            <a:ahLst/>
            <a:cxnLst/>
            <a:rect l="l" t="t" r="r" b="b"/>
            <a:pathLst>
              <a:path w="489827" h="206437">
                <a:moveTo>
                  <a:pt x="114306" y="0"/>
                </a:moveTo>
                <a:lnTo>
                  <a:pt x="0" y="60475"/>
                </a:lnTo>
                <a:lnTo>
                  <a:pt x="375521" y="206437"/>
                </a:lnTo>
                <a:lnTo>
                  <a:pt x="489827" y="145963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NNDV editable face scene_object_model_scene_architecture_role_architecture_5e4307bc 0016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9.956518025000001,&quot;endpoint_object_ids&quot;:[],&quot;endpoint_role_ids&quot;:[],&quot;kind&quot;:&quot;face&quot;,&quot;object_id&quot;:&quot;scene_object_model_scene_architecture_role_architecture_5e4307bc&quot;,&quot;repeat_count&quot;:1,&quot;source_digest&quot;:&quot;de71c5316b764e90ddf9df57739d6ffa4c54407a1185f3be623e1782d09ae86d&quot;}"/>
          <p:cNvSpPr/>
          <p:nvPr/>
        </p:nvSpPr>
        <p:spPr>
          <a:xfrm>
            <a:off x="4875613" y="2951598"/>
            <a:ext cx="375521" cy="292829"/>
          </a:xfrm>
          <a:custGeom>
            <a:avLst/>
            <a:gdLst/>
            <a:ahLst/>
            <a:cxnLst/>
            <a:rect l="l" t="t" r="r" b="b"/>
            <a:pathLst>
              <a:path w="375521" h="292829">
                <a:moveTo>
                  <a:pt x="0" y="146866"/>
                </a:moveTo>
                <a:lnTo>
                  <a:pt x="375521" y="292829"/>
                </a:lnTo>
                <a:lnTo>
                  <a:pt x="375521" y="145962"/>
                </a:lnTo>
                <a:lnTo>
                  <a:pt x="0" y="0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NNDV editable face scene_object_model_scene_architecture_role_architecture_5e4307bc 0017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9.33986185,&quot;endpoint_object_ids&quot;:[],&quot;endpoint_role_ids&quot;:[],&quot;kind&quot;:&quot;face&quot;,&quot;object_id&quot;:&quot;scene_object_model_scene_architecture_role_architecture_5e4307bc&quot;,&quot;repeat_count&quot;:1,&quot;source_digest&quot;:&quot;de71c5316b764e90ddf9df57739d6ffa4c54407a1185f3be623e1782d09ae86d&quot;}"/>
          <p:cNvSpPr/>
          <p:nvPr/>
        </p:nvSpPr>
        <p:spPr>
          <a:xfrm>
            <a:off x="5251134" y="3037086"/>
            <a:ext cx="114306" cy="207341"/>
          </a:xfrm>
          <a:custGeom>
            <a:avLst/>
            <a:gdLst/>
            <a:ahLst/>
            <a:cxnLst/>
            <a:rect l="l" t="t" r="r" b="b"/>
            <a:pathLst>
              <a:path w="114306" h="207341">
                <a:moveTo>
                  <a:pt x="114306" y="146867"/>
                </a:moveTo>
                <a:lnTo>
                  <a:pt x="114306" y="0"/>
                </a:lnTo>
                <a:lnTo>
                  <a:pt x="0" y="60474"/>
                </a:lnTo>
                <a:lnTo>
                  <a:pt x="0" y="207341"/>
                </a:lnTo>
                <a:close/>
              </a:path>
            </a:pathLst>
          </a:custGeom>
          <a:solidFill>
            <a:srgbClr val="BFDBFE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NNDV editable edge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1.8372126,&quot;endpoint_object_ids&quot;:[],&quot;endpoint_role_ids&quot;:[],&quot;kind&quot;:&quot;edge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 flipH="1">
            <a:off x="1114560" y="1379324"/>
            <a:ext cx="184332" cy="9752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NNDV editable edge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1.76060045,&quot;endpoint_object_ids&quot;:[],&quot;endpoint_role_ids&quot;:[],&quot;kind&quot;:&quot;edge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 flipH="1" flipV="1">
            <a:off x="1298892" y="1379324"/>
            <a:ext cx="278221" cy="10814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NNDV editable edge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1.63622385,&quot;endpoint_object_ids&quot;:[],&quot;endpoint_role_ids&quot;:[],&quot;kind&quot;:&quot;edge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 flipV="1">
            <a:off x="1114560" y="1476846"/>
            <a:ext cx="0" cy="2368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NNDV editable edge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1.48299955,&quot;endpoint_object_ids&quot;:[],&quot;endpoint_role_ids&quot;:[],&quot;kind&quot;:&quot;edge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 flipV="1">
            <a:off x="1577113" y="1487467"/>
            <a:ext cx="0" cy="2368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NNDV editable edge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1.35862295,&quot;endpoint_object_ids&quot;:[],&quot;endpoint_role_ids&quot;:[],&quot;kind&quot;:&quot;edge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>
            <a:off x="1114560" y="1713685"/>
            <a:ext cx="278220" cy="10814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NNDV editable edge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1.282010800000002,&quot;endpoint_object_ids&quot;:[],&quot;endpoint_role_ids&quot;:[],&quot;kind&quot;:&quot;edge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 flipH="1">
            <a:off x="1392780" y="1724306"/>
            <a:ext cx="184333" cy="9752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NNDV editable edge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0.35367905,&quot;endpoint_object_ids&quot;:[],&quot;endpoint_role_ids&quot;:[],&quot;kind&quot;:&quot;edge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 flipH="1" flipV="1">
            <a:off x="1114560" y="1476846"/>
            <a:ext cx="278220" cy="10814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NNDV editable edge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0.2770669,&quot;endpoint_object_ids&quot;:[],&quot;endpoint_role_ids&quot;:[],&quot;kind&quot;:&quot;edge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 flipH="1">
            <a:off x="1392780" y="1487467"/>
            <a:ext cx="184333" cy="9752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NNDV editable edge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0.07607815,&quot;endpoint_object_ids&quot;:[],&quot;endpoint_role_ids&quot;:[],&quot;kind&quot;:&quot;edge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 flipV="1">
            <a:off x="1392780" y="1584989"/>
            <a:ext cx="0" cy="2368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NNDV editable arrow scene_object_model_scene_architecture_route_architectur_24923427 000" descr="{&quot;architecture_direction&quot;:&quot;source-to-target&quot;,&quot;architecture_evidence_digest&quot;:&quot;d01baaa7b244a4a5f9ef2e3e66adf8396651efde7d752a196f5935197c40b2be&quot;,&quot;architecture_role&quot;:&quot;arrow&quot;,&quot;architecture_role_graph_digest&quot;:&quot;01cf4f42d458f9e9d3094ca2089cb2c31db37323ac8acc598b1d52270a7c5d1c&quot;,&quot;architecture_role_graph_edge_id&quot;:&quot;architecture_role_flow_architecture_role_input_stem_0_module_maxp_0d3800db&quot;,&quot;architecture_role_id&quot;:null,&quot;architecture_route_id&quot;:null,&quot;architecture_route_role&quot;:&quot;arrow&quot;,&quot;depth&quot;:29.473517498437502,&quot;endpoint_object_ids&quot;:[&quot;scene_object_model_scene_architecture_role_architecture_02962b37&quot;,&quot;scene_object_model_scene_architecture_role_architecture_943e7205&quot;],&quot;endpoint_role_ids&quot;:[&quot;architecture_role_input_stem_0_module_maxpool_d1478f2a_modul_5d7d403e&quot;,&quot;architecture_role_residual_stage_1_module_layer1_1_relu_86f1_2f0b7943&quot;],&quot;kind&quot;:&quot;arrow&quot;,&quot;object_id&quot;:&quot;scene_object_model_scene_architecture_route_architectur_24923427&quot;,&quot;repeat_count&quot;:1,&quot;source_digest&quot;:&quot;de71c5316b764e90ddf9df57739d6ffa4c54407a1185f3be623e1782d09ae86d&quot;}"/>
          <p:cNvCxnSpPr/>
          <p:nvPr/>
        </p:nvCxnSpPr>
        <p:spPr>
          <a:xfrm>
            <a:off x="1470704" y="1678063"/>
            <a:ext cx="353793" cy="219544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NNDV editable arrow scene_object_model_scene_architecture_route_architectur_60c2c1fe 000" descr="{&quot;architecture_direction&quot;:&quot;source-to-target&quot;,&quot;architecture_evidence_digest&quot;:&quot;d01baaa7b244a4a5f9ef2e3e66adf8396651efde7d752a196f5935197c40b2be&quot;,&quot;architecture_role&quot;:&quot;arrow&quot;,&quot;architecture_role_graph_digest&quot;:&quot;01cf4f42d458f9e9d3094ca2089cb2c31db37323ac8acc598b1d52270a7c5d1c&quot;,&quot;architecture_role_graph_edge_id&quot;:&quot;architecture_role_flow_architecture_role_residual_stage_1_module__ff0c2b7c&quot;,&quot;architecture_role_id&quot;:null,&quot;architecture_route_id&quot;:null,&quot;architecture_route_role&quot;:&quot;arrow&quot;,&quot;depth&quot;:29.473517498437502,&quot;endpoint_object_ids&quot;:[&quot;scene_object_model_scene_architecture_role_architecture_943e7205&quot;,&quot;scene_object_model_scene_architecture_role_architecture_02962b37&quot;],&quot;endpoint_role_ids&quot;:[&quot;architecture_role_residual_stage_1_module_layer1_1_relu_86f1_2f0b7943&quot;,&quot;architecture_role_input_stem_0_module_maxpool_d1478f2a_modul_5d7d403e&quot;],&quot;kind&quot;:&quot;arrow&quot;,&quot;object_id&quot;:&quot;scene_object_model_scene_architecture_route_architectur_60c2c1fe&quot;,&quot;repeat_count&quot;:1,&quot;source_digest&quot;:&quot;de71c5316b764e90ddf9df57739d6ffa4c54407a1185f3be623e1782d09ae86d&quot;}"/>
          <p:cNvCxnSpPr/>
          <p:nvPr/>
        </p:nvCxnSpPr>
        <p:spPr>
          <a:xfrm flipH="1" flipV="1">
            <a:off x="1470704" y="1678063"/>
            <a:ext cx="353793" cy="219544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NNDV editable polyline scene_object_model_scene_architecture_route_architectur_aaa36219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input_stem_9bb7edb5&quot;,&quot;architecture_role_id&quot;:null,&quot;architecture_route_id&quot;:&quot;architecture_route_residual_skip_architecture_role_input_stem_9bb7edb5&quot;,&quot;architecture_route_role&quot;:&quot;residual-skip&quot;,&quot;depth&quot;:31.5596117,&quot;endpoint_object_ids&quot;:[&quot;scene_object_model_scene_architecture_role_architecture_02962b37&quot;,&quot;scene_object_model_scene_architecture_role_architecture_943e7205&quot;],&quot;endpoint_role_ids&quot;:[&quot;architecture_role_input_stem_0_module_maxpool_d1478f2a_modul_5d7d403e&quot;,&quot;architecture_role_residual_stage_1_module_layer1_1_relu_86f1_2f0b7943&quot;],&quot;kind&quot;:&quot;polyline&quot;,&quot;object_id&quot;:&quot;scene_object_model_scene_architecture_route_architectur_aaa36219&quot;,&quot;repeat_count&quot;:1,&quot;source_digest&quot;:&quot;de71c5316b764e90ddf9df57739d6ffa4c54407a1185f3be623e1782d09ae86d&quot;}"/>
          <p:cNvCxnSpPr/>
          <p:nvPr/>
        </p:nvCxnSpPr>
        <p:spPr>
          <a:xfrm flipV="1">
            <a:off x="1345836" y="897610"/>
            <a:ext cx="0" cy="54919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NNDV editable polyline scene_object_model_scene_architecture_route_architectur_aaa36219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input_stem_9bb7edb5&quot;,&quot;architecture_role_id&quot;:null,&quot;architecture_route_id&quot;:&quot;architecture_route_residual_skip_architecture_role_input_stem_9bb7edb5&quot;,&quot;architecture_route_role&quot;:&quot;residual-skip&quot;,&quot;depth&quot;:29.25771465,&quot;endpoint_object_ids&quot;:[&quot;scene_object_model_scene_architecture_role_architecture_02962b37&quot;,&quot;scene_object_model_scene_architecture_role_architecture_943e7205&quot;],&quot;endpoint_role_ids&quot;:[&quot;architecture_role_input_stem_0_module_maxpool_d1478f2a_modul_5d7d403e&quot;,&quot;architecture_role_residual_stage_1_module_layer1_1_relu_86f1_2f0b7943&quot;],&quot;kind&quot;:&quot;polyline&quot;,&quot;object_id&quot;:&quot;scene_object_model_scene_architecture_route_architectur_aaa36219&quot;,&quot;repeat_count&quot;:1,&quot;source_digest&quot;:&quot;de71c5316b764e90ddf9df57739d6ffa4c54407a1185f3be623e1782d09ae86d&quot;}"/>
          <p:cNvCxnSpPr/>
          <p:nvPr/>
        </p:nvCxnSpPr>
        <p:spPr>
          <a:xfrm>
            <a:off x="1345836" y="897610"/>
            <a:ext cx="665963" cy="4132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NNDV editable arrow scene_object_model_scene_architecture_route_architectur_aaa36219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input_stem_9bb7edb5&quot;,&quot;architecture_role_id&quot;:null,&quot;architecture_route_id&quot;:&quot;architecture_route_residual_skip_architecture_role_input_stem_9bb7edb5&quot;,&quot;architecture_route_role&quot;:&quot;residual-skip&quot;,&quot;depth&quot;:26.9558176,&quot;endpoint_object_ids&quot;:[&quot;scene_object_model_scene_architecture_role_architecture_02962b37&quot;,&quot;scene_object_model_scene_architecture_role_architecture_943e7205&quot;],&quot;endpoint_role_ids&quot;:[&quot;architecture_role_input_stem_0_module_maxpool_d1478f2a_modul_5d7d403e&quot;,&quot;architecture_role_residual_stage_1_module_layer1_1_relu_86f1_2f0b7943&quot;],&quot;kind&quot;:&quot;arrow&quot;,&quot;object_id&quot;:&quot;scene_object_model_scene_architecture_route_architectur_aaa36219&quot;,&quot;repeat_count&quot;:1,&quot;source_digest&quot;:&quot;de71c5316b764e90ddf9df57739d6ffa4c54407a1185f3be623e1782d09ae86d&quot;}"/>
          <p:cNvCxnSpPr/>
          <p:nvPr/>
        </p:nvCxnSpPr>
        <p:spPr>
          <a:xfrm>
            <a:off x="2011799" y="1310871"/>
            <a:ext cx="0" cy="54919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NNDV editable edge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7.52388945,&quot;endpoint_object_ids&quot;:[],&quot;endpoint_role_ids&quot;:[],&quot;kind&quot;:&quot;edge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 flipH="1" flipV="1">
            <a:off x="2050041" y="1781558"/>
            <a:ext cx="204037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NNDV editable edge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7.45428385,&quot;endpoint_object_ids&quot;:[],&quot;endpoint_role_ids&quot;:[],&quot;kind&quot;:&quot;edge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 flipV="1">
            <a:off x="2254078" y="1860866"/>
            <a:ext cx="0" cy="2368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NNDV editable edge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7.0254232,&quot;endpoint_object_ids&quot;:[],&quot;endpoint_role_ids&quot;:[],&quot;kind&quot;:&quot;edge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 flipH="1">
            <a:off x="1769520" y="1781558"/>
            <a:ext cx="280521" cy="1484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NNDV editable polyline scene_object_model_scene_architecture_route_architectur_ccc191c0 000" descr="{&quot;architecture_direction&quot;:&quot;source-to-target&quot;,&quot;architecture_evidence_digest&quot;:&quot;d01baaa7b244a4a5f9ef2e3e66adf8396651efde7d752a196f5935197c40b2be&quot;,&quot;architecture_role&quot;:&quot;arrow&quot;,&quot;architecture_role_graph_digest&quot;:&quot;01cf4f42d458f9e9d3094ca2089cb2c31db37323ac8acc598b1d52270a7c5d1c&quot;,&quot;architecture_role_graph_edge_id&quot;:&quot;architecture_role_flow_architecture_role_input_stem_0_module_maxp_09ba0bec&quot;,&quot;architecture_role_id&quot;:null,&quot;architecture_route_id&quot;:null,&quot;architecture_route_role&quot;:&quot;arrow&quot;,&quot;depth&quot;:29.54545178125,&quot;endpoint_object_ids&quot;:[&quot;scene_object_model_scene_architecture_role_architecture_02962b37&quot;,&quot;scene_object_model_scene_architecture_role_architecture_d6e44a48&quot;],&quot;endpoint_role_ids&quot;:[&quot;architecture_role_input_stem_0_module_maxpool_d1478f2a_modul_5d7d403e&quot;,&quot;architecture_role_residual_stage_2_module_layer2_2_bn3_20cf9_eb26e13e&quot;],&quot;kind&quot;:&quot;polyline&quot;,&quot;object_id&quot;:&quot;scene_object_model_scene_architecture_route_architectur_ccc191c0&quot;,&quot;repeat_count&quot;:1,&quot;source_digest&quot;:&quot;de71c5316b764e90ddf9df57739d6ffa4c54407a1185f3be623e1782d09ae86d&quot;}"/>
          <p:cNvCxnSpPr/>
          <p:nvPr/>
        </p:nvCxnSpPr>
        <p:spPr>
          <a:xfrm>
            <a:off x="1470704" y="1678063"/>
            <a:ext cx="332982" cy="20663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NNDV editable arrow scene_object_model_scene_architecture_route_architectur_ccc191c0 000" descr="{&quot;architecture_direction&quot;:&quot;source-to-target&quot;,&quot;architecture_evidence_digest&quot;:&quot;d01baaa7b244a4a5f9ef2e3e66adf8396651efde7d752a196f5935197c40b2be&quot;,&quot;architecture_role&quot;:&quot;arrow&quot;,&quot;architecture_role_graph_digest&quot;:&quot;01cf4f42d458f9e9d3094ca2089cb2c31db37323ac8acc598b1d52270a7c5d1c&quot;,&quot;architecture_role_graph_edge_id&quot;:&quot;architecture_role_flow_architecture_role_input_stem_0_module_maxp_09ba0bec&quot;,&quot;architecture_role_id&quot;:null,&quot;architecture_route_id&quot;:null,&quot;architecture_route_role&quot;:&quot;arrow&quot;,&quot;depth&quot;:24.94165768125,&quot;endpoint_object_ids&quot;:[&quot;scene_object_model_scene_architecture_role_architecture_02962b37&quot;,&quot;scene_object_model_scene_architecture_role_architecture_d6e44a48&quot;],&quot;endpoint_role_ids&quot;:[&quot;architecture_role_input_stem_0_module_maxpool_d1478f2a_modul_5d7d403e&quot;,&quot;architecture_role_residual_stage_2_module_layer2_2_bn3_20cf9_eb26e13e&quot;],&quot;kind&quot;:&quot;arrow&quot;,&quot;object_id&quot;:&quot;scene_object_model_scene_architecture_route_architectur_ccc191c0&quot;,&quot;repeat_count&quot;:1,&quot;source_digest&quot;:&quot;de71c5316b764e90ddf9df57739d6ffa4c54407a1185f3be623e1782d09ae86d&quot;}"/>
          <p:cNvCxnSpPr/>
          <p:nvPr/>
        </p:nvCxnSpPr>
        <p:spPr>
          <a:xfrm>
            <a:off x="2136667" y="2091323"/>
            <a:ext cx="332982" cy="20663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NNDV editable edge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6.886212,&quot;endpoint_object_ids&quot;:[],&quot;endpoint_role_ids&quot;:[],&quot;kind&quot;:&quot;edge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 flipH="1">
            <a:off x="1973557" y="2097705"/>
            <a:ext cx="280521" cy="1484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NNDV editable edge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6.45735135,&quot;endpoint_object_ids&quot;:[],&quot;endpoint_role_ids&quot;:[],&quot;kind&quot;:&quot;edge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 flipV="1">
            <a:off x="1769520" y="1929969"/>
            <a:ext cx="0" cy="2368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NNDV editable edge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6.38774575,&quot;endpoint_object_ids&quot;:[],&quot;endpoint_role_ids&quot;:[],&quot;kind&quot;:&quot;edge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>
            <a:off x="1769520" y="2166808"/>
            <a:ext cx="204037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NNDV editable edge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5.8812681,&quot;endpoint_object_ids&quot;:[],&quot;endpoint_role_ids&quot;:[],&quot;kind&quot;:&quot;edge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 flipH="1">
            <a:off x="1973557" y="1860866"/>
            <a:ext cx="280521" cy="14841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NNDV editable edge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5.38280185,&quot;endpoint_object_ids&quot;:[],&quot;endpoint_role_ids&quot;:[],&quot;kind&quot;:&quot;edge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 flipH="1" flipV="1">
            <a:off x="1769520" y="1929969"/>
            <a:ext cx="204037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NNDV editable edge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5.31319625,&quot;endpoint_object_ids&quot;:[],&quot;endpoint_role_ids&quot;:[],&quot;kind&quot;:&quot;edge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 flipV="1">
            <a:off x="1973557" y="2009277"/>
            <a:ext cx="0" cy="23683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NNDV editable polyline scene_object_model_scene_architecture_route_architectur_15f88acf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residual_s_71e3e562&quot;,&quot;architecture_role_id&quot;:null,&quot;architecture_route_id&quot;:&quot;architecture_route_residual_skip_architecture_role_residual_s_71e3e562&quot;,&quot;architecture_route_role&quot;:&quot;residual-skip&quot;,&quot;depth&quot;:26.9558176,&quot;endpoint_object_ids&quot;:[&quot;scene_object_model_scene_architecture_role_architecture_943e7205&quot;,&quot;scene_object_model_scene_architecture_role_architecture_d6e44a48&quot;],&quot;endpoint_role_ids&quot;:[&quot;architecture_role_residual_stage_1_module_layer1_1_relu_86f1_2f0b7943&quot;,&quot;architecture_role_residual_stage_2_module_layer2_2_bn3_20cf9_eb26e13e&quot;],&quot;kind&quot;:&quot;polyline&quot;,&quot;object_id&quot;:&quot;scene_object_model_scene_architecture_route_architectur_15f88acf&quot;,&quot;repeat_count&quot;:1,&quot;source_digest&quot;:&quot;de71c5316b764e90ddf9df57739d6ffa4c54407a1185f3be623e1782d09ae86d&quot;}"/>
          <p:cNvCxnSpPr/>
          <p:nvPr/>
        </p:nvCxnSpPr>
        <p:spPr>
          <a:xfrm flipV="1">
            <a:off x="2011799" y="1195840"/>
            <a:ext cx="0" cy="66462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NNDV editable polyline scene_object_model_scene_architecture_route_architectur_15f88acf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residual_s_71e3e562&quot;,&quot;architecture_role_id&quot;:null,&quot;architecture_route_id&quot;:&quot;architecture_route_residual_skip_architecture_role_residual_s_71e3e562&quot;,&quot;architecture_route_role&quot;:&quot;residual-skip&quot;,&quot;depth&quot;:24.653920550000002,&quot;endpoint_object_ids&quot;:[&quot;scene_object_model_scene_architecture_role_architecture_943e7205&quot;,&quot;scene_object_model_scene_architecture_role_architecture_d6e44a48&quot;],&quot;endpoint_role_ids&quot;:[&quot;architecture_role_residual_stage_1_module_layer1_1_relu_86f1_2f0b7943&quot;,&quot;architecture_role_residual_stage_2_module_layer2_2_bn3_20cf9_eb26e13e&quot;],&quot;kind&quot;:&quot;polyline&quot;,&quot;object_id&quot;:&quot;scene_object_model_scene_architecture_route_architectur_15f88acf&quot;,&quot;repeat_count&quot;:1,&quot;source_digest&quot;:&quot;de71c5316b764e90ddf9df57739d6ffa4c54407a1185f3be623e1782d09ae86d&quot;}"/>
          <p:cNvCxnSpPr/>
          <p:nvPr/>
        </p:nvCxnSpPr>
        <p:spPr>
          <a:xfrm>
            <a:off x="2011799" y="1195840"/>
            <a:ext cx="665963" cy="4132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NNDV editable arrow scene_object_model_scene_architecture_route_architectur_15f88acf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residual_s_71e3e562&quot;,&quot;architecture_role_id&quot;:null,&quot;architecture_route_id&quot;:&quot;architecture_route_residual_skip_architecture_role_residual_s_71e3e562&quot;,&quot;architecture_route_role&quot;:&quot;residual-skip&quot;,&quot;depth&quot;:22.3520235,&quot;endpoint_object_ids&quot;:[&quot;scene_object_model_scene_architecture_role_architecture_943e7205&quot;,&quot;scene_object_model_scene_architecture_role_architecture_d6e44a48&quot;],&quot;endpoint_role_ids&quot;:[&quot;architecture_role_residual_stage_1_module_layer1_1_relu_86f1_2f0b7943&quot;,&quot;architecture_role_residual_stage_2_module_layer2_2_bn3_20cf9_eb26e13e&quot;],&quot;kind&quot;:&quot;arrow&quot;,&quot;object_id&quot;:&quot;scene_object_model_scene_architecture_route_architectur_15f88acf&quot;,&quot;repeat_count&quot;:1,&quot;source_digest&quot;:&quot;de71c5316b764e90ddf9df57739d6ffa4c54407a1185f3be623e1782d09ae86d&quot;}"/>
          <p:cNvCxnSpPr/>
          <p:nvPr/>
        </p:nvCxnSpPr>
        <p:spPr>
          <a:xfrm>
            <a:off x="2677762" y="1609101"/>
            <a:ext cx="0" cy="66462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NNDV editable edge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2.95118775,&quot;endpoint_object_ids&quot;:[],&quot;endpoint_role_ids&quot;:[],&quot;kind&quot;:&quot;edge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 flipH="1" flipV="1">
            <a:off x="2710908" y="2214009"/>
            <a:ext cx="204038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NNDV editable edge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2.811595099999998,&quot;endpoint_object_ids&quot;:[],&quot;endpoint_role_ids&quot;:[],&quot;kind&quot;:&quot;edge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 flipV="1">
            <a:off x="2914946" y="2293317"/>
            <a:ext cx="0" cy="2038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NNDV editable edge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2.49161615,&quot;endpoint_object_ids&quot;:[],&quot;endpoint_role_ids&quot;:[],&quot;kind&quot;:&quot;edge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 flipH="1">
            <a:off x="2440579" y="2214009"/>
            <a:ext cx="270329" cy="14301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NNDV editable edge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2.21243085,&quot;endpoint_object_ids&quot;:[],&quot;endpoint_role_ids&quot;:[],&quot;kind&quot;:&quot;edge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 flipH="1">
            <a:off x="2644616" y="2497168"/>
            <a:ext cx="270330" cy="14301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NNDV editable edge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1.892451899999998,&quot;endpoint_object_ids&quot;:[],&quot;endpoint_role_ids&quot;:[],&quot;kind&quot;:&quot;edge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 flipV="1">
            <a:off x="2440579" y="2357028"/>
            <a:ext cx="0" cy="2038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NNDV editable edge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1.75285925,&quot;endpoint_object_ids&quot;:[],&quot;endpoint_role_ids&quot;:[],&quot;kind&quot;:&quot;edge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>
            <a:off x="2440579" y="2560879"/>
            <a:ext cx="204037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NNDV editable edge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1.34746105,&quot;endpoint_object_ids&quot;:[],&quot;endpoint_role_ids&quot;:[],&quot;kind&quot;:&quot;edge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 flipH="1">
            <a:off x="2644616" y="2293317"/>
            <a:ext cx="270330" cy="14301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NNDV editable edge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0.88788945,&quot;endpoint_object_ids&quot;:[],&quot;endpoint_role_ids&quot;:[],&quot;kind&quot;:&quot;edge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 flipH="1" flipV="1">
            <a:off x="2440579" y="2357028"/>
            <a:ext cx="204037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NNDV editable edge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0.7482968,&quot;endpoint_object_ids&quot;:[],&quot;endpoint_role_ids&quot;:[],&quot;kind&quot;:&quot;edge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 flipV="1">
            <a:off x="2644616" y="2436336"/>
            <a:ext cx="0" cy="2038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NNDV editable polyline scene_object_model_scene_architecture_route_architectur_bb8822e2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residual_s_ba7b0b1a&quot;,&quot;architecture_role_id&quot;:null,&quot;architecture_route_id&quot;:&quot;architecture_route_residual_skip_architecture_role_residual_s_ba7b0b1a&quot;,&quot;architecture_route_role&quot;:&quot;residual-skip&quot;,&quot;depth&quot;:22.3520235,&quot;endpoint_object_ids&quot;:[&quot;scene_object_model_scene_architecture_role_architecture_d6e44a48&quot;,&quot;scene_object_model_scene_architecture_role_architecture_46c04ff4&quot;],&quot;endpoint_role_ids&quot;:[&quot;architecture_role_residual_stage_2_module_layer2_2_bn3_20cf9_eb26e13e&quot;,&quot;architecture_role_residual_stage_3_module_layer3_0_relu_9d91_f620fccb&quot;],&quot;kind&quot;:&quot;polyline&quot;,&quot;object_id&quot;:&quot;scene_object_model_scene_architecture_route_architectur_bb8822e2&quot;,&quot;repeat_count&quot;:1,&quot;source_digest&quot;:&quot;de71c5316b764e90ddf9df57739d6ffa4c54407a1185f3be623e1782d09ae86d&quot;}"/>
          <p:cNvCxnSpPr/>
          <p:nvPr/>
        </p:nvCxnSpPr>
        <p:spPr>
          <a:xfrm flipV="1">
            <a:off x="2677762" y="1494070"/>
            <a:ext cx="0" cy="78724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NNDV editable polyline scene_object_model_scene_architecture_route_architectur_bb8822e2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residual_s_ba7b0b1a&quot;,&quot;architecture_role_id&quot;:null,&quot;architecture_route_id&quot;:&quot;architecture_route_residual_skip_architecture_role_residual_s_ba7b0b1a&quot;,&quot;architecture_route_role&quot;:&quot;residual-skip&quot;,&quot;depth&quot;:20.05012645,&quot;endpoint_object_ids&quot;:[&quot;scene_object_model_scene_architecture_role_architecture_d6e44a48&quot;,&quot;scene_object_model_scene_architecture_role_architecture_46c04ff4&quot;],&quot;endpoint_role_ids&quot;:[&quot;architecture_role_residual_stage_2_module_layer2_2_bn3_20cf9_eb26e13e&quot;,&quot;architecture_role_residual_stage_3_module_layer3_0_relu_9d91_f620fccb&quot;],&quot;kind&quot;:&quot;polyline&quot;,&quot;object_id&quot;:&quot;scene_object_model_scene_architecture_route_architectur_bb8822e2&quot;,&quot;repeat_count&quot;:1,&quot;source_digest&quot;:&quot;de71c5316b764e90ddf9df57739d6ffa4c54407a1185f3be623e1782d09ae86d&quot;}"/>
          <p:cNvCxnSpPr/>
          <p:nvPr/>
        </p:nvCxnSpPr>
        <p:spPr>
          <a:xfrm>
            <a:off x="2677762" y="1494070"/>
            <a:ext cx="665964" cy="4132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NNDV editable arrow scene_object_model_scene_architecture_route_architectur_bb8822e2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residual_s_ba7b0b1a&quot;,&quot;architecture_role_id&quot;:null,&quot;architecture_route_id&quot;:&quot;architecture_route_residual_skip_architecture_role_residual_s_ba7b0b1a&quot;,&quot;architecture_route_role&quot;:&quot;residual-skip&quot;,&quot;depth&quot;:17.7482294,&quot;endpoint_object_ids&quot;:[&quot;scene_object_model_scene_architecture_role_architecture_d6e44a48&quot;,&quot;scene_object_model_scene_architecture_role_architecture_46c04ff4&quot;],&quot;endpoint_role_ids&quot;:[&quot;architecture_role_residual_stage_2_module_layer2_2_bn3_20cf9_eb26e13e&quot;,&quot;architecture_role_residual_stage_3_module_layer3_0_relu_9d91_f620fccb&quot;],&quot;kind&quot;:&quot;arrow&quot;,&quot;object_id&quot;:&quot;scene_object_model_scene_architecture_route_architectur_bb8822e2&quot;,&quot;repeat_count&quot;:1,&quot;source_digest&quot;:&quot;de71c5316b764e90ddf9df57739d6ffa4c54407a1185f3be623e1782d09ae86d&quot;}"/>
          <p:cNvCxnSpPr/>
          <p:nvPr/>
        </p:nvCxnSpPr>
        <p:spPr>
          <a:xfrm>
            <a:off x="3343726" y="1907331"/>
            <a:ext cx="0" cy="787242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NNDV editable arrow scene_object_model_scene_architecture_route_architectur_dcaf4c76 000" descr="{&quot;architecture_direction&quot;:&quot;source-to-target&quot;,&quot;architecture_evidence_digest&quot;:&quot;d01baaa7b244a4a5f9ef2e3e66adf8396651efde7d752a196f5935197c40b2be&quot;,&quot;architecture_role&quot;:&quot;arrow&quot;,&quot;architecture_role_graph_digest&quot;:&quot;01cf4f42d458f9e9d3094ca2089cb2c31db37323ac8acc598b1d52270a7c5d1c&quot;,&quot;architecture_role_graph_edge_id&quot;:&quot;architecture_role_flow_architecture_role_residual_stage_2_module__0f1299cb&quot;,&quot;architecture_role_id&quot;:null,&quot;architecture_route_id&quot;:null,&quot;architecture_route_role&quot;:&quot;arrow&quot;,&quot;depth&quot;:20.337863581249998,&quot;endpoint_object_ids&quot;:[&quot;scene_object_model_scene_architecture_role_architecture_d6e44a48&quot;,&quot;scene_object_model_scene_architecture_role_architecture_46c04ff4&quot;],&quot;endpoint_role_ids&quot;:[&quot;architecture_role_residual_stage_2_module_layer2_2_bn3_20cf9_eb26e13e&quot;,&quot;architecture_role_residual_stage_3_module_layer3_0_relu_9d91_f620fccb&quot;],&quot;kind&quot;:&quot;arrow&quot;,&quot;object_id&quot;:&quot;scene_object_model_scene_architecture_route_architectur_dcaf4c76&quot;,&quot;repeat_count&quot;:1,&quot;source_digest&quot;:&quot;de71c5316b764e90ddf9df57739d6ffa4c54407a1185f3be623e1782d09ae86d&quot;}"/>
          <p:cNvCxnSpPr/>
          <p:nvPr/>
        </p:nvCxnSpPr>
        <p:spPr>
          <a:xfrm>
            <a:off x="2781819" y="2491670"/>
            <a:ext cx="374604" cy="232459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NNDV editable edge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8.4364896,&quot;endpoint_object_ids&quot;:[],&quot;endpoint_role_ids&quot;:[],&quot;kind&quot;:&quot;edge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 flipH="1" flipV="1">
            <a:off x="3388545" y="2621094"/>
            <a:ext cx="204037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NNDV editable edge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8.29689695,&quot;endpoint_object_ids&quot;:[],&quot;endpoint_role_ids&quot;:[],&quot;kind&quot;:&quot;edge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 flipV="1">
            <a:off x="3592582" y="2700402"/>
            <a:ext cx="0" cy="2038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NNDV editable edge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7.88782205,&quot;endpoint_object_ids&quot;:[],&quot;endpoint_role_ids&quot;:[],&quot;kind&quot;:&quot;edge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 flipH="1">
            <a:off x="3094869" y="2621094"/>
            <a:ext cx="293676" cy="1553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NNDV editable edge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7.608636750000002,&quot;endpoint_object_ids&quot;:[],&quot;endpoint_role_ids&quot;:[],&quot;kind&quot;:&quot;edge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 flipH="1">
            <a:off x="3298906" y="2904253"/>
            <a:ext cx="293676" cy="1553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NNDV editable edge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7.199561799999998,&quot;endpoint_object_ids&quot;:[],&quot;endpoint_role_ids&quot;:[],&quot;kind&quot;:&quot;edge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 flipV="1">
            <a:off x="3094869" y="2776465"/>
            <a:ext cx="0" cy="2038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NNDV editable edge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7.05996915,&quot;endpoint_object_ids&quot;:[],&quot;endpoint_role_ids&quot;:[],&quot;kind&quot;:&quot;edge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>
            <a:off x="3094869" y="2980316"/>
            <a:ext cx="204037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NNDV editable edge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6.7436669,&quot;endpoint_object_ids&quot;:[],&quot;endpoint_role_ids&quot;:[],&quot;kind&quot;:&quot;edge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 flipH="1">
            <a:off x="3298906" y="2700402"/>
            <a:ext cx="293676" cy="15537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NNDV editable edge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6.19499935,&quot;endpoint_object_ids&quot;:[],&quot;endpoint_role_ids&quot;:[],&quot;kind&quot;:&quot;edge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 flipH="1" flipV="1">
            <a:off x="3094869" y="2776465"/>
            <a:ext cx="204037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NNDV editable edge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6.0554067,&quot;endpoint_object_ids&quot;:[],&quot;endpoint_role_ids&quot;:[],&quot;kind&quot;:&quot;edge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 flipV="1">
            <a:off x="3298906" y="2855773"/>
            <a:ext cx="0" cy="20385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NNDV editable polyline scene_object_model_scene_architecture_route_architectur_5e0fe99a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residual_s_b5d1d727&quot;,&quot;architecture_role_id&quot;:null,&quot;architecture_route_id&quot;:&quot;architecture_route_residual_skip_architecture_role_residual_s_b5d1d727&quot;,&quot;architecture_route_role&quot;:&quot;residual-skip&quot;,&quot;depth&quot;:17.7482294,&quot;endpoint_object_ids&quot;:[&quot;scene_object_model_scene_architecture_role_architecture_46c04ff4&quot;,&quot;scene_object_model_scene_architecture_role_architecture_18fb5ef4&quot;],&quot;endpoint_role_ids&quot;:[&quot;architecture_role_residual_stage_3_module_layer3_0_relu_9d91_f620fccb&quot;,&quot;architecture_role_residual_stage_4_node_fx_add_15_171_5e3d5c_ef59fc3f&quot;],&quot;kind&quot;:&quot;polyline&quot;,&quot;object_id&quot;:&quot;scene_object_model_scene_architecture_route_architectur_5e0fe99a&quot;,&quot;repeat_count&quot;:1,&quot;source_digest&quot;:&quot;de71c5316b764e90ddf9df57739d6ffa4c54407a1185f3be623e1782d09ae86d&quot;}"/>
          <p:cNvCxnSpPr/>
          <p:nvPr/>
        </p:nvCxnSpPr>
        <p:spPr>
          <a:xfrm flipV="1">
            <a:off x="3343726" y="1792300"/>
            <a:ext cx="0" cy="8843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NNDV editable polyline scene_object_model_scene_architecture_route_architectur_5e0fe99a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residual_s_b5d1d727&quot;,&quot;architecture_role_id&quot;:null,&quot;architecture_route_id&quot;:&quot;architecture_route_residual_skip_architecture_role_residual_s_b5d1d727&quot;,&quot;architecture_route_role&quot;:&quot;residual-skip&quot;,&quot;depth&quot;:15.446332349999999,&quot;endpoint_object_ids&quot;:[&quot;scene_object_model_scene_architecture_role_architecture_46c04ff4&quot;,&quot;scene_object_model_scene_architecture_role_architecture_18fb5ef4&quot;],&quot;endpoint_role_ids&quot;:[&quot;architecture_role_residual_stage_3_module_layer3_0_relu_9d91_f620fccb&quot;,&quot;architecture_role_residual_stage_4_node_fx_add_15_171_5e3d5c_ef59fc3f&quot;],&quot;kind&quot;:&quot;polyline&quot;,&quot;object_id&quot;:&quot;scene_object_model_scene_architecture_route_architectur_5e0fe99a&quot;,&quot;repeat_count&quot;:1,&quot;source_digest&quot;:&quot;de71c5316b764e90ddf9df57739d6ffa4c54407a1185f3be623e1782d09ae86d&quot;}"/>
          <p:cNvCxnSpPr/>
          <p:nvPr/>
        </p:nvCxnSpPr>
        <p:spPr>
          <a:xfrm>
            <a:off x="3343726" y="1792300"/>
            <a:ext cx="665963" cy="413261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NNDV editable arrow scene_object_model_scene_architecture_route_architectur_5e0fe99a 000" descr="{&quot;architecture_direction&quot;:&quot;source-to-target&quot;,&quot;architecture_evidence_digest&quot;:&quot;d01baaa7b244a4a5f9ef2e3e66adf8396651efde7d752a196f5935197c40b2be&quot;,&quot;architecture_role&quot;:&quot;residual-skip&quot;,&quot;architecture_role_graph_digest&quot;:&quot;01cf4f42d458f9e9d3094ca2089cb2c31db37323ac8acc598b1d52270a7c5d1c&quot;,&quot;architecture_role_graph_edge_id&quot;:&quot;architecture_route_residual_skip_architecture_role_residual_s_b5d1d727&quot;,&quot;architecture_role_id&quot;:null,&quot;architecture_route_id&quot;:&quot;architecture_route_residual_skip_architecture_role_residual_s_b5d1d727&quot;,&quot;architecture_route_role&quot;:&quot;residual-skip&quot;,&quot;depth&quot;:13.1444353,&quot;endpoint_object_ids&quot;:[&quot;scene_object_model_scene_architecture_role_architecture_46c04ff4&quot;,&quot;scene_object_model_scene_architecture_role_architecture_18fb5ef4&quot;],&quot;endpoint_role_ids&quot;:[&quot;architecture_role_residual_stage_3_module_layer3_0_relu_9d91_f620fccb&quot;,&quot;architecture_role_residual_stage_4_node_fx_add_15_171_5e3d5c_ef59fc3f&quot;],&quot;kind&quot;:&quot;arrow&quot;,&quot;object_id&quot;:&quot;scene_object_model_scene_architecture_route_architectur_5e0fe99a&quot;,&quot;repeat_count&quot;:1,&quot;source_digest&quot;:&quot;de71c5316b764e90ddf9df57739d6ffa4c54407a1185f3be623e1782d09ae86d&quot;}"/>
          <p:cNvCxnSpPr/>
          <p:nvPr/>
        </p:nvCxnSpPr>
        <p:spPr>
          <a:xfrm>
            <a:off x="4009689" y="2205561"/>
            <a:ext cx="0" cy="949803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NNDV editable arrow scene_object_model_scene_architecture_route_architectur_afa0c185 000" descr="{&quot;architecture_direction&quot;:&quot;source-to-target&quot;,&quot;architecture_evidence_digest&quot;:&quot;d01baaa7b244a4a5f9ef2e3e66adf8396651efde7d752a196f5935197c40b2be&quot;,&quot;architecture_role&quot;:&quot;arrow&quot;,&quot;architecture_role_graph_digest&quot;:&quot;01cf4f42d458f9e9d3094ca2089cb2c31db37323ac8acc598b1d52270a7c5d1c&quot;,&quot;architecture_role_graph_edge_id&quot;:&quot;architecture_role_flow_architecture_role_residual_stage_3_module__0f3f9f7e&quot;,&quot;architecture_role_id&quot;:null,&quot;architecture_route_id&quot;:null,&quot;architecture_route_role&quot;:&quot;arrow&quot;,&quot;depth&quot;:15.590200915625,&quot;endpoint_object_ids&quot;:[&quot;scene_object_model_scene_architecture_role_architecture_46c04ff4&quot;,&quot;scene_object_model_scene_architecture_role_architecture_18fb5ef4&quot;],&quot;endpoint_role_ids&quot;:[&quot;architecture_role_residual_stage_3_module_layer3_0_relu_9d91_f620fccb&quot;,&quot;architecture_role_residual_stage_4_node_fx_add_15_171_5e3d5c_ef59fc3f&quot;],&quot;kind&quot;:&quot;arrow&quot;,&quot;object_id&quot;:&quot;scene_object_model_scene_architecture_route_architectur_afa0c185&quot;,&quot;repeat_count&quot;:1,&quot;source_digest&quot;:&quot;de71c5316b764e90ddf9df57739d6ffa4c54407a1185f3be623e1782d09ae86d&quot;}"/>
          <p:cNvCxnSpPr/>
          <p:nvPr/>
        </p:nvCxnSpPr>
        <p:spPr>
          <a:xfrm>
            <a:off x="3447782" y="2904931"/>
            <a:ext cx="416227" cy="258288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NNDV editable edge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3.63615385,&quot;endpoint_object_ids&quot;:[],&quot;endpoint_role_ids&quot;:[],&quot;kind&quot;:&quot;edge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 flipH="1" flipV="1">
            <a:off x="4012918" y="3084851"/>
            <a:ext cx="204037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NNDV editable edge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3.4049241,&quot;endpoint_object_ids&quot;:[],&quot;endpoint_role_ids&quot;:[],&quot;kind&quot;:&quot;edge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 flipH="1">
            <a:off x="3802422" y="3084851"/>
            <a:ext cx="210496" cy="1113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NNDV editable edge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3.375665,&quot;endpoint_object_ids&quot;:[],&quot;endpoint_role_ids&quot;:[],&quot;kind&quot;:&quot;edge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 flipV="1">
            <a:off x="4216955" y="3164159"/>
            <a:ext cx="0" cy="1468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NNDV editable edge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2.9132055,&quot;endpoint_object_ids&quot;:[],&quot;endpoint_role_ids&quot;:[],&quot;kind&quot;:&quot;edge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 flipV="1">
            <a:off x="3802422" y="3196214"/>
            <a:ext cx="0" cy="1468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NNDV editable edge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2.8839464,&quot;endpoint_object_ids&quot;:[],&quot;endpoint_role_ids&quot;:[],&quot;kind&quot;:&quot;edge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 flipH="1">
            <a:off x="4006460" y="3311025"/>
            <a:ext cx="210495" cy="1113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NNDV editable edge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2.65271665,&quot;endpoint_object_ids&quot;:[],&quot;endpoint_role_ids&quot;:[],&quot;kind&quot;:&quot;edge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>
            <a:off x="3802422" y="3343081"/>
            <a:ext cx="204038" cy="79308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NNDV editable edge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2.260769,&quot;endpoint_object_ids&quot;:[],&quot;endpoint_role_ids&quot;:[],&quot;kind&quot;:&quot;edge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 flipH="1">
            <a:off x="4006460" y="3164159"/>
            <a:ext cx="210495" cy="11136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NNDV editable edge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2.02953925,&quot;endpoint_object_ids&quot;:[],&quot;endpoint_role_ids&quot;:[],&quot;kind&quot;:&quot;edge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 flipH="1" flipV="1">
            <a:off x="3802422" y="3196214"/>
            <a:ext cx="204038" cy="79309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NNDV editable edge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1.769050400000001,&quot;endpoint_object_ids&quot;:[],&quot;endpoint_role_ids&quot;:[],&quot;kind&quot;:&quot;edge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 flipV="1">
            <a:off x="4006460" y="3275523"/>
            <a:ext cx="0" cy="1468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NNDV editable arrow scene_object_model_scene_architecture_route_architectur_8bd33443 000" descr="{&quot;architecture_direction&quot;:&quot;source-to-target&quot;,&quot;architecture_evidence_digest&quot;:&quot;d01baaa7b244a4a5f9ef2e3e66adf8396651efde7d752a196f5935197c40b2be&quot;,&quot;architecture_role&quot;:&quot;arrow&quot;,&quot;architecture_role_graph_digest&quot;:&quot;01cf4f42d458f9e9d3094ca2089cb2c31db37323ac8acc598b1d52270a7c5d1c&quot;,&quot;architecture_role_graph_edge_id&quot;:&quot;architecture_role_flow_architecture_role_output_head_5_module_lay_46ee12bc&quot;,&quot;architecture_role_id&quot;:null,&quot;architecture_route_id&quot;:null,&quot;architecture_route_role&quot;:&quot;arrow&quot;,&quot;depth&quot;:11.8115839546875,&quot;endpoint_object_ids&quot;:[&quot;scene_object_model_scene_architecture_role_architecture_5e4307bc&quot;,&quot;scene_object_model_scene_architecture_role_architecture_18fb5ef4&quot;],&quot;endpoint_role_ids&quot;:[&quot;architecture_role_output_head_5_module_layer4_2_conv2_344e40_16a9b91e&quot;,&quot;architecture_role_residual_stage_4_node_fx_add_15_171_5e3d5c_ef59fc3f&quot;],&quot;kind&quot;:&quot;arrow&quot;,&quot;object_id&quot;:&quot;scene_object_model_scene_architecture_route_architectur_8bd33443&quot;,&quot;repeat_count&quot;:1,&quot;source_digest&quot;:&quot;de71c5316b764e90ddf9df57739d6ffa4c54407a1185f3be623e1782d09ae86d&quot;}"/>
          <p:cNvCxnSpPr/>
          <p:nvPr/>
        </p:nvCxnSpPr>
        <p:spPr>
          <a:xfrm flipH="1">
            <a:off x="4183257" y="3102621"/>
            <a:ext cx="728987" cy="12196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NNDV editable arrow scene_object_model_scene_architecture_route_architectur_a303ab1b 000" descr="{&quot;architecture_direction&quot;:&quot;source-to-target&quot;,&quot;architecture_evidence_digest&quot;:&quot;d01baaa7b244a4a5f9ef2e3e66adf8396651efde7d752a196f5935197c40b2be&quot;,&quot;architecture_role&quot;:&quot;arrow&quot;,&quot;architecture_role_graph_digest&quot;:&quot;01cf4f42d458f9e9d3094ca2089cb2c31db37323ac8acc598b1d52270a7c5d1c&quot;,&quot;architecture_role_graph_edge_id&quot;:&quot;architecture_role_flow_architecture_role_residual_stage_4_node_fx_a3e57fc0&quot;,&quot;architecture_role_id&quot;:null,&quot;architecture_route_id&quot;:null,&quot;architecture_route_role&quot;:&quot;arrow&quot;,&quot;depth&quot;:11.8115839546875,&quot;endpoint_object_ids&quot;:[&quot;scene_object_model_scene_architecture_role_architecture_18fb5ef4&quot;,&quot;scene_object_model_scene_architecture_role_architecture_5e4307bc&quot;],&quot;endpoint_role_ids&quot;:[&quot;architecture_role_residual_stage_4_node_fx_add_15_171_5e3d5c_ef59fc3f&quot;,&quot;architecture_role_output_head_5_module_layer4_2_conv2_344e40_16a9b91e&quot;],&quot;kind&quot;:&quot;arrow&quot;,&quot;object_id&quot;:&quot;scene_object_model_scene_architecture_route_architectur_a303ab1b&quot;,&quot;repeat_count&quot;:1,&quot;source_digest&quot;:&quot;de71c5316b764e90ddf9df57739d6ffa4c54407a1185f3be623e1782d09ae86d&quot;}"/>
          <p:cNvCxnSpPr/>
          <p:nvPr/>
        </p:nvCxnSpPr>
        <p:spPr>
          <a:xfrm flipV="1">
            <a:off x="4183257" y="3102621"/>
            <a:ext cx="728987" cy="121961"/>
          </a:xfrm>
          <a:prstGeom prst="line">
            <a:avLst/>
          </a:prstGeom>
          <a:ln w="9525">
            <a:solidFill>
              <a:srgbClr val="3341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NNDV editable edge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11.1340339,&quot;endpoint_object_ids&quot;:[],&quot;endpoint_role_ids&quot;:[],&quot;kind&quot;:&quot;edge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 flipH="1">
            <a:off x="4875613" y="2891123"/>
            <a:ext cx="114306" cy="604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NNDV editable edge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11.0093984,&quot;endpoint_object_ids&quot;:[],&quot;endpoint_role_ids&quot;:[],&quot;kind&quot;:&quot;edge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 flipV="1">
            <a:off x="4875613" y="2951597"/>
            <a:ext cx="0" cy="1468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NNDV editable edge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10.5173777,&quot;endpoint_object_ids&quot;:[],&quot;endpoint_role_ids&quot;:[],&quot;kind&quot;:&quot;edge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 flipH="1" flipV="1">
            <a:off x="4989919" y="2891123"/>
            <a:ext cx="375521" cy="14596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NNDV editable edge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10.268106750000001,&quot;endpoint_object_ids&quot;:[],&quot;endpoint_role_ids&quot;:[],&quot;kind&quot;:&quot;edge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>
            <a:off x="4875613" y="3098464"/>
            <a:ext cx="375520" cy="145962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NNDV editable edge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9.77608605,&quot;endpoint_object_ids&quot;:[],&quot;endpoint_role_ids&quot;:[],&quot;kind&quot;:&quot;edge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 flipV="1">
            <a:off x="5365440" y="3037085"/>
            <a:ext cx="0" cy="146867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NNDV editable edge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9.6514506,&quot;endpoint_object_ids&quot;:[],&quot;endpoint_role_ids&quot;:[],&quot;kind&quot;:&quot;edge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 flipH="1">
            <a:off x="5251133" y="3183952"/>
            <a:ext cx="114307" cy="60474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NNDV editable edge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9.644929300000001,&quot;endpoint_object_ids&quot;:[],&quot;endpoint_role_ids&quot;:[],&quot;kind&quot;:&quot;edge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 flipH="1" flipV="1">
            <a:off x="4875613" y="2951597"/>
            <a:ext cx="375520" cy="145963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NNDV editable edge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9.0282731,&quot;endpoint_object_ids&quot;:[],&quot;endpoint_role_ids&quot;:[],&quot;kind&quot;:&quot;edge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 flipH="1">
            <a:off x="5251133" y="3037085"/>
            <a:ext cx="114307" cy="60475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NNDV editable edge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8.90363765,&quot;endpoint_object_ids&quot;:[],&quot;endpoint_role_ids&quot;:[],&quot;kind&quot;:&quot;edge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 flipV="1">
            <a:off x="5251133" y="3097560"/>
            <a:ext cx="0" cy="146866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NNDV editable leader scene_object_model_scene_architecture_role_architecture_02962b37 000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1.5596117,&quot;endpoint_object_ids&quot;:[],&quot;endpoint_role_ids&quot;:[],&quot;kind&quot;:&quot;leader&quot;,&quot;object_id&quot;:&quot;scene_object_model_scene_architecture_role_architecture_02962b37&quot;,&quot;repeat_count&quot;:1,&quot;source_digest&quot;:&quot;de71c5316b764e90ddf9df57739d6ffa4c54407a1185f3be623e1782d09ae86d&quot;}"/>
          <p:cNvCxnSpPr/>
          <p:nvPr/>
        </p:nvCxnSpPr>
        <p:spPr>
          <a:xfrm flipV="1">
            <a:off x="1345836" y="1834428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NNDV editable label scene_object_model_scene_architecture_role_architecture_02962b37 0093" descr="{&quot;architecture_direction&quot;:null,&quot;architecture_evidence_digest&quot;:&quot;d01baaa7b244a4a5f9ef2e3e66adf8396651efde7d752a196f5935197c40b2be&quot;,&quot;architecture_role&quot;:&quot;input-stem&quot;,&quot;architecture_role_graph_digest&quot;:&quot;01cf4f42d458f9e9d3094ca2089cb2c31db37323ac8acc598b1d52270a7c5d1c&quot;,&quot;architecture_role_graph_edge_id&quot;:null,&quot;architecture_role_id&quot;:&quot;architecture_role_input_stem_0_module_maxpool_d1478f2a_modul_5d7d403e&quot;,&quot;architecture_route_id&quot;:null,&quot;architecture_route_role&quot;:null,&quot;depth&quot;:31.5596117,&quot;endpoint_object_ids&quot;:[],&quot;endpoint_role_ids&quot;:[],&quot;kind&quot;:&quot;label&quot;,&quot;object_id&quot;:&quot;scene_object_model_scene_architecture_role_architecture_02962b37&quot;,&quot;repeat_count&quot;:1,&quot;source_digest&quot;:&quot;de71c5316b764e90ddf9df57739d6ffa4c54407a1185f3be623e1782d09ae86d&quot;}"/>
          <p:cNvSpPr txBox="1"/>
          <p:nvPr/>
        </p:nvSpPr>
        <p:spPr>
          <a:xfrm>
            <a:off x="1015128" y="1877628"/>
            <a:ext cx="661416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Input / stem</a:t>
            </a:r>
          </a:p>
        </p:txBody>
      </p:sp>
      <p:cxnSp>
        <p:nvCxnSpPr>
          <p:cNvPr id="97" name="NNDV editable leader scene_object_model_scene_architecture_role_architecture_943e7205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6.9558176,&quot;endpoint_object_ids&quot;:[],&quot;endpoint_role_ids&quot;:[],&quot;kind&quot;:&quot;leader&quot;,&quot;object_id&quot;:&quot;scene_object_model_scene_architecture_role_architecture_943e7205&quot;,&quot;repeat_count&quot;:3,&quot;source_digest&quot;:&quot;de71c5316b764e90ddf9df57739d6ffa4c54407a1185f3be623e1782d09ae86d&quot;}"/>
          <p:cNvCxnSpPr/>
          <p:nvPr/>
        </p:nvCxnSpPr>
        <p:spPr>
          <a:xfrm flipV="1">
            <a:off x="1713720" y="2258716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NNDV editable label scene_object_model_scene_architecture_role_architecture_943e7205 0095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1_module_layer1_1_relu_86f1_2f0b7943&quot;,&quot;architecture_route_id&quot;:null,&quot;architecture_route_role&quot;:null,&quot;depth&quot;:26.9558176,&quot;endpoint_object_ids&quot;:[],&quot;endpoint_role_ids&quot;:[],&quot;kind&quot;:&quot;label&quot;,&quot;object_id&quot;:&quot;scene_object_model_scene_architecture_role_architecture_943e7205&quot;,&quot;repeat_count&quot;:3,&quot;source_digest&quot;:&quot;de71c5316b764e90ddf9df57739d6ffa4c54407a1185f3be623e1782d09ae86d&quot;}"/>
          <p:cNvSpPr txBox="1"/>
          <p:nvPr/>
        </p:nvSpPr>
        <p:spPr>
          <a:xfrm>
            <a:off x="556242" y="2301916"/>
            <a:ext cx="1157478" cy="1111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Stage 1 ×3 Bottleneck</a:t>
            </a:r>
          </a:p>
        </p:txBody>
      </p:sp>
      <p:cxnSp>
        <p:nvCxnSpPr>
          <p:cNvPr id="99" name="NNDV editable leader scene_object_model_scene_architecture_role_architecture_d6e44a48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2.3520235,&quot;endpoint_object_ids&quot;:[],&quot;endpoint_role_ids&quot;:[],&quot;kind&quot;:&quot;leader&quot;,&quot;object_id&quot;:&quot;scene_object_model_scene_architecture_role_architecture_d6e44a48&quot;,&quot;repeat_count&quot;:4,&quot;source_digest&quot;:&quot;de71c5316b764e90ddf9df57739d6ffa4c54407a1185f3be623e1782d09ae86d&quot;}"/>
          <p:cNvCxnSpPr/>
          <p:nvPr/>
        </p:nvCxnSpPr>
        <p:spPr>
          <a:xfrm flipV="1">
            <a:off x="2384779" y="2652787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NNDV editable label scene_object_model_scene_architecture_role_architecture_d6e44a48 0097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2_module_layer2_2_bn3_20cf9_eb26e13e&quot;,&quot;architecture_route_id&quot;:null,&quot;architecture_route_role&quot;:null,&quot;depth&quot;:22.3520235,&quot;endpoint_object_ids&quot;:[],&quot;endpoint_role_ids&quot;:[],&quot;kind&quot;:&quot;label&quot;,&quot;object_id&quot;:&quot;scene_object_model_scene_architecture_role_architecture_d6e44a48&quot;,&quot;repeat_count&quot;:4,&quot;source_digest&quot;:&quot;de71c5316b764e90ddf9df57739d6ffa4c54407a1185f3be623e1782d09ae86d&quot;}"/>
          <p:cNvSpPr txBox="1"/>
          <p:nvPr/>
        </p:nvSpPr>
        <p:spPr>
          <a:xfrm>
            <a:off x="1227301" y="2695987"/>
            <a:ext cx="115747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Stage 2 ×4 Bottleneck</a:t>
            </a:r>
          </a:p>
        </p:txBody>
      </p:sp>
      <p:cxnSp>
        <p:nvCxnSpPr>
          <p:cNvPr id="101" name="NNDV editable leader scene_object_model_scene_architecture_role_architecture_46c04f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7.7482294,&quot;endpoint_object_ids&quot;:[],&quot;endpoint_role_ids&quot;:[],&quot;kind&quot;:&quot;leader&quot;,&quot;object_id&quot;:&quot;scene_object_model_scene_architecture_role_architecture_46c04ff4&quot;,&quot;repeat_count&quot;:6,&quot;source_digest&quot;:&quot;de71c5316b764e90ddf9df57739d6ffa4c54407a1185f3be623e1782d09ae86d&quot;}"/>
          <p:cNvCxnSpPr/>
          <p:nvPr/>
        </p:nvCxnSpPr>
        <p:spPr>
          <a:xfrm flipV="1">
            <a:off x="3039069" y="3072224"/>
            <a:ext cx="4320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NNDV editable label scene_object_model_scene_architecture_role_architecture_46c04ff4 0099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3_module_layer3_0_relu_9d91_f620fccb&quot;,&quot;architecture_route_id&quot;:null,&quot;architecture_route_role&quot;:null,&quot;depth&quot;:17.7482294,&quot;endpoint_object_ids&quot;:[],&quot;endpoint_role_ids&quot;:[],&quot;kind&quot;:&quot;label&quot;,&quot;object_id&quot;:&quot;scene_object_model_scene_architecture_role_architecture_46c04ff4&quot;,&quot;repeat_count&quot;:6,&quot;source_digest&quot;:&quot;de71c5316b764e90ddf9df57739d6ffa4c54407a1185f3be623e1782d09ae86d&quot;}"/>
          <p:cNvSpPr txBox="1"/>
          <p:nvPr/>
        </p:nvSpPr>
        <p:spPr>
          <a:xfrm>
            <a:off x="1881591" y="3115424"/>
            <a:ext cx="1157477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Stage 3 ×6 Bottleneck</a:t>
            </a:r>
          </a:p>
        </p:txBody>
      </p:sp>
      <p:cxnSp>
        <p:nvCxnSpPr>
          <p:cNvPr id="103" name="NNDV editable leader scene_object_model_scene_architecture_role_architecture_18fb5ef4 000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3.1444353,&quot;endpoint_object_ids&quot;:[],&quot;endpoint_role_ids&quot;:[],&quot;kind&quot;:&quot;leader&quot;,&quot;object_id&quot;:&quot;scene_object_model_scene_architecture_role_architecture_18fb5ef4&quot;,&quot;repeat_count&quot;:3,&quot;source_digest&quot;:&quot;de71c5316b764e90ddf9df57739d6ffa4c54407a1185f3be623e1782d09ae86d&quot;}"/>
          <p:cNvCxnSpPr/>
          <p:nvPr/>
        </p:nvCxnSpPr>
        <p:spPr>
          <a:xfrm flipV="1">
            <a:off x="4009689" y="3434989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NNDV editable label scene_object_model_scene_architecture_role_architecture_18fb5ef4 0101" descr="{&quot;architecture_direction&quot;:null,&quot;architecture_evidence_digest&quot;:&quot;d01baaa7b244a4a5f9ef2e3e66adf8396651efde7d752a196f5935197c40b2be&quot;,&quot;architecture_role&quot;:&quot;residual-stage&quot;,&quot;architecture_role_graph_digest&quot;:&quot;01cf4f42d458f9e9d3094ca2089cb2c31db37323ac8acc598b1d52270a7c5d1c&quot;,&quot;architecture_role_graph_edge_id&quot;:null,&quot;architecture_role_id&quot;:&quot;architecture_role_residual_stage_4_node_fx_add_15_171_5e3d5c_ef59fc3f&quot;,&quot;architecture_route_id&quot;:null,&quot;architecture_route_role&quot;:null,&quot;depth&quot;:13.1444353,&quot;endpoint_object_ids&quot;:[],&quot;endpoint_role_ids&quot;:[],&quot;kind&quot;:&quot;label&quot;,&quot;object_id&quot;:&quot;scene_object_model_scene_architecture_role_architecture_18fb5ef4&quot;,&quot;repeat_count&quot;:3,&quot;source_digest&quot;:&quot;de71c5316b764e90ddf9df57739d6ffa4c54407a1185f3be623e1782d09ae86d&quot;}"/>
          <p:cNvSpPr txBox="1"/>
          <p:nvPr/>
        </p:nvSpPr>
        <p:spPr>
          <a:xfrm>
            <a:off x="3430950" y="3478189"/>
            <a:ext cx="1157478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Stage 4 ×3 Bottleneck</a:t>
            </a:r>
          </a:p>
        </p:txBody>
      </p:sp>
      <p:cxnSp>
        <p:nvCxnSpPr>
          <p:cNvPr id="105" name="NNDV editable leader scene_object_model_scene_architecture_role_architecture_5e4307bc 000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10.3927422,&quot;endpoint_object_ids&quot;:[],&quot;endpoint_role_ids&quot;:[],&quot;kind&quot;:&quot;leader&quot;,&quot;object_id&quot;:&quot;scene_object_model_scene_architecture_role_architecture_5e4307bc&quot;,&quot;repeat_count&quot;:1,&quot;source_digest&quot;:&quot;de71c5316b764e90ddf9df57739d6ffa4c54407a1185f3be623e1782d09ae86d&quot;}"/>
          <p:cNvCxnSpPr/>
          <p:nvPr/>
        </p:nvCxnSpPr>
        <p:spPr>
          <a:xfrm>
            <a:off x="5120526" y="2835323"/>
            <a:ext cx="0" cy="43200"/>
          </a:xfrm>
          <a:prstGeom prst="line">
            <a:avLst/>
          </a:prstGeom>
          <a:ln w="9525">
            <a:solidFill>
              <a:srgbClr val="3341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NNDV editable label scene_object_model_scene_architecture_role_architecture_5e4307bc 0103" descr="{&quot;architecture_direction&quot;:null,&quot;architecture_evidence_digest&quot;:&quot;d01baaa7b244a4a5f9ef2e3e66adf8396651efde7d752a196f5935197c40b2be&quot;,&quot;architecture_role&quot;:&quot;output-head&quot;,&quot;architecture_role_graph_digest&quot;:&quot;01cf4f42d458f9e9d3094ca2089cb2c31db37323ac8acc598b1d52270a7c5d1c&quot;,&quot;architecture_role_graph_edge_id&quot;:null,&quot;architecture_role_id&quot;:&quot;architecture_role_output_head_5_module_layer4_2_conv2_344e40_16a9b91e&quot;,&quot;architecture_route_id&quot;:null,&quot;architecture_route_role&quot;:null,&quot;depth&quot;:10.3927422,&quot;endpoint_object_ids&quot;:[],&quot;endpoint_role_ids&quot;:[],&quot;kind&quot;:&quot;label&quot;,&quot;object_id&quot;:&quot;scene_object_model_scene_architecture_role_architecture_5e4307bc&quot;,&quot;repeat_count&quot;:1,&quot;source_digest&quot;:&quot;de71c5316b764e90ddf9df57739d6ffa4c54407a1185f3be623e1782d09ae86d&quot;}"/>
          <p:cNvSpPr txBox="1"/>
          <p:nvPr/>
        </p:nvSpPr>
        <p:spPr>
          <a:xfrm>
            <a:off x="4569346" y="2724198"/>
            <a:ext cx="1102360" cy="111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>
              <a:defRPr sz="700">
                <a:solidFill>
                  <a:srgbClr val="0F172A"/>
                </a:solidFill>
                <a:latin typeface="Arial"/>
              </a:defRPr>
            </a:pPr>
            <a:r>
              <a:t>Pooling / classifier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NN_DaVinci Scene scene_resnet___module___architecture_evidence_3d_6a3fdfad</dc:title>
  <dc:subject>Editable deterministic CPU projection of Scene IR 1.0</dc:subject>
  <dc:creator/>
  <cp:keywords/>
  <dc:description>NN_DaVinci 0.7.3;nndv-scene-export-1;camera=scene_camera_resnet___module___architecture_evidence_3d_976e7c65;digest=de71c5316b764e90ddf9df57739d6ffa4c54407a1185f3be623e1782d09ae86d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