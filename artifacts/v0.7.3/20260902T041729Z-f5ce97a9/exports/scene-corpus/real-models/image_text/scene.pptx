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80000" cy="43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NDV Scene background"/>
          <p:cNvSpPr/>
          <p:nvPr/>
        </p:nvSpPr>
        <p:spPr>
          <a:xfrm>
            <a:off x="0" y="0"/>
            <a:ext cx="6480000" cy="4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NDV editable face scene_object_model_scene_architecture_role_architecture_5ca2896b 0000" descr="{&quot;architecture_direction&quot;:null,&quot;architecture_evidence_digest&quot;:&quot;9acb6878a2119e51abcac2a376590bc947f414a307665dc63c6f9ceff1b9b8a2&quot;,&quot;architecture_role&quot;:&quot;image-lane&quot;,&quot;architecture_role_graph_digest&quot;:&quot;da680a68131577649b182a1d7025bfd4c3e55947739e0c521d9cf6fc1ecf69ec&quot;,&quot;architecture_role_graph_edge_id&quot;:null,&quot;architecture_role_id&quot;:&quot;architecture_role_image_lane_0_module_image_encoder_4_b28556_e21b32f1&quot;,&quot;architecture_route_id&quot;:null,&quot;architecture_route_role&quot;:null,&quot;depth&quot;:30.1461034,&quot;endpoint_object_ids&quot;:[],&quot;endpoint_role_ids&quot;:[],&quot;kind&quot;:&quot;face&quot;,&quot;object_id&quot;:&quot;scene_object_model_scene_architecture_role_architecture_5ca2896b&quot;,&quot;repeat_count&quot;:1,&quot;source_digest&quot;:&quot;fde74b9f07a94cab000ae85fee14f9f4ac4cc622f9ee00fd23fde683908b63c0&quot;}"/>
          <p:cNvSpPr/>
          <p:nvPr/>
        </p:nvSpPr>
        <p:spPr>
          <a:xfrm>
            <a:off x="1316369" y="2509134"/>
            <a:ext cx="505875" cy="215117"/>
          </a:xfrm>
          <a:custGeom>
            <a:avLst/>
            <a:gdLst/>
            <a:ahLst/>
            <a:cxnLst/>
            <a:rect l="l" t="t" r="r" b="b"/>
            <a:pathLst>
              <a:path w="505875" h="215117">
                <a:moveTo>
                  <a:pt x="131711" y="0"/>
                </a:moveTo>
                <a:lnTo>
                  <a:pt x="0" y="69682"/>
                </a:lnTo>
                <a:lnTo>
                  <a:pt x="374163" y="215117"/>
                </a:lnTo>
                <a:lnTo>
                  <a:pt x="505875" y="145435"/>
                </a:lnTo>
                <a:close/>
              </a:path>
            </a:pathLst>
          </a:custGeom>
          <a:solidFill>
            <a:srgbClr val="93C5FD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NDV editable face scene_object_model_scene_architecture_role_architecture_5ca2896b 0001" descr="{&quot;architecture_direction&quot;:null,&quot;architecture_evidence_digest&quot;:&quot;9acb6878a2119e51abcac2a376590bc947f414a307665dc63c6f9ceff1b9b8a2&quot;,&quot;architecture_role&quot;:&quot;image-lane&quot;,&quot;architecture_role_graph_digest&quot;:&quot;da680a68131577649b182a1d7025bfd4c3e55947739e0c521d9cf6fc1ecf69ec&quot;,&quot;architecture_role_graph_edge_id&quot;:null,&quot;architecture_role_id&quot;:&quot;architecture_role_image_lane_0_module_image_encoder_4_b28556_e21b32f1&quot;,&quot;architecture_route_id&quot;:null,&quot;architecture_route_role&quot;:null,&quot;depth&quot;:30.039315600000002,&quot;endpoint_object_ids&quot;:[],&quot;endpoint_role_ids&quot;:[],&quot;kind&quot;:&quot;face&quot;,&quot;object_id&quot;:&quot;scene_object_model_scene_architecture_role_architecture_5ca2896b&quot;,&quot;repeat_count&quot;:1,&quot;source_digest&quot;:&quot;fde74b9f07a94cab000ae85fee14f9f4ac4cc622f9ee00fd23fde683908b63c0&quot;}"/>
          <p:cNvSpPr/>
          <p:nvPr/>
        </p:nvSpPr>
        <p:spPr>
          <a:xfrm>
            <a:off x="1316369" y="2578816"/>
            <a:ext cx="374163" cy="314664"/>
          </a:xfrm>
          <a:custGeom>
            <a:avLst/>
            <a:gdLst/>
            <a:ahLst/>
            <a:cxnLst/>
            <a:rect l="l" t="t" r="r" b="b"/>
            <a:pathLst>
              <a:path w="374163" h="314664">
                <a:moveTo>
                  <a:pt x="0" y="169229"/>
                </a:moveTo>
                <a:lnTo>
                  <a:pt x="374163" y="314664"/>
                </a:lnTo>
                <a:lnTo>
                  <a:pt x="374163" y="145435"/>
                </a:lnTo>
                <a:lnTo>
                  <a:pt x="0" y="0"/>
                </a:lnTo>
                <a:close/>
              </a:path>
            </a:pathLst>
          </a:custGeom>
          <a:solidFill>
            <a:srgbClr val="93C5FD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NDV editable face scene_object_model_scene_architecture_role_architecture_5ca2896b 0002" descr="{&quot;architecture_direction&quot;:null,&quot;architecture_evidence_digest&quot;:&quot;9acb6878a2119e51abcac2a376590bc947f414a307665dc63c6f9ceff1b9b8a2&quot;,&quot;architecture_role&quot;:&quot;image-lane&quot;,&quot;architecture_role_graph_digest&quot;:&quot;da680a68131577649b182a1d7025bfd4c3e55947739e0c521d9cf6fc1ecf69ec&quot;,&quot;architecture_role_graph_edge_id&quot;:null,&quot;architecture_role_id&quot;:&quot;architecture_role_image_lane_0_module_image_encoder_4_b28556_e21b32f1&quot;,&quot;architecture_route_id&quot;:null,&quot;architecture_route_role&quot;:null,&quot;depth&quot;:29.633000074999998,&quot;endpoint_object_ids&quot;:[],&quot;endpoint_role_ids&quot;:[],&quot;kind&quot;:&quot;face&quot;,&quot;object_id&quot;:&quot;scene_object_model_scene_architecture_role_architecture_5ca2896b&quot;,&quot;repeat_count&quot;:1,&quot;source_digest&quot;:&quot;fde74b9f07a94cab000ae85fee14f9f4ac4cc622f9ee00fd23fde683908b63c0&quot;}"/>
          <p:cNvSpPr/>
          <p:nvPr/>
        </p:nvSpPr>
        <p:spPr>
          <a:xfrm>
            <a:off x="1690532" y="2654569"/>
            <a:ext cx="131712" cy="238911"/>
          </a:xfrm>
          <a:custGeom>
            <a:avLst/>
            <a:gdLst/>
            <a:ahLst/>
            <a:cxnLst/>
            <a:rect l="l" t="t" r="r" b="b"/>
            <a:pathLst>
              <a:path w="131712" h="238911">
                <a:moveTo>
                  <a:pt x="131712" y="169229"/>
                </a:moveTo>
                <a:lnTo>
                  <a:pt x="131712" y="0"/>
                </a:lnTo>
                <a:lnTo>
                  <a:pt x="0" y="69682"/>
                </a:lnTo>
                <a:lnTo>
                  <a:pt x="0" y="238911"/>
                </a:lnTo>
                <a:close/>
              </a:path>
            </a:pathLst>
          </a:custGeom>
          <a:solidFill>
            <a:srgbClr val="93C5FD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NDV editable face scene_object_model_scene_architecture_role_architecture_9908b22c 0003" descr="{&quot;architecture_direction&quot;:null,&quot;architecture_evidence_digest&quot;:&quot;9acb6878a2119e51abcac2a376590bc947f414a307665dc63c6f9ceff1b9b8a2&quot;,&quot;architecture_role&quot;:&quot;text-lane&quot;,&quot;architecture_role_graph_digest&quot;:&quot;da680a68131577649b182a1d7025bfd4c3e55947739e0c521d9cf6fc1ecf69ec&quot;,&quot;architecture_role_graph_edge_id&quot;:null,&quot;architecture_role_id&quot;:&quot;architecture_role_text_lane_1_node_fx_getitem_1_11_cb816ebb__391ff0b4&quot;,&quot;architecture_route_id&quot;:null,&quot;architecture_route_role&quot;:null,&quot;depth&quot;:23.5662581,&quot;endpoint_object_ids&quot;:[],&quot;endpoint_role_ids&quot;:[],&quot;kind&quot;:&quot;face&quot;,&quot;object_id&quot;:&quot;scene_object_model_scene_architecture_role_architecture_9908b22c&quot;,&quot;repeat_count&quot;:1,&quot;source_digest&quot;:&quot;fde74b9f07a94cab000ae85fee14f9f4ac4cc622f9ee00fd23fde683908b63c0&quot;}"/>
          <p:cNvSpPr/>
          <p:nvPr/>
        </p:nvSpPr>
        <p:spPr>
          <a:xfrm>
            <a:off x="1268223" y="934355"/>
            <a:ext cx="320712" cy="469473"/>
          </a:xfrm>
          <a:custGeom>
            <a:avLst/>
            <a:gdLst/>
            <a:ahLst/>
            <a:cxnLst/>
            <a:rect l="l" t="t" r="r" b="b"/>
            <a:pathLst>
              <a:path w="320712" h="469473">
                <a:moveTo>
                  <a:pt x="320712" y="299798"/>
                </a:moveTo>
                <a:lnTo>
                  <a:pt x="320712" y="0"/>
                </a:lnTo>
                <a:lnTo>
                  <a:pt x="0" y="169674"/>
                </a:lnTo>
                <a:lnTo>
                  <a:pt x="0" y="469473"/>
                </a:lnTo>
                <a:close/>
              </a:path>
            </a:pathLst>
          </a:custGeom>
          <a:solidFill>
            <a:srgbClr val="F0AB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NDV editable face scene_object_model_scene_architecture_role_architecture_9908b22c 0004" descr="{&quot;architecture_direction&quot;:null,&quot;architecture_evidence_digest&quot;:&quot;9acb6878a2119e51abcac2a376590bc947f414a307665dc63c6f9ceff1b9b8a2&quot;,&quot;architecture_role&quot;:&quot;text-lane&quot;,&quot;architecture_role_graph_digest&quot;:&quot;da680a68131577649b182a1d7025bfd4c3e55947739e0c521d9cf6fc1ecf69ec&quot;,&quot;architecture_role_graph_edge_id&quot;:null,&quot;architecture_role_id&quot;:&quot;architecture_role_text_lane_1_node_fx_getitem_1_11_cb816ebb__391ff0b4&quot;,&quot;architecture_route_id&quot;:null,&quot;architecture_route_role&quot;:null,&quot;depth&quot;:23.41367055,&quot;endpoint_object_ids&quot;:[],&quot;endpoint_role_ids&quot;:[],&quot;kind&quot;:&quot;face&quot;,&quot;object_id&quot;:&quot;scene_object_model_scene_architecture_role_architecture_9908b22c&quot;,&quot;repeat_count&quot;:1,&quot;source_digest&quot;:&quot;fde74b9f07a94cab000ae85fee14f9f4ac4cc622f9ee00fd23fde683908b63c0&quot;}"/>
          <p:cNvSpPr/>
          <p:nvPr/>
        </p:nvSpPr>
        <p:spPr>
          <a:xfrm>
            <a:off x="1114560" y="874627"/>
            <a:ext cx="474375" cy="229402"/>
          </a:xfrm>
          <a:custGeom>
            <a:avLst/>
            <a:gdLst/>
            <a:ahLst/>
            <a:cxnLst/>
            <a:rect l="l" t="t" r="r" b="b"/>
            <a:pathLst>
              <a:path w="474375" h="229402">
                <a:moveTo>
                  <a:pt x="320712" y="0"/>
                </a:moveTo>
                <a:lnTo>
                  <a:pt x="0" y="169674"/>
                </a:lnTo>
                <a:lnTo>
                  <a:pt x="153663" y="229402"/>
                </a:lnTo>
                <a:lnTo>
                  <a:pt x="474375" y="59728"/>
                </a:lnTo>
                <a:close/>
              </a:path>
            </a:pathLst>
          </a:custGeom>
          <a:solidFill>
            <a:srgbClr val="F0AB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NDV editable face scene_object_model_scene_architecture_role_architecture_9908b22c 0005" descr="{&quot;architecture_direction&quot;:null,&quot;architecture_evidence_digest&quot;:&quot;9acb6878a2119e51abcac2a376590bc947f414a307665dc63c6f9ceff1b9b8a2&quot;,&quot;architecture_role&quot;:&quot;text-lane&quot;,&quot;architecture_role_graph_digest&quot;:&quot;da680a68131577649b182a1d7025bfd4c3e55947739e0c521d9cf6fc1ecf69ec&quot;,&quot;architecture_role_graph_edge_id&quot;:null,&quot;architecture_role_id&quot;:&quot;architecture_role_text_lane_1_node_fx_getitem_1_11_cb816ebb__391ff0b4&quot;,&quot;architecture_route_id&quot;:null,&quot;architecture_route_role&quot;:null,&quot;depth&quot;:22.976536525,&quot;endpoint_object_ids&quot;:[],&quot;endpoint_role_ids&quot;:[],&quot;kind&quot;:&quot;face&quot;,&quot;object_id&quot;:&quot;scene_object_model_scene_architecture_role_architecture_9908b22c&quot;,&quot;repeat_count&quot;:1,&quot;source_digest&quot;:&quot;fde74b9f07a94cab000ae85fee14f9f4ac4cc622f9ee00fd23fde683908b63c0&quot;}"/>
          <p:cNvSpPr/>
          <p:nvPr/>
        </p:nvSpPr>
        <p:spPr>
          <a:xfrm>
            <a:off x="1114560" y="1044301"/>
            <a:ext cx="153663" cy="359527"/>
          </a:xfrm>
          <a:custGeom>
            <a:avLst/>
            <a:gdLst/>
            <a:ahLst/>
            <a:cxnLst/>
            <a:rect l="l" t="t" r="r" b="b"/>
            <a:pathLst>
              <a:path w="153663" h="359527">
                <a:moveTo>
                  <a:pt x="0" y="299799"/>
                </a:moveTo>
                <a:lnTo>
                  <a:pt x="153663" y="359527"/>
                </a:lnTo>
                <a:lnTo>
                  <a:pt x="153663" y="59728"/>
                </a:lnTo>
                <a:lnTo>
                  <a:pt x="0" y="0"/>
                </a:lnTo>
                <a:close/>
              </a:path>
            </a:pathLst>
          </a:custGeom>
          <a:solidFill>
            <a:srgbClr val="F0AB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NDV editable face scene_object_model_scene_architecture_role_architecture_0d7d318d 0006" descr="{&quot;architecture_direction&quot;:null,&quot;architecture_evidence_digest&quot;:&quot;9acb6878a2119e51abcac2a376590bc947f414a307665dc63c6f9ceff1b9b8a2&quot;,&quot;architecture_role&quot;:&quot;fusion&quot;,&quot;architecture_role_graph_digest&quot;:&quot;da680a68131577649b182a1d7025bfd4c3e55947739e0c521d9cf6fc1ecf69ec&quot;,&quot;architecture_role_graph_edge_id&quot;:null,&quot;architecture_role_id&quot;:&quot;architecture_role_fusion_2_node_fx_cat_15_cd86490b_module_mo_a805efa2&quot;,&quot;architecture_route_id&quot;:null,&quot;architecture_route_role&quot;:null,&quot;depth&quot;:17.181395875,&quot;endpoint_object_ids&quot;:[],&quot;endpoint_role_ids&quot;:[],&quot;kind&quot;:&quot;face&quot;,&quot;object_id&quot;:&quot;scene_object_model_scene_architecture_role_architecture_0d7d318d&quot;,&quot;repeat_count&quot;:1,&quot;source_digest&quot;:&quot;fde74b9f07a94cab000ae85fee14f9f4ac4cc622f9ee00fd23fde683908b63c0&quot;}"/>
          <p:cNvSpPr/>
          <p:nvPr/>
        </p:nvSpPr>
        <p:spPr>
          <a:xfrm>
            <a:off x="3012234" y="2613337"/>
            <a:ext cx="522563" cy="253356"/>
          </a:xfrm>
          <a:custGeom>
            <a:avLst/>
            <a:gdLst/>
            <a:ahLst/>
            <a:cxnLst/>
            <a:rect l="l" t="t" r="r" b="b"/>
            <a:pathLst>
              <a:path w="522563" h="253356">
                <a:moveTo>
                  <a:pt x="357924" y="0"/>
                </a:moveTo>
                <a:lnTo>
                  <a:pt x="0" y="189361"/>
                </a:lnTo>
                <a:lnTo>
                  <a:pt x="164639" y="253356"/>
                </a:lnTo>
                <a:lnTo>
                  <a:pt x="522563" y="63994"/>
                </a:lnTo>
                <a:close/>
              </a:path>
            </a:pathLst>
          </a:custGeom>
          <a:solidFill>
            <a:srgbClr val="8B5CF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NNDV editable face scene_object_model_scene_architecture_role_architecture_0d7d318d 0007" descr="{&quot;architecture_direction&quot;:null,&quot;architecture_evidence_digest&quot;:&quot;9acb6878a2119e51abcac2a376590bc947f414a307665dc63c6f9ceff1b9b8a2&quot;,&quot;architecture_role&quot;:&quot;fusion&quot;,&quot;architecture_role_graph_digest&quot;:&quot;da680a68131577649b182a1d7025bfd4c3e55947739e0c521d9cf6fc1ecf69ec&quot;,&quot;architecture_role_graph_edge_id&quot;:null,&quot;architecture_role_id&quot;:&quot;architecture_role_fusion_2_node_fx_cat_15_cd86490b_module_mo_a805efa2&quot;,&quot;architecture_route_id&quot;:null,&quot;architecture_route_role&quot;:null,&quot;depth&quot;:17.10511885,&quot;endpoint_object_ids&quot;:[],&quot;endpoint_role_ids&quot;:[],&quot;kind&quot;:&quot;face&quot;,&quot;object_id&quot;:&quot;scene_object_model_scene_architecture_role_architecture_0d7d318d&quot;,&quot;repeat_count&quot;:1,&quot;source_digest&quot;:&quot;fde74b9f07a94cab000ae85fee14f9f4ac4cc622f9ee00fd23fde683908b63c0&quot;}"/>
          <p:cNvSpPr/>
          <p:nvPr/>
        </p:nvSpPr>
        <p:spPr>
          <a:xfrm>
            <a:off x="3176873" y="2677331"/>
            <a:ext cx="357924" cy="358591"/>
          </a:xfrm>
          <a:custGeom>
            <a:avLst/>
            <a:gdLst/>
            <a:ahLst/>
            <a:cxnLst/>
            <a:rect l="l" t="t" r="r" b="b"/>
            <a:pathLst>
              <a:path w="357924" h="358591">
                <a:moveTo>
                  <a:pt x="357924" y="169229"/>
                </a:moveTo>
                <a:lnTo>
                  <a:pt x="357924" y="0"/>
                </a:lnTo>
                <a:lnTo>
                  <a:pt x="0" y="189362"/>
                </a:lnTo>
                <a:lnTo>
                  <a:pt x="0" y="358591"/>
                </a:lnTo>
                <a:close/>
              </a:path>
            </a:pathLst>
          </a:custGeom>
          <a:solidFill>
            <a:srgbClr val="8B5CF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NDV editable face scene_object_model_scene_architecture_role_architecture_0d7d318d 0008" descr="{&quot;architecture_direction&quot;:null,&quot;architecture_evidence_digest&quot;:&quot;9acb6878a2119e51abcac2a376590bc947f414a307665dc63c6f9ceff1b9b8a2&quot;,&quot;architecture_role&quot;:&quot;fusion&quot;,&quot;architecture_role_graph_digest&quot;:&quot;da680a68131577649b182a1d7025bfd4c3e55947739e0c521d9cf6fc1ecf69ec&quot;,&quot;architecture_role_graph_edge_id&quot;:null,&quot;architecture_role_id&quot;:&quot;architecture_role_fusion_2_node_fx_cat_15_cd86490b_module_mo_a805efa2&quot;,&quot;architecture_route_id&quot;:null,&quot;architecture_route_role&quot;:null,&quot;depth&quot;:16.43268225,&quot;endpoint_object_ids&quot;:[],&quot;endpoint_role_ids&quot;:[],&quot;kind&quot;:&quot;face&quot;,&quot;object_id&quot;:&quot;scene_object_model_scene_architecture_role_architecture_0d7d318d&quot;,&quot;repeat_count&quot;:1,&quot;source_digest&quot;:&quot;fde74b9f07a94cab000ae85fee14f9f4ac4cc622f9ee00fd23fde683908b63c0&quot;}"/>
          <p:cNvSpPr/>
          <p:nvPr/>
        </p:nvSpPr>
        <p:spPr>
          <a:xfrm>
            <a:off x="3012234" y="2802698"/>
            <a:ext cx="164639" cy="233224"/>
          </a:xfrm>
          <a:custGeom>
            <a:avLst/>
            <a:gdLst/>
            <a:ahLst/>
            <a:cxnLst/>
            <a:rect l="l" t="t" r="r" b="b"/>
            <a:pathLst>
              <a:path w="164639" h="233224">
                <a:moveTo>
                  <a:pt x="0" y="169229"/>
                </a:moveTo>
                <a:lnTo>
                  <a:pt x="164639" y="233224"/>
                </a:lnTo>
                <a:lnTo>
                  <a:pt x="164639" y="63995"/>
                </a:lnTo>
                <a:lnTo>
                  <a:pt x="0" y="0"/>
                </a:lnTo>
                <a:close/>
              </a:path>
            </a:pathLst>
          </a:custGeom>
          <a:solidFill>
            <a:srgbClr val="8B5CF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NDV editable face scene_object_model_scene_architecture_role_architecture_89d6b1bc 0009" descr="{&quot;architecture_direction&quot;:null,&quot;architecture_evidence_digest&quot;:&quot;9acb6878a2119e51abcac2a376590bc947f414a307665dc63c6f9ceff1b9b8a2&quot;,&quot;architecture_role&quot;:&quot;output-head&quot;,&quot;architecture_role_graph_digest&quot;:&quot;da680a68131577649b182a1d7025bfd4c3e55947739e0c521d9cf6fc1ecf69ec&quot;,&quot;architecture_role_graph_edge_id&quot;:null,&quot;architecture_role_id&quot;:&quot;architecture_role_output_head_3_node_fx_mul_18_d9198197_node_fbb12308&quot;,&quot;architecture_route_id&quot;:null,&quot;architecture_route_role&quot;:null,&quot;depth&quot;:12.6834361,&quot;endpoint_object_ids&quot;:[],&quot;endpoint_role_ids&quot;:[],&quot;kind&quot;:&quot;face&quot;,&quot;object_id&quot;:&quot;scene_object_model_scene_architecture_role_architecture_89d6b1bc&quot;,&quot;repeat_count&quot;:1,&quot;source_digest&quot;:&quot;fde74b9f07a94cab000ae85fee14f9f4ac4cc622f9ee00fd23fde683908b63c0&quot;}"/>
          <p:cNvSpPr/>
          <p:nvPr/>
        </p:nvSpPr>
        <p:spPr>
          <a:xfrm>
            <a:off x="4880089" y="3042475"/>
            <a:ext cx="485351" cy="233669"/>
          </a:xfrm>
          <a:custGeom>
            <a:avLst/>
            <a:gdLst/>
            <a:ahLst/>
            <a:cxnLst/>
            <a:rect l="l" t="t" r="r" b="b"/>
            <a:pathLst>
              <a:path w="485351" h="233669">
                <a:moveTo>
                  <a:pt x="320712" y="0"/>
                </a:moveTo>
                <a:lnTo>
                  <a:pt x="0" y="169675"/>
                </a:lnTo>
                <a:lnTo>
                  <a:pt x="164639" y="233669"/>
                </a:lnTo>
                <a:lnTo>
                  <a:pt x="485351" y="63995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NDV editable face scene_object_model_scene_architecture_role_architecture_89d6b1bc 0010" descr="{&quot;architecture_direction&quot;:null,&quot;architecture_evidence_digest&quot;:&quot;9acb6878a2119e51abcac2a376590bc947f414a307665dc63c6f9ceff1b9b8a2&quot;,&quot;architecture_role&quot;:&quot;output-head&quot;,&quot;architecture_role_graph_digest&quot;:&quot;da680a68131577649b182a1d7025bfd4c3e55947739e0c521d9cf6fc1ecf69ec&quot;,&quot;architecture_role_graph_edge_id&quot;:null,&quot;architecture_role_id&quot;:&quot;architecture_role_output_head_3_node_fx_mul_18_d9198197_node_fbb12308&quot;,&quot;architecture_route_id&quot;:null,&quot;architecture_route_role&quot;:null,&quot;depth&quot;:12.6071591,&quot;endpoint_object_ids&quot;:[],&quot;endpoint_role_ids&quot;:[],&quot;kind&quot;:&quot;face&quot;,&quot;object_id&quot;:&quot;scene_object_model_scene_architecture_role_architecture_89d6b1bc&quot;,&quot;repeat_count&quot;:1,&quot;source_digest&quot;:&quot;fde74b9f07a94cab000ae85fee14f9f4ac4cc622f9ee00fd23fde683908b63c0&quot;}"/>
          <p:cNvSpPr/>
          <p:nvPr/>
        </p:nvSpPr>
        <p:spPr>
          <a:xfrm>
            <a:off x="5044728" y="3106470"/>
            <a:ext cx="320712" cy="338903"/>
          </a:xfrm>
          <a:custGeom>
            <a:avLst/>
            <a:gdLst/>
            <a:ahLst/>
            <a:cxnLst/>
            <a:rect l="l" t="t" r="r" b="b"/>
            <a:pathLst>
              <a:path w="320712" h="338903">
                <a:moveTo>
                  <a:pt x="320712" y="169229"/>
                </a:moveTo>
                <a:lnTo>
                  <a:pt x="320712" y="0"/>
                </a:lnTo>
                <a:lnTo>
                  <a:pt x="0" y="169674"/>
                </a:lnTo>
                <a:lnTo>
                  <a:pt x="0" y="338903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NDV editable face scene_object_model_scene_architecture_role_architecture_89d6b1bc 0011" descr="{&quot;architecture_direction&quot;:null,&quot;architecture_evidence_digest&quot;:&quot;9acb6878a2119e51abcac2a376590bc947f414a307665dc63c6f9ceff1b9b8a2&quot;,&quot;architecture_role&quot;:&quot;output-head&quot;,&quot;architecture_role_graph_digest&quot;:&quot;da680a68131577649b182a1d7025bfd4c3e55947739e0c521d9cf6fc1ecf69ec&quot;,&quot;architecture_role_graph_edge_id&quot;:null,&quot;architecture_role_id&quot;:&quot;architecture_role_output_head_3_node_fx_mul_18_d9198197_node_fbb12308&quot;,&quot;architecture_route_id&quot;:null,&quot;architecture_route_role&quot;:null,&quot;depth&quot;:12.040320625,&quot;endpoint_object_ids&quot;:[],&quot;endpoint_role_ids&quot;:[],&quot;kind&quot;:&quot;face&quot;,&quot;object_id&quot;:&quot;scene_object_model_scene_architecture_role_architecture_89d6b1bc&quot;,&quot;repeat_count&quot;:1,&quot;source_digest&quot;:&quot;fde74b9f07a94cab000ae85fee14f9f4ac4cc622f9ee00fd23fde683908b63c0&quot;}"/>
          <p:cNvSpPr/>
          <p:nvPr/>
        </p:nvSpPr>
        <p:spPr>
          <a:xfrm>
            <a:off x="4880089" y="3212150"/>
            <a:ext cx="164639" cy="233223"/>
          </a:xfrm>
          <a:custGeom>
            <a:avLst/>
            <a:gdLst/>
            <a:ahLst/>
            <a:cxnLst/>
            <a:rect l="l" t="t" r="r" b="b"/>
            <a:pathLst>
              <a:path w="164639" h="233223">
                <a:moveTo>
                  <a:pt x="0" y="169229"/>
                </a:moveTo>
                <a:lnTo>
                  <a:pt x="164639" y="233223"/>
                </a:lnTo>
                <a:lnTo>
                  <a:pt x="164639" y="63994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NNDV editable edge scene_object_model_scene_architecture_role_architecture_5ca2896b 000" descr="{&quot;architecture_direction&quot;:null,&quot;architecture_evidence_digest&quot;:&quot;9acb6878a2119e51abcac2a376590bc947f414a307665dc63c6f9ceff1b9b8a2&quot;,&quot;architecture_role&quot;:&quot;image-lane&quot;,&quot;architecture_role_graph_digest&quot;:&quot;da680a68131577649b182a1d7025bfd4c3e55947739e0c521d9cf6fc1ecf69ec&quot;,&quot;architecture_role_graph_edge_id&quot;:null,&quot;architecture_role_id&quot;:&quot;architecture_role_image_lane_0_module_image_encoder_4_b28556_e21b32f1&quot;,&quot;architecture_route_id&quot;:null,&quot;architecture_route_role&quot;:null,&quot;depth&quot;:30.926176249999997,&quot;endpoint_object_ids&quot;:[],&quot;endpoint_role_ids&quot;:[],&quot;kind&quot;:&quot;edge&quot;,&quot;object_id&quot;:&quot;scene_object_model_scene_architecture_role_architecture_5ca2896b&quot;,&quot;repeat_count&quot;:1,&quot;source_digest&quot;:&quot;fde74b9f07a94cab000ae85fee14f9f4ac4cc622f9ee00fd23fde683908b63c0&quot;}"/>
          <p:cNvCxnSpPr/>
          <p:nvPr/>
        </p:nvCxnSpPr>
        <p:spPr>
          <a:xfrm flipH="1">
            <a:off x="1316368" y="2509133"/>
            <a:ext cx="131711" cy="6968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NNDV editable edge scene_object_model_scene_architecture_role_architecture_5ca2896b 000" descr="{&quot;architecture_direction&quot;:null,&quot;architecture_evidence_digest&quot;:&quot;9acb6878a2119e51abcac2a376590bc947f414a307665dc63c6f9ceff1b9b8a2&quot;,&quot;architecture_role&quot;:&quot;image-lane&quot;,&quot;architecture_role_graph_digest&quot;:&quot;da680a68131577649b182a1d7025bfd4c3e55947739e0c521d9cf6fc1ecf69ec&quot;,&quot;architecture_role_graph_edge_id&quot;:null,&quot;architecture_role_id&quot;:&quot;architecture_role_image_lane_0_module_image_encoder_4_b28556_e21b32f1&quot;,&quot;architecture_route_id&quot;:null,&quot;architecture_route_role&quot;:null,&quot;depth&quot;:30.819388449999998,&quot;endpoint_object_ids&quot;:[],&quot;endpoint_role_ids&quot;:[],&quot;kind&quot;:&quot;edge&quot;,&quot;object_id&quot;:&quot;scene_object_model_scene_architecture_role_architecture_5ca2896b&quot;,&quot;repeat_count&quot;:1,&quot;source_digest&quot;:&quot;fde74b9f07a94cab000ae85fee14f9f4ac4cc622f9ee00fd23fde683908b63c0&quot;}"/>
          <p:cNvCxnSpPr/>
          <p:nvPr/>
        </p:nvCxnSpPr>
        <p:spPr>
          <a:xfrm flipV="1">
            <a:off x="1316368" y="2578816"/>
            <a:ext cx="0" cy="16922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NNDV editable edge scene_object_model_scene_architecture_role_architecture_5ca2896b 000" descr="{&quot;architecture_direction&quot;:null,&quot;architecture_evidence_digest&quot;:&quot;9acb6878a2119e51abcac2a376590bc947f414a307665dc63c6f9ceff1b9b8a2&quot;,&quot;architecture_role&quot;:&quot;image-lane&quot;,&quot;architecture_role_graph_digest&quot;:&quot;da680a68131577649b182a1d7025bfd4c3e55947739e0c521d9cf6fc1ecf69ec&quot;,&quot;architecture_role_graph_edge_id&quot;:null,&quot;architecture_role_id&quot;:&quot;architecture_role_image_lane_0_module_image_encoder_4_b28556_e21b32f1&quot;,&quot;architecture_route_id&quot;:null,&quot;architecture_route_role&quot;:null,&quot;depth&quot;:30.51986075,&quot;endpoint_object_ids&quot;:[],&quot;endpoint_role_ids&quot;:[],&quot;kind&quot;:&quot;edge&quot;,&quot;object_id&quot;:&quot;scene_object_model_scene_architecture_role_architecture_5ca2896b&quot;,&quot;repeat_count&quot;:1,&quot;source_digest&quot;:&quot;fde74b9f07a94cab000ae85fee14f9f4ac4cc622f9ee00fd23fde683908b63c0&quot;}"/>
          <p:cNvCxnSpPr/>
          <p:nvPr/>
        </p:nvCxnSpPr>
        <p:spPr>
          <a:xfrm flipH="1" flipV="1">
            <a:off x="1448079" y="2509133"/>
            <a:ext cx="374164" cy="14543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NNDV editable edge scene_object_model_scene_architecture_role_architecture_5ca2896b 000" descr="{&quot;architecture_direction&quot;:null,&quot;architecture_evidence_digest&quot;:&quot;9acb6878a2119e51abcac2a376590bc947f414a307665dc63c6f9ceff1b9b8a2&quot;,&quot;architecture_role&quot;:&quot;image-lane&quot;,&quot;architecture_role_graph_digest&quot;:&quot;da680a68131577649b182a1d7025bfd4c3e55947739e0c521d9cf6fc1ecf69ec&quot;,&quot;architecture_role_graph_edge_id&quot;:null,&quot;architecture_role_id&quot;:&quot;architecture_role_image_lane_0_module_image_encoder_4_b28556_e21b32f1&quot;,&quot;architecture_route_id&quot;:null,&quot;architecture_route_role&quot;:null,&quot;depth&quot;:30.30628515,&quot;endpoint_object_ids&quot;:[],&quot;endpoint_role_ids&quot;:[],&quot;kind&quot;:&quot;edge&quot;,&quot;object_id&quot;:&quot;scene_object_model_scene_architecture_role_architecture_5ca2896b&quot;,&quot;repeat_count&quot;:1,&quot;source_digest&quot;:&quot;fde74b9f07a94cab000ae85fee14f9f4ac4cc622f9ee00fd23fde683908b63c0&quot;}"/>
          <p:cNvCxnSpPr/>
          <p:nvPr/>
        </p:nvCxnSpPr>
        <p:spPr>
          <a:xfrm>
            <a:off x="1316368" y="2748045"/>
            <a:ext cx="374164" cy="14543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NNDV editable edge scene_object_model_scene_architecture_role_architecture_5ca2896b 000" descr="{&quot;architecture_direction&quot;:null,&quot;architecture_evidence_digest&quot;:&quot;9acb6878a2119e51abcac2a376590bc947f414a307665dc63c6f9ceff1b9b8a2&quot;,&quot;architecture_role&quot;:&quot;image-lane&quot;,&quot;architecture_role_graph_digest&quot;:&quot;da680a68131577649b182a1d7025bfd4c3e55947739e0c521d9cf6fc1ecf69ec&quot;,&quot;architecture_role_graph_edge_id&quot;:null,&quot;architecture_role_id&quot;:&quot;architecture_role_image_lane_0_module_image_encoder_4_b28556_e21b32f1&quot;,&quot;architecture_route_id&quot;:null,&quot;architecture_route_role&quot;:null,&quot;depth&quot;:30.006757399999998,&quot;endpoint_object_ids&quot;:[],&quot;endpoint_role_ids&quot;:[],&quot;kind&quot;:&quot;edge&quot;,&quot;object_id&quot;:&quot;scene_object_model_scene_architecture_role_architecture_5ca2896b&quot;,&quot;repeat_count&quot;:1,&quot;source_digest&quot;:&quot;fde74b9f07a94cab000ae85fee14f9f4ac4cc622f9ee00fd23fde683908b63c0&quot;}"/>
          <p:cNvCxnSpPr/>
          <p:nvPr/>
        </p:nvCxnSpPr>
        <p:spPr>
          <a:xfrm flipV="1">
            <a:off x="1822243" y="2654568"/>
            <a:ext cx="0" cy="16922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NNDV editable edge scene_object_model_scene_architecture_role_architecture_5ca2896b 000" descr="{&quot;architecture_direction&quot;:null,&quot;architecture_evidence_digest&quot;:&quot;9acb6878a2119e51abcac2a376590bc947f414a307665dc63c6f9ceff1b9b8a2&quot;,&quot;architecture_role&quot;:&quot;image-lane&quot;,&quot;architecture_role_graph_digest&quot;:&quot;da680a68131577649b182a1d7025bfd4c3e55947739e0c521d9cf6fc1ecf69ec&quot;,&quot;architecture_role_graph_edge_id&quot;:null,&quot;architecture_role_id&quot;:&quot;architecture_role_image_lane_0_module_image_encoder_4_b28556_e21b32f1&quot;,&quot;architecture_route_id&quot;:null,&quot;architecture_route_role&quot;:null,&quot;depth&quot;:29.8999696,&quot;endpoint_object_ids&quot;:[],&quot;endpoint_role_ids&quot;:[],&quot;kind&quot;:&quot;edge&quot;,&quot;object_id&quot;:&quot;scene_object_model_scene_architecture_role_architecture_5ca2896b&quot;,&quot;repeat_count&quot;:1,&quot;source_digest&quot;:&quot;fde74b9f07a94cab000ae85fee14f9f4ac4cc622f9ee00fd23fde683908b63c0&quot;}"/>
          <p:cNvCxnSpPr/>
          <p:nvPr/>
        </p:nvCxnSpPr>
        <p:spPr>
          <a:xfrm flipH="1">
            <a:off x="1690532" y="2823797"/>
            <a:ext cx="131711" cy="6968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NNDV editable edge scene_object_model_scene_architecture_role_architecture_5ca2896b 000" descr="{&quot;architecture_direction&quot;:null,&quot;architecture_evidence_digest&quot;:&quot;9acb6878a2119e51abcac2a376590bc947f414a307665dc63c6f9ceff1b9b8a2&quot;,&quot;architecture_role&quot;:&quot;image-lane&quot;,&quot;architecture_role_graph_digest&quot;:&quot;da680a68131577649b182a1d7025bfd4c3e55947739e0c521d9cf6fc1ecf69ec&quot;,&quot;architecture_role_graph_edge_id&quot;:null,&quot;architecture_role_id&quot;:&quot;architecture_role_image_lane_0_module_image_encoder_4_b28556_e21b32f1&quot;,&quot;architecture_route_id&quot;:null,&quot;architecture_route_role&quot;:null,&quot;depth&quot;:29.77234605,&quot;endpoint_object_ids&quot;:[],&quot;endpoint_role_ids&quot;:[],&quot;kind&quot;:&quot;edge&quot;,&quot;object_id&quot;:&quot;scene_object_model_scene_architecture_role_architecture_5ca2896b&quot;,&quot;repeat_count&quot;:1,&quot;source_digest&quot;:&quot;fde74b9f07a94cab000ae85fee14f9f4ac4cc622f9ee00fd23fde683908b63c0&quot;}"/>
          <p:cNvCxnSpPr/>
          <p:nvPr/>
        </p:nvCxnSpPr>
        <p:spPr>
          <a:xfrm flipH="1" flipV="1">
            <a:off x="1316368" y="2578816"/>
            <a:ext cx="374164" cy="14543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NNDV editable edge scene_object_model_scene_architecture_role_architecture_5ca2896b 000" descr="{&quot;architecture_direction&quot;:null,&quot;architecture_evidence_digest&quot;:&quot;9acb6878a2119e51abcac2a376590bc947f414a307665dc63c6f9ceff1b9b8a2&quot;,&quot;architecture_role&quot;:&quot;image-lane&quot;,&quot;architecture_role_graph_digest&quot;:&quot;da680a68131577649b182a1d7025bfd4c3e55947739e0c521d9cf6fc1ecf69ec&quot;,&quot;architecture_role_graph_edge_id&quot;:null,&quot;architecture_role_id&quot;:&quot;architecture_role_image_lane_0_module_image_encoder_4_b28556_e21b32f1&quot;,&quot;architecture_route_id&quot;:null,&quot;architecture_route_role&quot;:null,&quot;depth&quot;:29.366030549999998,&quot;endpoint_object_ids&quot;:[],&quot;endpoint_role_ids&quot;:[],&quot;kind&quot;:&quot;edge&quot;,&quot;object_id&quot;:&quot;scene_object_model_scene_architecture_role_architecture_5ca2896b&quot;,&quot;repeat_count&quot;:1,&quot;source_digest&quot;:&quot;fde74b9f07a94cab000ae85fee14f9f4ac4cc622f9ee00fd23fde683908b63c0&quot;}"/>
          <p:cNvCxnSpPr/>
          <p:nvPr/>
        </p:nvCxnSpPr>
        <p:spPr>
          <a:xfrm flipH="1">
            <a:off x="1690532" y="2654568"/>
            <a:ext cx="131711" cy="6968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NNDV editable edge scene_object_model_scene_architecture_role_architecture_5ca2896b 000" descr="{&quot;architecture_direction&quot;:null,&quot;architecture_evidence_digest&quot;:&quot;9acb6878a2119e51abcac2a376590bc947f414a307665dc63c6f9ceff1b9b8a2&quot;,&quot;architecture_role&quot;:&quot;image-lane&quot;,&quot;architecture_role_graph_digest&quot;:&quot;da680a68131577649b182a1d7025bfd4c3e55947739e0c521d9cf6fc1ecf69ec&quot;,&quot;architecture_role_graph_edge_id&quot;:null,&quot;architecture_role_id&quot;:&quot;architecture_role_image_lane_0_module_image_encoder_4_b28556_e21b32f1&quot;,&quot;architecture_route_id&quot;:null,&quot;architecture_route_role&quot;:null,&quot;depth&quot;:29.25924275,&quot;endpoint_object_ids&quot;:[],&quot;endpoint_role_ids&quot;:[],&quot;kind&quot;:&quot;edge&quot;,&quot;object_id&quot;:&quot;scene_object_model_scene_architecture_role_architecture_5ca2896b&quot;,&quot;repeat_count&quot;:1,&quot;source_digest&quot;:&quot;fde74b9f07a94cab000ae85fee14f9f4ac4cc622f9ee00fd23fde683908b63c0&quot;}"/>
          <p:cNvCxnSpPr/>
          <p:nvPr/>
        </p:nvCxnSpPr>
        <p:spPr>
          <a:xfrm flipV="1">
            <a:off x="1690532" y="2724251"/>
            <a:ext cx="0" cy="16922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NNDV editable edge scene_object_model_scene_architecture_role_architecture_9908b22c 000" descr="{&quot;architecture_direction&quot;:null,&quot;architecture_evidence_digest&quot;:&quot;9acb6878a2119e51abcac2a376590bc947f414a307665dc63c6f9ceff1b9b8a2&quot;,&quot;architecture_role&quot;:&quot;text-lane&quot;,&quot;architecture_role_graph_digest&quot;:&quot;da680a68131577649b182a1d7025bfd4c3e55947739e0c521d9cf6fc1ecf69ec&quot;,&quot;architecture_role_graph_edge_id&quot;:null,&quot;architecture_role_id&quot;:&quot;architecture_role_text_lane_1_node_fx_getitem_1_11_cb816ebb__391ff0b4&quot;,&quot;architecture_route_id&quot;:null,&quot;architecture_route_role&quot;:null,&quot;depth&quot;:24.4763431,&quot;endpoint_object_ids&quot;:[],&quot;endpoint_role_ids&quot;:[],&quot;kind&quot;:&quot;edge&quot;,&quot;object_id&quot;:&quot;scene_object_model_scene_architecture_role_architecture_9908b22c&quot;,&quot;repeat_count&quot;:1,&quot;source_digest&quot;:&quot;fde74b9f07a94cab000ae85fee14f9f4ac4cc622f9ee00fd23fde683908b63c0&quot;}"/>
          <p:cNvCxnSpPr/>
          <p:nvPr/>
        </p:nvCxnSpPr>
        <p:spPr>
          <a:xfrm flipV="1">
            <a:off x="1588934" y="934354"/>
            <a:ext cx="0" cy="29979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NNDV editable edge scene_object_model_scene_architecture_role_architecture_9908b22c 000" descr="{&quot;architecture_direction&quot;:null,&quot;architecture_evidence_digest&quot;:&quot;9acb6878a2119e51abcac2a376590bc947f414a307665dc63c6f9ceff1b9b8a2&quot;,&quot;architecture_role&quot;:&quot;text-lane&quot;,&quot;architecture_role_graph_digest&quot;:&quot;da680a68131577649b182a1d7025bfd4c3e55947739e0c521d9cf6fc1ecf69ec&quot;,&quot;architecture_role_graph_edge_id&quot;:null,&quot;architecture_role_id&quot;:&quot;architecture_role_text_lane_1_node_fx_getitem_1_11_cb816ebb__391ff0b4&quot;,&quot;architecture_route_id&quot;:null,&quot;architecture_route_role&quot;:null,&quot;depth&quot;:24.32375555,&quot;endpoint_object_ids&quot;:[],&quot;endpoint_role_ids&quot;:[],&quot;kind&quot;:&quot;edge&quot;,&quot;object_id&quot;:&quot;scene_object_model_scene_architecture_role_architecture_9908b22c&quot;,&quot;repeat_count&quot;:1,&quot;source_digest&quot;:&quot;fde74b9f07a94cab000ae85fee14f9f4ac4cc622f9ee00fd23fde683908b63c0&quot;}"/>
          <p:cNvCxnSpPr/>
          <p:nvPr/>
        </p:nvCxnSpPr>
        <p:spPr>
          <a:xfrm flipH="1" flipV="1">
            <a:off x="1435271" y="874627"/>
            <a:ext cx="153663" cy="5972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NNDV editable edge scene_object_model_scene_architecture_role_architecture_9908b22c 000" descr="{&quot;architecture_direction&quot;:null,&quot;architecture_evidence_digest&quot;:&quot;9acb6878a2119e51abcac2a376590bc947f414a307665dc63c6f9ceff1b9b8a2&quot;,&quot;architecture_role&quot;:&quot;text-lane&quot;,&quot;architecture_role_graph_digest&quot;:&quot;da680a68131577649b182a1d7025bfd4c3e55947739e0c521d9cf6fc1ecf69ec&quot;,&quot;architecture_role_graph_edge_id&quot;:null,&quot;architecture_role_id&quot;:&quot;architecture_role_text_lane_1_node_fx_getitem_1_11_cb816ebb__391ff0b4&quot;,&quot;architecture_route_id&quot;:null,&quot;architecture_route_role&quot;:null,&quot;depth&quot;:24.0392091,&quot;endpoint_object_ids&quot;:[],&quot;endpoint_role_ids&quot;:[],&quot;kind&quot;:&quot;edge&quot;,&quot;object_id&quot;:&quot;scene_object_model_scene_architecture_role_architecture_9908b22c&quot;,&quot;repeat_count&quot;:1,&quot;source_digest&quot;:&quot;fde74b9f07a94cab000ae85fee14f9f4ac4cc622f9ee00fd23fde683908b63c0&quot;}"/>
          <p:cNvCxnSpPr/>
          <p:nvPr/>
        </p:nvCxnSpPr>
        <p:spPr>
          <a:xfrm flipH="1">
            <a:off x="1268223" y="1234153"/>
            <a:ext cx="320711" cy="16967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NNDV editable arrow scene_object_model_scene_architecture_route_architectur_2a7926e1 000" descr="{&quot;architecture_direction&quot;:&quot;source-to-target&quot;,&quot;architecture_evidence_digest&quot;:&quot;9acb6878a2119e51abcac2a376590bc947f414a307665dc63c6f9ceff1b9b8a2&quot;,&quot;architecture_role&quot;:&quot;arrow&quot;,&quot;architecture_role_graph_digest&quot;:&quot;da680a68131577649b182a1d7025bfd4c3e55947739e0c521d9cf6fc1ecf69ec&quot;,&quot;architecture_role_graph_edge_id&quot;:&quot;architecture_role_flow_architecture_role_image_lane_0_module_imag_231495fa&quot;,&quot;architecture_role_id&quot;:null,&quot;architecture_route_id&quot;:null,&quot;architecture_route_role&quot;:&quot;arrow&quot;,&quot;depth&quot;:24.335866259375,&quot;endpoint_object_ids&quot;:[&quot;scene_object_model_scene_architecture_role_architecture_5ca2896b&quot;,&quot;scene_object_model_scene_architecture_role_architecture_0d7d318d&quot;],&quot;endpoint_role_ids&quot;:[&quot;architecture_role_image_lane_0_module_image_encoder_4_b28556_e21b32f1&quot;,&quot;architecture_role_fusion_2_node_fx_cat_15_cd86490b_module_mo_a805efa2&quot;],&quot;kind&quot;:&quot;arrow&quot;,&quot;object_id&quot;:&quot;scene_object_model_scene_architecture_route_architectur_2a7926e1&quot;,&quot;repeat_count&quot;:1,&quot;source_digest&quot;:&quot;fde74b9f07a94cab000ae85fee14f9f4ac4cc622f9ee00fd23fde683908b63c0&quot;}"/>
          <p:cNvCxnSpPr/>
          <p:nvPr/>
        </p:nvCxnSpPr>
        <p:spPr>
          <a:xfrm>
            <a:off x="1729075" y="2712868"/>
            <a:ext cx="1278158" cy="92492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NNDV editable polyline scene_object_model_scene_architecture_route_architectur_6a806f51 000" descr="{&quot;architecture_direction&quot;:&quot;source-to-target&quot;,&quot;architecture_evidence_digest&quot;:&quot;9acb6878a2119e51abcac2a376590bc947f414a307665dc63c6f9ceff1b9b8a2&quot;,&quot;architecture_role&quot;:&quot;multimodal-stream&quot;,&quot;architecture_role_graph_digest&quot;:&quot;da680a68131577649b182a1d7025bfd4c3e55947739e0c521d9cf6fc1ecf69ec&quot;,&quot;architecture_role_graph_edge_id&quot;:&quot;architecture_route_multimodal_stream_architecture_role_image__2c00795a&quot;,&quot;architecture_role_id&quot;:null,&quot;architecture_route_id&quot;:&quot;architecture_route_multimodal_stream_architecture_role_image__2c00795a&quot;,&quot;architecture_route_role&quot;:&quot;multimodal-stream&quot;,&quot;depth&quot;:26.4827958375,&quot;endpoint_object_ids&quot;:[&quot;scene_object_model_scene_architecture_role_architecture_5ca2896b&quot;,&quot;scene_object_model_scene_architecture_role_architecture_0d7d318d&quot;],&quot;endpoint_role_ids&quot;:[&quot;architecture_role_image_lane_0_module_image_encoder_4_b28556_e21b32f1&quot;,&quot;architecture_role_fusion_2_node_fx_cat_15_cd86490b_module_mo_a805efa2&quot;],&quot;kind&quot;:&quot;polyline&quot;,&quot;object_id&quot;:&quot;scene_object_model_scene_architecture_route_architectur_6a806f51&quot;,&quot;repeat_count&quot;:1,&quot;source_digest&quot;:&quot;fde74b9f07a94cab000ae85fee14f9f4ac4cc622f9ee00fd23fde683908b63c0&quot;}"/>
          <p:cNvCxnSpPr/>
          <p:nvPr/>
        </p:nvCxnSpPr>
        <p:spPr>
          <a:xfrm>
            <a:off x="1680841" y="2817004"/>
            <a:ext cx="483321" cy="50135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NNDV editable arrow scene_object_model_scene_architecture_route_architectur_6a806f51 000" descr="{&quot;architecture_direction&quot;:&quot;source-to-target&quot;,&quot;architecture_evidence_digest&quot;:&quot;9acb6878a2119e51abcac2a376590bc947f414a307665dc63c6f9ceff1b9b8a2&quot;,&quot;architecture_role&quot;:&quot;multimodal-stream&quot;,&quot;architecture_role_graph_digest&quot;:&quot;da680a68131577649b182a1d7025bfd4c3e55947739e0c521d9cf6fc1ecf69ec&quot;,&quot;architecture_role_graph_edge_id&quot;:&quot;architecture_route_multimodal_stream_architecture_role_image__2c00795a&quot;,&quot;architecture_role_id&quot;:null,&quot;architecture_route_id&quot;:&quot;architecture_route_multimodal_stream_architecture_role_image__2c00795a&quot;,&quot;architecture_route_role&quot;:&quot;multimodal-stream&quot;,&quot;depth&quot;:21.4141738375,&quot;endpoint_object_ids&quot;:[&quot;scene_object_model_scene_architecture_role_architecture_5ca2896b&quot;,&quot;scene_object_model_scene_architecture_role_architecture_0d7d318d&quot;],&quot;endpoint_role_ids&quot;:[&quot;architecture_role_image_lane_0_module_image_encoder_4_b28556_e21b32f1&quot;,&quot;architecture_role_fusion_2_node_fx_cat_15_cd86490b_module_mo_a805efa2&quot;],&quot;kind&quot;:&quot;arrow&quot;,&quot;object_id&quot;:&quot;scene_object_model_scene_architecture_route_architectur_6a806f51&quot;,&quot;repeat_count&quot;:1,&quot;source_digest&quot;:&quot;fde74b9f07a94cab000ae85fee14f9f4ac4cc622f9ee00fd23fde683908b63c0&quot;}"/>
          <p:cNvCxnSpPr/>
          <p:nvPr/>
        </p:nvCxnSpPr>
        <p:spPr>
          <a:xfrm flipV="1">
            <a:off x="2164162" y="2948062"/>
            <a:ext cx="832015" cy="370299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NNDV editable edge scene_object_model_scene_architecture_role_architecture_9908b22c 000" descr="{&quot;architecture_direction&quot;:null,&quot;architecture_evidence_digest&quot;:&quot;9acb6878a2119e51abcac2a376590bc947f414a307665dc63c6f9ceff1b9b8a2&quot;,&quot;architecture_role&quot;:&quot;text-lane&quot;,&quot;architecture_role_graph_digest&quot;:&quot;da680a68131577649b182a1d7025bfd4c3e55947739e0c521d9cf6fc1ecf69ec&quot;,&quot;architecture_role_graph_edge_id&quot;:null,&quot;architecture_role_id&quot;:&quot;architecture_role_text_lane_1_node_fx_getitem_1_11_cb816ebb__391ff0b4&quot;,&quot;architecture_route_id&quot;:null,&quot;architecture_route_role&quot;:null,&quot;depth&quot;:23.734034,&quot;endpoint_object_ids&quot;:[],&quot;endpoint_role_ids&quot;:[],&quot;kind&quot;:&quot;edge&quot;,&quot;object_id&quot;:&quot;scene_object_model_scene_architecture_role_architecture_9908b22c&quot;,&quot;repeat_count&quot;:1,&quot;source_digest&quot;:&quot;fde74b9f07a94cab000ae85fee14f9f4ac4cc622f9ee00fd23fde683908b63c0&quot;}"/>
          <p:cNvCxnSpPr/>
          <p:nvPr/>
        </p:nvCxnSpPr>
        <p:spPr>
          <a:xfrm flipH="1">
            <a:off x="1114560" y="874627"/>
            <a:ext cx="320711" cy="16967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NNDV editable edge scene_object_model_scene_architecture_role_architecture_9908b22c 000" descr="{&quot;architecture_direction&quot;:null,&quot;architecture_evidence_digest&quot;:&quot;9acb6878a2119e51abcac2a376590bc947f414a307665dc63c6f9ceff1b9b8a2&quot;,&quot;architecture_role&quot;:&quot;text-lane&quot;,&quot;architecture_role_graph_digest&quot;:&quot;da680a68131577649b182a1d7025bfd4c3e55947739e0c521d9cf6fc1ecf69ec&quot;,&quot;architecture_role_graph_edge_id&quot;:null,&quot;architecture_role_id&quot;:&quot;architecture_role_text_lane_1_node_fx_getitem_1_11_cb816ebb__391ff0b4&quot;,&quot;architecture_route_id&quot;:null,&quot;architecture_route_role&quot;:null,&quot;depth&quot;:23.4494875,&quot;endpoint_object_ids&quot;:[],&quot;endpoint_role_ids&quot;:[],&quot;kind&quot;:&quot;edge&quot;,&quot;object_id&quot;:&quot;scene_object_model_scene_architecture_role_architecture_9908b22c&quot;,&quot;repeat_count&quot;:1,&quot;source_digest&quot;:&quot;fde74b9f07a94cab000ae85fee14f9f4ac4cc622f9ee00fd23fde683908b63c0&quot;}"/>
          <p:cNvCxnSpPr/>
          <p:nvPr/>
        </p:nvCxnSpPr>
        <p:spPr>
          <a:xfrm>
            <a:off x="1114560" y="1344099"/>
            <a:ext cx="153663" cy="5972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NNDV editable edge scene_object_model_scene_architecture_role_architecture_9908b22c 000" descr="{&quot;architecture_direction&quot;:null,&quot;architecture_evidence_digest&quot;:&quot;9acb6878a2119e51abcac2a376590bc947f414a307665dc63c6f9ceff1b9b8a2&quot;,&quot;architecture_role&quot;:&quot;text-lane&quot;,&quot;architecture_role_graph_digest&quot;:&quot;da680a68131577649b182a1d7025bfd4c3e55947739e0c521d9cf6fc1ecf69ec&quot;,&quot;architecture_role_graph_edge_id&quot;:null,&quot;architecture_role_id&quot;:&quot;architecture_role_text_lane_1_node_fx_getitem_1_11_cb816ebb__391ff0b4&quot;,&quot;architecture_route_id&quot;:null,&quot;architecture_route_role&quot;:null,&quot;depth&quot;:23.29689995,&quot;endpoint_object_ids&quot;:[],&quot;endpoint_role_ids&quot;:[],&quot;kind&quot;:&quot;edge&quot;,&quot;object_id&quot;:&quot;scene_object_model_scene_architecture_role_architecture_9908b22c&quot;,&quot;repeat_count&quot;:1,&quot;source_digest&quot;:&quot;fde74b9f07a94cab000ae85fee14f9f4ac4cc622f9ee00fd23fde683908b63c0&quot;}"/>
          <p:cNvCxnSpPr/>
          <p:nvPr/>
        </p:nvCxnSpPr>
        <p:spPr>
          <a:xfrm flipV="1">
            <a:off x="1114560" y="1044301"/>
            <a:ext cx="0" cy="29979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NNDV editable edge scene_object_model_scene_architecture_role_architecture_9908b22c 000" descr="{&quot;architecture_direction&quot;:null,&quot;architecture_evidence_digest&quot;:&quot;9acb6878a2119e51abcac2a376590bc947f414a307665dc63c6f9ceff1b9b8a2&quot;,&quot;architecture_role&quot;:&quot;text-lane&quot;,&quot;architecture_role_graph_digest&quot;:&quot;da680a68131577649b182a1d7025bfd4c3e55947739e0c521d9cf6fc1ecf69ec&quot;,&quot;architecture_role_graph_edge_id&quot;:null,&quot;architecture_role_id&quot;:&quot;architecture_role_text_lane_1_node_fx_getitem_1_11_cb816ebb__391ff0b4&quot;,&quot;architecture_route_id&quot;:null,&quot;architecture_route_role&quot;:null,&quot;depth&quot;:23.093307099999997,&quot;endpoint_object_ids&quot;:[],&quot;endpoint_role_ids&quot;:[],&quot;kind&quot;:&quot;edge&quot;,&quot;object_id&quot;:&quot;scene_object_model_scene_architecture_role_architecture_9908b22c&quot;,&quot;repeat_count&quot;:1,&quot;source_digest&quot;:&quot;fde74b9f07a94cab000ae85fee14f9f4ac4cc622f9ee00fd23fde683908b63c0&quot;}"/>
          <p:cNvCxnSpPr/>
          <p:nvPr/>
        </p:nvCxnSpPr>
        <p:spPr>
          <a:xfrm flipH="1">
            <a:off x="1268223" y="934354"/>
            <a:ext cx="320711" cy="16967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NNDV editable edge scene_object_model_scene_architecture_role_architecture_9908b22c 000" descr="{&quot;architecture_direction&quot;:null,&quot;architecture_evidence_digest&quot;:&quot;9acb6878a2119e51abcac2a376590bc947f414a307665dc63c6f9ceff1b9b8a2&quot;,&quot;architecture_role&quot;:&quot;text-lane&quot;,&quot;architecture_role_graph_digest&quot;:&quot;da680a68131577649b182a1d7025bfd4c3e55947739e0c521d9cf6fc1ecf69ec&quot;,&quot;architecture_role_graph_edge_id&quot;:null,&quot;architecture_role_id&quot;:&quot;architecture_role_text_lane_1_node_fx_getitem_1_11_cb816ebb__391ff0b4&quot;,&quot;architecture_route_id&quot;:null,&quot;architecture_route_role&quot;:null,&quot;depth&quot;:22.656173099999997,&quot;endpoint_object_ids&quot;:[],&quot;endpoint_role_ids&quot;:[],&quot;kind&quot;:&quot;edge&quot;,&quot;object_id&quot;:&quot;scene_object_model_scene_architecture_role_architecture_9908b22c&quot;,&quot;repeat_count&quot;:1,&quot;source_digest&quot;:&quot;fde74b9f07a94cab000ae85fee14f9f4ac4cc622f9ee00fd23fde683908b63c0&quot;}"/>
          <p:cNvCxnSpPr/>
          <p:nvPr/>
        </p:nvCxnSpPr>
        <p:spPr>
          <a:xfrm flipV="1">
            <a:off x="1268223" y="1104029"/>
            <a:ext cx="0" cy="29979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NNDV editable edge scene_object_model_scene_architecture_role_architecture_9908b22c 000" descr="{&quot;architecture_direction&quot;:null,&quot;architecture_evidence_digest&quot;:&quot;9acb6878a2119e51abcac2a376590bc947f414a307665dc63c6f9ceff1b9b8a2&quot;,&quot;architecture_role&quot;:&quot;text-lane&quot;,&quot;architecture_role_graph_digest&quot;:&quot;da680a68131577649b182a1d7025bfd4c3e55947739e0c521d9cf6fc1ecf69ec&quot;,&quot;architecture_role_graph_edge_id&quot;:null,&quot;architecture_role_id&quot;:&quot;architecture_role_text_lane_1_node_fx_getitem_1_11_cb816ebb__391ff0b4&quot;,&quot;architecture_route_id&quot;:null,&quot;architecture_route_role&quot;:null,&quot;depth&quot;:22.503585549999997,&quot;endpoint_object_ids&quot;:[],&quot;endpoint_role_ids&quot;:[],&quot;kind&quot;:&quot;edge&quot;,&quot;object_id&quot;:&quot;scene_object_model_scene_architecture_role_architecture_9908b22c&quot;,&quot;repeat_count&quot;:1,&quot;source_digest&quot;:&quot;fde74b9f07a94cab000ae85fee14f9f4ac4cc622f9ee00fd23fde683908b63c0&quot;}"/>
          <p:cNvCxnSpPr/>
          <p:nvPr/>
        </p:nvCxnSpPr>
        <p:spPr>
          <a:xfrm flipH="1" flipV="1">
            <a:off x="1114560" y="1044301"/>
            <a:ext cx="153663" cy="5972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NNDV editable arrow scene_object_model_scene_architecture_route_architectur_f3a2f7d0 000" descr="{&quot;architecture_direction&quot;:&quot;source-to-target&quot;,&quot;architecture_evidence_digest&quot;:&quot;9acb6878a2119e51abcac2a376590bc947f414a307665dc63c6f9ceff1b9b8a2&quot;,&quot;architecture_role&quot;:&quot;arrow&quot;,&quot;architecture_role_graph_digest&quot;:&quot;da680a68131577649b182a1d7025bfd4c3e55947739e0c521d9cf6fc1ecf69ec&quot;,&quot;architecture_role_graph_edge_id&quot;:&quot;architecture_role_flow_architecture_role_text_lane_1_node_fx_geti_186f7164&quot;,&quot;architecture_role_id&quot;:null,&quot;architecture_route_id&quot;:null,&quot;architecture_route_role&quot;:&quot;arrow&quot;,&quot;depth&quot;:20.667493450000002,&quot;endpoint_object_ids&quot;:[&quot;scene_object_model_scene_architecture_role_architecture_9908b22c&quot;,&quot;scene_object_model_scene_architecture_role_architecture_0d7d318d&quot;],&quot;endpoint_role_ids&quot;:[&quot;architecture_role_text_lane_1_node_fx_getitem_1_11_cb816ebb__391ff0b4&quot;,&quot;architecture_role_fusion_2_node_fx_cat_15_cd86490b_module_mo_a805efa2&quot;],&quot;kind&quot;:&quot;arrow&quot;,&quot;object_id&quot;:&quot;scene_object_model_scene_architecture_route_architectur_f3a2f7d0&quot;,&quot;repeat_count&quot;:1,&quot;source_digest&quot;:&quot;fde74b9f07a94cab000ae85fee14f9f4ac4cc622f9ee00fd23fde683908b63c0&quot;}"/>
          <p:cNvCxnSpPr/>
          <p:nvPr/>
        </p:nvCxnSpPr>
        <p:spPr>
          <a:xfrm>
            <a:off x="1471857" y="1244564"/>
            <a:ext cx="1681548" cy="1474727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NNDV editable polyline scene_object_model_scene_architecture_route_architectur_5c4b7e99 000" descr="{&quot;architecture_direction&quot;:&quot;source-to-target&quot;,&quot;architecture_evidence_digest&quot;:&quot;9acb6878a2119e51abcac2a376590bc947f414a307665dc63c6f9ceff1b9b8a2&quot;,&quot;architecture_role&quot;:&quot;multimodal-stream&quot;,&quot;architecture_role_graph_digest&quot;:&quot;da680a68131577649b182a1d7025bfd4c3e55947739e0c521d9cf6fc1ecf69ec&quot;,&quot;architecture_role_graph_edge_id&quot;:&quot;architecture_route_multimodal_stream_architecture_role_text_l_c1efbc2e&quot;,&quot;architecture_role_id&quot;:null,&quot;architecture_route_id&quot;:&quot;architecture_route_multimodal_stream_architecture_role_text_l_c1efbc2e&quot;,&quot;architecture_route_role&quot;:&quot;multimodal-stream&quot;,&quot;depth&quot;:20.941874625,&quot;endpoint_object_ids&quot;:[&quot;scene_object_model_scene_architecture_role_architecture_9908b22c&quot;,&quot;scene_object_model_scene_architecture_role_architecture_0d7d318d&quot;],&quot;endpoint_role_ids&quot;:[&quot;architecture_role_text_lane_1_node_fx_getitem_1_11_cb816ebb__391ff0b4&quot;,&quot;architecture_role_fusion_2_node_fx_cat_15_cd86490b_module_mo_a805efa2&quot;],&quot;kind&quot;:&quot;polyline&quot;,&quot;object_id&quot;:&quot;scene_object_model_scene_architecture_route_architectur_5c4b7e99&quot;,&quot;repeat_count&quot;:1,&quot;source_digest&quot;:&quot;fde74b9f07a94cab000ae85fee14f9f4ac4cc622f9ee00fd23fde683908b63c0&quot;}"/>
          <p:cNvCxnSpPr/>
          <p:nvPr/>
        </p:nvCxnSpPr>
        <p:spPr>
          <a:xfrm>
            <a:off x="1427911" y="1186285"/>
            <a:ext cx="736251" cy="45489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NNDV editable arrow scene_object_model_scene_architecture_route_architectur_5c4b7e99 000" descr="{&quot;architecture_direction&quot;:&quot;source-to-target&quot;,&quot;architecture_evidence_digest&quot;:&quot;9acb6878a2119e51abcac2a376590bc947f414a307665dc63c6f9ceff1b9b8a2&quot;,&quot;architecture_role&quot;:&quot;multimodal-stream&quot;,&quot;architecture_role_graph_digest&quot;:&quot;da680a68131577649b182a1d7025bfd4c3e55947739e0c521d9cf6fc1ecf69ec&quot;,&quot;architecture_role_graph_edge_id&quot;:&quot;architecture_route_multimodal_stream_architecture_role_text_l_c1efbc2e&quot;,&quot;architecture_role_id&quot;:null,&quot;architecture_route_id&quot;:&quot;architecture_route_multimodal_stream_architecture_role_text_l_c1efbc2e&quot;,&quot;architecture_route_role&quot;:&quot;multimodal-stream&quot;,&quot;depth&quot;:18.024539829687498,&quot;endpoint_object_ids&quot;:[&quot;scene_object_model_scene_architecture_role_architecture_9908b22c&quot;,&quot;scene_object_model_scene_architecture_role_architecture_0d7d318d&quot;],&quot;endpoint_role_ids&quot;:[&quot;architecture_role_text_lane_1_node_fx_getitem_1_11_cb816ebb__391ff0b4&quot;,&quot;architecture_role_fusion_2_node_fx_cat_15_cd86490b_module_mo_a805efa2&quot;],&quot;kind&quot;:&quot;arrow&quot;,&quot;object_id&quot;:&quot;scene_object_model_scene_architecture_route_architectur_5c4b7e99&quot;,&quot;repeat_count&quot;:1,&quot;source_digest&quot;:&quot;fde74b9f07a94cab000ae85fee14f9f4ac4cc622f9ee00fd23fde683908b63c0&quot;}"/>
          <p:cNvCxnSpPr/>
          <p:nvPr/>
        </p:nvCxnSpPr>
        <p:spPr>
          <a:xfrm>
            <a:off x="2164162" y="1641181"/>
            <a:ext cx="1005351" cy="1072499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NNDV editable edge scene_object_model_scene_architecture_role_architecture_0d7d318d 000" descr="{&quot;architecture_direction&quot;:null,&quot;architecture_evidence_digest&quot;:&quot;9acb6878a2119e51abcac2a376590bc947f414a307665dc63c6f9ceff1b9b8a2&quot;,&quot;architecture_role&quot;:&quot;fusion&quot;,&quot;architecture_role_graph_digest&quot;:&quot;da680a68131577649b182a1d7025bfd4c3e55947739e0c521d9cf6fc1ecf69ec&quot;,&quot;architecture_role_graph_edge_id&quot;:null,&quot;architecture_role_id&quot;:&quot;architecture_role_fusion_2_node_fx_cat_15_cd86490b_module_mo_a805efa2&quot;,&quot;architecture_route_id&quot;:null,&quot;architecture_route_role&quot;:null,&quot;depth&quot;:18.197079000000002,&quot;endpoint_object_ids&quot;:[],&quot;endpoint_role_ids&quot;:[],&quot;kind&quot;:&quot;edge&quot;,&quot;object_id&quot;:&quot;scene_object_model_scene_architecture_role_architecture_0d7d318d&quot;,&quot;repeat_count&quot;:1,&quot;source_digest&quot;:&quot;fde74b9f07a94cab000ae85fee14f9f4ac4cc622f9ee00fd23fde683908b63c0&quot;}"/>
          <p:cNvCxnSpPr/>
          <p:nvPr/>
        </p:nvCxnSpPr>
        <p:spPr>
          <a:xfrm flipH="1" flipV="1">
            <a:off x="3370158" y="2613336"/>
            <a:ext cx="164639" cy="6399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NNDV editable edge scene_object_model_scene_architecture_role_architecture_0d7d318d 000" descr="{&quot;architecture_direction&quot;:null,&quot;architecture_evidence_digest&quot;:&quot;9acb6878a2119e51abcac2a376590bc947f414a307665dc63c6f9ceff1b9b8a2&quot;,&quot;architecture_role&quot;:&quot;fusion&quot;,&quot;architecture_role_graph_digest&quot;:&quot;da680a68131577649b182a1d7025bfd4c3e55947739e0c521d9cf6fc1ecf69ec&quot;,&quot;architecture_role_graph_edge_id&quot;:null,&quot;architecture_role_id&quot;:&quot;architecture_role_fusion_2_node_fx_cat_15_cd86490b_module_mo_a805efa2&quot;,&quot;architecture_route_id&quot;:null,&quot;architecture_route_role&quot;:null,&quot;depth&quot;:18.120801999999998,&quot;endpoint_object_ids&quot;:[],&quot;endpoint_role_ids&quot;:[],&quot;kind&quot;:&quot;edge&quot;,&quot;object_id&quot;:&quot;scene_object_model_scene_architecture_role_architecture_0d7d318d&quot;,&quot;repeat_count&quot;:1,&quot;source_digest&quot;:&quot;fde74b9f07a94cab000ae85fee14f9f4ac4cc622f9ee00fd23fde683908b63c0&quot;}"/>
          <p:cNvCxnSpPr/>
          <p:nvPr/>
        </p:nvCxnSpPr>
        <p:spPr>
          <a:xfrm flipV="1">
            <a:off x="3534797" y="2677330"/>
            <a:ext cx="0" cy="16922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NNDV editable edge scene_object_model_scene_architecture_role_architecture_0d7d318d 000" descr="{&quot;architecture_direction&quot;:null,&quot;architecture_evidence_digest&quot;:&quot;9acb6878a2119e51abcac2a376590bc947f414a307665dc63c6f9ceff1b9b8a2&quot;,&quot;architecture_role&quot;:&quot;fusion&quot;,&quot;architecture_role_graph_digest&quot;:&quot;da680a68131577649b182a1d7025bfd4c3e55947739e0c521d9cf6fc1ecf69ec&quot;,&quot;architecture_role_graph_edge_id&quot;:null,&quot;architecture_role_id&quot;:&quot;architecture_role_fusion_2_node_fx_cat_15_cd86490b_module_mo_a805efa2&quot;,&quot;architecture_route_id&quot;:null,&quot;architecture_route_role&quot;:null,&quot;depth&quot;:17.5246424,&quot;endpoint_object_ids&quot;:[],&quot;endpoint_role_ids&quot;:[],&quot;kind&quot;:&quot;edge&quot;,&quot;object_id&quot;:&quot;scene_object_model_scene_architecture_role_architecture_0d7d318d&quot;,&quot;repeat_count&quot;:1,&quot;source_digest&quot;:&quot;fde74b9f07a94cab000ae85fee14f9f4ac4cc622f9ee00fd23fde683908b63c0&quot;}"/>
          <p:cNvCxnSpPr/>
          <p:nvPr/>
        </p:nvCxnSpPr>
        <p:spPr>
          <a:xfrm flipH="1">
            <a:off x="3012234" y="2613336"/>
            <a:ext cx="357924" cy="18936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NNDV editable edge scene_object_model_scene_architecture_role_architecture_0d7d318d 000" descr="{&quot;architecture_direction&quot;:null,&quot;architecture_evidence_digest&quot;:&quot;9acb6878a2119e51abcac2a376590bc947f414a307665dc63c6f9ceff1b9b8a2&quot;,&quot;architecture_role&quot;:&quot;fusion&quot;,&quot;architecture_role_graph_digest&quot;:&quot;da680a68131577649b182a1d7025bfd4c3e55947739e0c521d9cf6fc1ecf69ec&quot;,&quot;architecture_role_graph_edge_id&quot;:null,&quot;architecture_role_id&quot;:&quot;architecture_role_fusion_2_node_fx_cat_15_cd86490b_module_mo_a805efa2&quot;,&quot;architecture_route_id&quot;:null,&quot;architecture_route_role&quot;:null,&quot;depth&quot;:17.37208835,&quot;endpoint_object_ids&quot;:[],&quot;endpoint_role_ids&quot;:[],&quot;kind&quot;:&quot;edge&quot;,&quot;object_id&quot;:&quot;scene_object_model_scene_architecture_role_architecture_0d7d318d&quot;,&quot;repeat_count&quot;:1,&quot;source_digest&quot;:&quot;fde74b9f07a94cab000ae85fee14f9f4ac4cc622f9ee00fd23fde683908b63c0&quot;}"/>
          <p:cNvCxnSpPr/>
          <p:nvPr/>
        </p:nvCxnSpPr>
        <p:spPr>
          <a:xfrm flipH="1">
            <a:off x="3176873" y="2846559"/>
            <a:ext cx="357924" cy="18936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NNDV editable edge scene_object_model_scene_architecture_role_architecture_0d7d318d 000" descr="{&quot;architecture_direction&quot;:null,&quot;architecture_evidence_digest&quot;:&quot;9acb6878a2119e51abcac2a376590bc947f414a307665dc63c6f9ceff1b9b8a2&quot;,&quot;architecture_role&quot;:&quot;fusion&quot;,&quot;architecture_role_graph_digest&quot;:&quot;da680a68131577649b182a1d7025bfd4c3e55947739e0c521d9cf6fc1ecf69ec&quot;,&quot;architecture_role_graph_edge_id&quot;:null,&quot;architecture_role_id&quot;:&quot;architecture_role_fusion_2_node_fx_cat_15_cd86490b_module_mo_a805efa2&quot;,&quot;architecture_route_id&quot;:null,&quot;architecture_route_role&quot;:null,&quot;depth&quot;:16.83814935,&quot;endpoint_object_ids&quot;:[],&quot;endpoint_role_ids&quot;:[],&quot;kind&quot;:&quot;edge&quot;,&quot;object_id&quot;:&quot;scene_object_model_scene_architecture_role_architecture_0d7d318d&quot;,&quot;repeat_count&quot;:1,&quot;source_digest&quot;:&quot;fde74b9f07a94cab000ae85fee14f9f4ac4cc622f9ee00fd23fde683908b63c0&quot;}"/>
          <p:cNvCxnSpPr/>
          <p:nvPr/>
        </p:nvCxnSpPr>
        <p:spPr>
          <a:xfrm flipH="1">
            <a:off x="3176873" y="2677330"/>
            <a:ext cx="357924" cy="18936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NNDV editable edge scene_object_model_scene_architecture_role_architecture_0d7d318d 000" descr="{&quot;architecture_direction&quot;:null,&quot;architecture_evidence_digest&quot;:&quot;9acb6878a2119e51abcac2a376590bc947f414a307665dc63c6f9ceff1b9b8a2&quot;,&quot;architecture_role&quot;:&quot;fusion&quot;,&quot;architecture_role_graph_digest&quot;:&quot;da680a68131577649b182a1d7025bfd4c3e55947739e0c521d9cf6fc1ecf69ec&quot;,&quot;architecture_role_graph_edge_id&quot;:null,&quot;architecture_role_id&quot;:&quot;architecture_role_fusion_2_node_fx_cat_15_cd86490b_module_mo_a805efa2&quot;,&quot;architecture_route_id&quot;:null,&quot;architecture_route_role&quot;:null,&quot;depth&quot;:16.775928800000003,&quot;endpoint_object_ids&quot;:[],&quot;endpoint_role_ids&quot;:[],&quot;kind&quot;:&quot;edge&quot;,&quot;object_id&quot;:&quot;scene_object_model_scene_architecture_role_architecture_0d7d318d&quot;,&quot;repeat_count&quot;:1,&quot;source_digest&quot;:&quot;fde74b9f07a94cab000ae85fee14f9f4ac4cc622f9ee00fd23fde683908b63c0&quot;}"/>
          <p:cNvCxnSpPr/>
          <p:nvPr/>
        </p:nvCxnSpPr>
        <p:spPr>
          <a:xfrm flipV="1">
            <a:off x="3012234" y="2802698"/>
            <a:ext cx="0" cy="16922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NNDV editable edge scene_object_model_scene_architecture_role_architecture_0d7d318d 000" descr="{&quot;architecture_direction&quot;:null,&quot;architecture_evidence_digest&quot;:&quot;9acb6878a2119e51abcac2a376590bc947f414a307665dc63c6f9ceff1b9b8a2&quot;,&quot;architecture_role&quot;:&quot;fusion&quot;,&quot;architecture_role_graph_digest&quot;:&quot;da680a68131577649b182a1d7025bfd4c3e55947739e0c521d9cf6fc1ecf69ec&quot;,&quot;architecture_role_graph_edge_id&quot;:null,&quot;architecture_role_id&quot;:&quot;architecture_role_fusion_2_node_fx_cat_15_cd86490b_module_mo_a805efa2&quot;,&quot;architecture_route_id&quot;:null,&quot;architecture_route_role&quot;:null,&quot;depth&quot;:16.69965175,&quot;endpoint_object_ids&quot;:[],&quot;endpoint_role_ids&quot;:[],&quot;kind&quot;:&quot;edge&quot;,&quot;object_id&quot;:&quot;scene_object_model_scene_architecture_role_architecture_0d7d318d&quot;,&quot;repeat_count&quot;:1,&quot;source_digest&quot;:&quot;fde74b9f07a94cab000ae85fee14f9f4ac4cc622f9ee00fd23fde683908b63c0&quot;}"/>
          <p:cNvCxnSpPr/>
          <p:nvPr/>
        </p:nvCxnSpPr>
        <p:spPr>
          <a:xfrm>
            <a:off x="3012234" y="2971927"/>
            <a:ext cx="164639" cy="6399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NNDV editable edge scene_object_model_scene_architecture_role_architecture_0d7d318d 000" descr="{&quot;architecture_direction&quot;:null,&quot;architecture_evidence_digest&quot;:&quot;9acb6878a2119e51abcac2a376590bc947f414a307665dc63c6f9ceff1b9b8a2&quot;,&quot;architecture_role&quot;:&quot;fusion&quot;,&quot;architecture_role_graph_digest&quot;:&quot;da680a68131577649b182a1d7025bfd4c3e55947739e0c521d9cf6fc1ecf69ec&quot;,&quot;architecture_role_graph_edge_id&quot;:null,&quot;architecture_role_id&quot;:&quot;architecture_role_fusion_2_node_fx_cat_15_cd86490b_module_mo_a805efa2&quot;,&quot;architecture_route_id&quot;:null,&quot;architecture_route_role&quot;:null,&quot;depth&quot;:16.16571275,&quot;endpoint_object_ids&quot;:[],&quot;endpoint_role_ids&quot;:[],&quot;kind&quot;:&quot;edge&quot;,&quot;object_id&quot;:&quot;scene_object_model_scene_architecture_role_architecture_0d7d318d&quot;,&quot;repeat_count&quot;:1,&quot;source_digest&quot;:&quot;fde74b9f07a94cab000ae85fee14f9f4ac4cc622f9ee00fd23fde683908b63c0&quot;}"/>
          <p:cNvCxnSpPr/>
          <p:nvPr/>
        </p:nvCxnSpPr>
        <p:spPr>
          <a:xfrm flipH="1" flipV="1">
            <a:off x="3012234" y="2802698"/>
            <a:ext cx="164639" cy="6399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NNDV editable edge scene_object_model_scene_architecture_role_architecture_0d7d318d 000" descr="{&quot;architecture_direction&quot;:null,&quot;architecture_evidence_digest&quot;:&quot;9acb6878a2119e51abcac2a376590bc947f414a307665dc63c6f9ceff1b9b8a2&quot;,&quot;architecture_role&quot;:&quot;fusion&quot;,&quot;architecture_role_graph_digest&quot;:&quot;da680a68131577649b182a1d7025bfd4c3e55947739e0c521d9cf6fc1ecf69ec&quot;,&quot;architecture_role_graph_edge_id&quot;:null,&quot;architecture_role_id&quot;:&quot;architecture_role_fusion_2_node_fx_cat_15_cd86490b_module_mo_a805efa2&quot;,&quot;architecture_route_id&quot;:null,&quot;architecture_route_role&quot;:null,&quot;depth&quot;:16.0894357,&quot;endpoint_object_ids&quot;:[],&quot;endpoint_role_ids&quot;:[],&quot;kind&quot;:&quot;edge&quot;,&quot;object_id&quot;:&quot;scene_object_model_scene_architecture_role_architecture_0d7d318d&quot;,&quot;repeat_count&quot;:1,&quot;source_digest&quot;:&quot;fde74b9f07a94cab000ae85fee14f9f4ac4cc622f9ee00fd23fde683908b63c0&quot;}"/>
          <p:cNvCxnSpPr/>
          <p:nvPr/>
        </p:nvCxnSpPr>
        <p:spPr>
          <a:xfrm flipV="1">
            <a:off x="3176873" y="2866692"/>
            <a:ext cx="0" cy="16922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NNDV editable arrow scene_object_model_scene_architecture_route_architectur_d98fa92e 000" descr="{&quot;architecture_direction&quot;:&quot;source-to-target&quot;,&quot;architecture_evidence_digest&quot;:&quot;9acb6878a2119e51abcac2a376590bc947f414a307665dc63c6f9ceff1b9b8a2&quot;,&quot;architecture_role&quot;:&quot;arrow&quot;,&quot;architecture_role_graph_digest&quot;:&quot;da680a68131577649b182a1d7025bfd4c3e55947739e0c521d9cf6fc1ecf69ec&quot;,&quot;architecture_role_graph_edge_id&quot;:&quot;architecture_role_flow_architecture_role_fusion_2_node_fx_cat_15__45b00005&quot;,&quot;architecture_role_id&quot;:null,&quot;architecture_route_id&quot;:null,&quot;architecture_route_role&quot;:&quot;arrow&quot;,&quot;depth&quot;:15.339946743750001,&quot;endpoint_object_ids&quot;:[&quot;scene_object_model_scene_architecture_role_architecture_0d7d318d&quot;,&quot;scene_object_model_scene_architecture_role_architecture_89d6b1bc&quot;],&quot;endpoint_role_ids&quot;:[&quot;architecture_role_fusion_2_node_fx_cat_15_cd86490b_module_mo_a805efa2&quot;,&quot;architecture_role_output_head_3_node_fx_mul_18_d9198197_node_fbb12308&quot;],&quot;kind&quot;:&quot;arrow&quot;,&quot;object_id&quot;:&quot;scene_object_model_scene_architecture_route_architectur_d98fa92e&quot;,&quot;repeat_count&quot;:1,&quot;source_digest&quot;:&quot;fde74b9f07a94cab000ae85fee14f9f4ac4cc622f9ee00fd23fde683908b63c0&quot;}"/>
          <p:cNvCxnSpPr/>
          <p:nvPr/>
        </p:nvCxnSpPr>
        <p:spPr>
          <a:xfrm>
            <a:off x="3389093" y="2850835"/>
            <a:ext cx="1502515" cy="340677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NNDV editable edge scene_object_model_scene_architecture_role_architecture_89d6b1bc 000" descr="{&quot;architecture_direction&quot;:null,&quot;architecture_evidence_digest&quot;:&quot;9acb6878a2119e51abcac2a376590bc947f414a307665dc63c6f9ceff1b9b8a2&quot;,&quot;architecture_role&quot;:&quot;output-head&quot;,&quot;architecture_role_graph_digest&quot;:&quot;da680a68131577649b182a1d7025bfd4c3e55947739e0c521d9cf6fc1ecf69ec&quot;,&quot;architecture_role_graph_edge_id&quot;:null,&quot;architecture_role_id&quot;:&quot;architecture_role_output_head_3_node_fx_mul_18_d9198197_node_fbb12308&quot;,&quot;architecture_route_id&quot;:null,&quot;architecture_route_role&quot;:null,&quot;depth&quot;:13.5935211,&quot;endpoint_object_ids&quot;:[],&quot;endpoint_role_ids&quot;:[],&quot;kind&quot;:&quot;edge&quot;,&quot;object_id&quot;:&quot;scene_object_model_scene_architecture_role_architecture_89d6b1bc&quot;,&quot;repeat_count&quot;:1,&quot;source_digest&quot;:&quot;fde74b9f07a94cab000ae85fee14f9f4ac4cc622f9ee00fd23fde683908b63c0&quot;}"/>
          <p:cNvCxnSpPr/>
          <p:nvPr/>
        </p:nvCxnSpPr>
        <p:spPr>
          <a:xfrm flipH="1" flipV="1">
            <a:off x="5200800" y="3042475"/>
            <a:ext cx="164640" cy="6399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NNDV editable edge scene_object_model_scene_architecture_role_architecture_89d6b1bc 000" descr="{&quot;architecture_direction&quot;:null,&quot;architecture_evidence_digest&quot;:&quot;9acb6878a2119e51abcac2a376590bc947f414a307665dc63c6f9ceff1b9b8a2&quot;,&quot;architecture_role&quot;:&quot;output-head&quot;,&quot;architecture_role_graph_digest&quot;:&quot;da680a68131577649b182a1d7025bfd4c3e55947739e0c521d9cf6fc1ecf69ec&quot;,&quot;architecture_role_graph_edge_id&quot;:null,&quot;architecture_role_id&quot;:&quot;architecture_role_output_head_3_node_fx_mul_18_d9198197_node_fbb12308&quot;,&quot;architecture_route_id&quot;:null,&quot;architecture_route_role&quot;:null,&quot;depth&quot;:13.5172441,&quot;endpoint_object_ids&quot;:[],&quot;endpoint_role_ids&quot;:[],&quot;kind&quot;:&quot;edge&quot;,&quot;object_id&quot;:&quot;scene_object_model_scene_architecture_role_architecture_89d6b1bc&quot;,&quot;repeat_count&quot;:1,&quot;source_digest&quot;:&quot;fde74b9f07a94cab000ae85fee14f9f4ac4cc622f9ee00fd23fde683908b63c0&quot;}"/>
          <p:cNvCxnSpPr/>
          <p:nvPr/>
        </p:nvCxnSpPr>
        <p:spPr>
          <a:xfrm flipV="1">
            <a:off x="5365440" y="3106469"/>
            <a:ext cx="0" cy="16922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NNDV editable edge scene_object_model_scene_architecture_role_architecture_89d6b1bc 000" descr="{&quot;architecture_direction&quot;:null,&quot;architecture_evidence_digest&quot;:&quot;9acb6878a2119e51abcac2a376590bc947f414a307665dc63c6f9ceff1b9b8a2&quot;,&quot;architecture_role&quot;:&quot;output-head&quot;,&quot;architecture_role_graph_digest&quot;:&quot;da680a68131577649b182a1d7025bfd4c3e55947739e0c521d9cf6fc1ecf69ec&quot;,&quot;architecture_role_graph_edge_id&quot;:null,&quot;architecture_role_id&quot;:&quot;architecture_role_output_head_3_node_fx_mul_18_d9198197_node_fbb12308&quot;,&quot;architecture_route_id&quot;:null,&quot;architecture_route_role&quot;:null,&quot;depth&quot;:13.026682600000001,&quot;endpoint_object_ids&quot;:[],&quot;endpoint_role_ids&quot;:[],&quot;kind&quot;:&quot;edge&quot;,&quot;object_id&quot;:&quot;scene_object_model_scene_architecture_role_architecture_89d6b1bc&quot;,&quot;repeat_count&quot;:1,&quot;source_digest&quot;:&quot;fde74b9f07a94cab000ae85fee14f9f4ac4cc622f9ee00fd23fde683908b63c0&quot;}"/>
          <p:cNvCxnSpPr/>
          <p:nvPr/>
        </p:nvCxnSpPr>
        <p:spPr>
          <a:xfrm flipH="1">
            <a:off x="4880089" y="3042475"/>
            <a:ext cx="320711" cy="16967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NNDV editable edge scene_object_model_scene_architecture_role_architecture_89d6b1bc 000" descr="{&quot;architecture_direction&quot;:null,&quot;architecture_evidence_digest&quot;:&quot;9acb6878a2119e51abcac2a376590bc947f414a307665dc63c6f9ceff1b9b8a2&quot;,&quot;architecture_role&quot;:&quot;output-head&quot;,&quot;architecture_role_graph_digest&quot;:&quot;da680a68131577649b182a1d7025bfd4c3e55947739e0c521d9cf6fc1ecf69ec&quot;,&quot;architecture_role_graph_edge_id&quot;:null,&quot;architecture_role_id&quot;:&quot;architecture_role_output_head_3_node_fx_mul_18_d9198197_node_fbb12308&quot;,&quot;architecture_route_id&quot;:null,&quot;architecture_route_role&quot;:null,&quot;depth&quot;:12.874128599999999,&quot;endpoint_object_ids&quot;:[],&quot;endpoint_role_ids&quot;:[],&quot;kind&quot;:&quot;edge&quot;,&quot;object_id&quot;:&quot;scene_object_model_scene_architecture_role_architecture_89d6b1bc&quot;,&quot;repeat_count&quot;:1,&quot;source_digest&quot;:&quot;fde74b9f07a94cab000ae85fee14f9f4ac4cc622f9ee00fd23fde683908b63c0&quot;}"/>
          <p:cNvCxnSpPr/>
          <p:nvPr/>
        </p:nvCxnSpPr>
        <p:spPr>
          <a:xfrm flipH="1">
            <a:off x="5044728" y="3275698"/>
            <a:ext cx="320712" cy="16967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NNDV editable edge scene_object_model_scene_architecture_role_architecture_89d6b1bc 000" descr="{&quot;architecture_direction&quot;:null,&quot;architecture_evidence_digest&quot;:&quot;9acb6878a2119e51abcac2a376590bc947f414a307665dc63c6f9ceff1b9b8a2&quot;,&quot;architecture_role&quot;:&quot;output-head&quot;,&quot;architecture_role_graph_digest&quot;:&quot;da680a68131577649b182a1d7025bfd4c3e55947739e0c521d9cf6fc1ecf69ec&quot;,&quot;architecture_role_graph_edge_id&quot;:null,&quot;architecture_role_id&quot;:&quot;architecture_role_output_head_3_node_fx_mul_18_d9198197_node_fbb12308&quot;,&quot;architecture_route_id&quot;:null,&quot;architecture_route_role&quot;:null,&quot;depth&quot;:12.383567150000001,&quot;endpoint_object_ids&quot;:[],&quot;endpoint_role_ids&quot;:[],&quot;kind&quot;:&quot;edge&quot;,&quot;object_id&quot;:&quot;scene_object_model_scene_architecture_role_architecture_89d6b1bc&quot;,&quot;repeat_count&quot;:1,&quot;source_digest&quot;:&quot;fde74b9f07a94cab000ae85fee14f9f4ac4cc622f9ee00fd23fde683908b63c0&quot;}"/>
          <p:cNvCxnSpPr/>
          <p:nvPr/>
        </p:nvCxnSpPr>
        <p:spPr>
          <a:xfrm flipV="1">
            <a:off x="4880089" y="3212149"/>
            <a:ext cx="0" cy="16922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NNDV editable edge scene_object_model_scene_architecture_role_architecture_89d6b1bc 000" descr="{&quot;architecture_direction&quot;:null,&quot;architecture_evidence_digest&quot;:&quot;9acb6878a2119e51abcac2a376590bc947f414a307665dc63c6f9ceff1b9b8a2&quot;,&quot;architecture_role&quot;:&quot;output-head&quot;,&quot;architecture_role_graph_digest&quot;:&quot;da680a68131577649b182a1d7025bfd4c3e55947739e0c521d9cf6fc1ecf69ec&quot;,&quot;architecture_role_graph_edge_id&quot;:null,&quot;architecture_role_id&quot;:&quot;architecture_role_output_head_3_node_fx_mul_18_d9198197_node_fbb12308&quot;,&quot;architecture_route_id&quot;:null,&quot;architecture_route_role&quot;:null,&quot;depth&quot;:12.340189599999999,&quot;endpoint_object_ids&quot;:[],&quot;endpoint_role_ids&quot;:[],&quot;kind&quot;:&quot;edge&quot;,&quot;object_id&quot;:&quot;scene_object_model_scene_architecture_role_architecture_89d6b1bc&quot;,&quot;repeat_count&quot;:1,&quot;source_digest&quot;:&quot;fde74b9f07a94cab000ae85fee14f9f4ac4cc622f9ee00fd23fde683908b63c0&quot;}"/>
          <p:cNvCxnSpPr/>
          <p:nvPr/>
        </p:nvCxnSpPr>
        <p:spPr>
          <a:xfrm flipH="1">
            <a:off x="5044728" y="3106469"/>
            <a:ext cx="320712" cy="16967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NNDV editable edge scene_object_model_scene_architecture_role_architecture_89d6b1bc 000" descr="{&quot;architecture_direction&quot;:null,&quot;architecture_evidence_digest&quot;:&quot;9acb6878a2119e51abcac2a376590bc947f414a307665dc63c6f9ceff1b9b8a2&quot;,&quot;architecture_role&quot;:&quot;output-head&quot;,&quot;architecture_role_graph_digest&quot;:&quot;da680a68131577649b182a1d7025bfd4c3e55947739e0c521d9cf6fc1ecf69ec&quot;,&quot;architecture_role_graph_edge_id&quot;:null,&quot;architecture_role_id&quot;:&quot;architecture_role_output_head_3_node_fx_mul_18_d9198197_node_fbb12308&quot;,&quot;architecture_route_id&quot;:null,&quot;architecture_route_role&quot;:null,&quot;depth&quot;:12.30729015,&quot;endpoint_object_ids&quot;:[],&quot;endpoint_role_ids&quot;:[],&quot;kind&quot;:&quot;edge&quot;,&quot;object_id&quot;:&quot;scene_object_model_scene_architecture_role_architecture_89d6b1bc&quot;,&quot;repeat_count&quot;:1,&quot;source_digest&quot;:&quot;fde74b9f07a94cab000ae85fee14f9f4ac4cc622f9ee00fd23fde683908b63c0&quot;}"/>
          <p:cNvCxnSpPr/>
          <p:nvPr/>
        </p:nvCxnSpPr>
        <p:spPr>
          <a:xfrm>
            <a:off x="4880089" y="3381378"/>
            <a:ext cx="164639" cy="6399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NNDV editable edge scene_object_model_scene_architecture_role_architecture_89d6b1bc 000" descr="{&quot;architecture_direction&quot;:null,&quot;architecture_evidence_digest&quot;:&quot;9acb6878a2119e51abcac2a376590bc947f414a307665dc63c6f9ceff1b9b8a2&quot;,&quot;architecture_role&quot;:&quot;output-head&quot;,&quot;architecture_role_graph_digest&quot;:&quot;da680a68131577649b182a1d7025bfd4c3e55947739e0c521d9cf6fc1ecf69ec&quot;,&quot;architecture_role_graph_edge_id&quot;:null,&quot;architecture_role_id&quot;:&quot;architecture_role_output_head_3_node_fx_mul_18_d9198197_node_fbb12308&quot;,&quot;architecture_route_id&quot;:null,&quot;architecture_route_role&quot;:null,&quot;depth&quot;:11.7733511,&quot;endpoint_object_ids&quot;:[],&quot;endpoint_role_ids&quot;:[],&quot;kind&quot;:&quot;edge&quot;,&quot;object_id&quot;:&quot;scene_object_model_scene_architecture_role_architecture_89d6b1bc&quot;,&quot;repeat_count&quot;:1,&quot;source_digest&quot;:&quot;fde74b9f07a94cab000ae85fee14f9f4ac4cc622f9ee00fd23fde683908b63c0&quot;}"/>
          <p:cNvCxnSpPr/>
          <p:nvPr/>
        </p:nvCxnSpPr>
        <p:spPr>
          <a:xfrm flipH="1" flipV="1">
            <a:off x="4880089" y="3212149"/>
            <a:ext cx="164639" cy="6399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NNDV editable edge scene_object_model_scene_architecture_role_architecture_89d6b1bc 000" descr="{&quot;architecture_direction&quot;:null,&quot;architecture_evidence_digest&quot;:&quot;9acb6878a2119e51abcac2a376590bc947f414a307665dc63c6f9ceff1b9b8a2&quot;,&quot;architecture_role&quot;:&quot;output-head&quot;,&quot;architecture_role_graph_digest&quot;:&quot;da680a68131577649b182a1d7025bfd4c3e55947739e0c521d9cf6fc1ecf69ec&quot;,&quot;architecture_role_graph_edge_id&quot;:null,&quot;architecture_role_id&quot;:&quot;architecture_role_output_head_3_node_fx_mul_18_d9198197_node_fbb12308&quot;,&quot;architecture_route_id&quot;:null,&quot;architecture_route_role&quot;:null,&quot;depth&quot;:11.6970741,&quot;endpoint_object_ids&quot;:[],&quot;endpoint_role_ids&quot;:[],&quot;kind&quot;:&quot;edge&quot;,&quot;object_id&quot;:&quot;scene_object_model_scene_architecture_role_architecture_89d6b1bc&quot;,&quot;repeat_count&quot;:1,&quot;source_digest&quot;:&quot;fde74b9f07a94cab000ae85fee14f9f4ac4cc622f9ee00fd23fde683908b63c0&quot;}"/>
          <p:cNvCxnSpPr/>
          <p:nvPr/>
        </p:nvCxnSpPr>
        <p:spPr>
          <a:xfrm flipV="1">
            <a:off x="5044728" y="3276143"/>
            <a:ext cx="0" cy="16922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NNDV editable leader scene_object_model_scene_architecture_role_architecture_89d6b1bc 000" descr="{&quot;architecture_direction&quot;:null,&quot;architecture_evidence_digest&quot;:&quot;9acb6878a2119e51abcac2a376590bc947f414a307665dc63c6f9ceff1b9b8a2&quot;,&quot;architecture_role&quot;:&quot;output-head&quot;,&quot;architecture_role_graph_digest&quot;:&quot;da680a68131577649b182a1d7025bfd4c3e55947739e0c521d9cf6fc1ecf69ec&quot;,&quot;architecture_role_graph_edge_id&quot;:null,&quot;architecture_role_id&quot;:&quot;architecture_role_output_head_3_node_fx_mul_18_d9198197_node_fbb12308&quot;,&quot;architecture_route_id&quot;:null,&quot;architecture_route_role&quot;:null,&quot;depth&quot;:12.9504056,&quot;endpoint_object_ids&quot;:[],&quot;endpoint_role_ids&quot;:[],&quot;kind&quot;:&quot;leader&quot;,&quot;object_id&quot;:&quot;scene_object_model_scene_architecture_role_architecture_89d6b1bc&quot;,&quot;repeat_count&quot;:1,&quot;source_digest&quot;:&quot;fde74b9f07a94cab000ae85fee14f9f4ac4cc622f9ee00fd23fde683908b63c0&quot;}"/>
          <p:cNvCxnSpPr/>
          <p:nvPr/>
        </p:nvCxnSpPr>
        <p:spPr>
          <a:xfrm>
            <a:off x="5122764" y="2986675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NNDV editable label scene_object_model_scene_architecture_role_architecture_89d6b1bc 0056" descr="{&quot;architecture_direction&quot;:null,&quot;architecture_evidence_digest&quot;:&quot;9acb6878a2119e51abcac2a376590bc947f414a307665dc63c6f9ceff1b9b8a2&quot;,&quot;architecture_role&quot;:&quot;output-head&quot;,&quot;architecture_role_graph_digest&quot;:&quot;da680a68131577649b182a1d7025bfd4c3e55947739e0c521d9cf6fc1ecf69ec&quot;,&quot;architecture_role_graph_edge_id&quot;:null,&quot;architecture_role_id&quot;:&quot;architecture_role_output_head_3_node_fx_mul_18_d9198197_node_fbb12308&quot;,&quot;architecture_route_id&quot;:null,&quot;architecture_route_role&quot;:null,&quot;depth&quot;:12.9504056,&quot;endpoint_object_ids&quot;:[],&quot;endpoint_role_ids&quot;:[],&quot;kind&quot;:&quot;label&quot;,&quot;object_id&quot;:&quot;scene_object_model_scene_architecture_role_architecture_89d6b1bc&quot;,&quot;repeat_count&quot;:1,&quot;source_digest&quot;:&quot;fde74b9f07a94cab000ae85fee14f9f4ac4cc622f9ee00fd23fde683908b63c0&quot;}"/>
          <p:cNvSpPr txBox="1"/>
          <p:nvPr/>
        </p:nvSpPr>
        <p:spPr>
          <a:xfrm>
            <a:off x="4819615" y="2875550"/>
            <a:ext cx="606298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Output head</a:t>
            </a:r>
          </a:p>
        </p:txBody>
      </p:sp>
      <p:cxnSp>
        <p:nvCxnSpPr>
          <p:cNvPr id="60" name="NNDV editable leader scene_object_model_scene_architecture_role_architecture_9908b22c 000" descr="{&quot;architecture_direction&quot;:null,&quot;architecture_evidence_digest&quot;:&quot;9acb6878a2119e51abcac2a376590bc947f414a307665dc63c6f9ceff1b9b8a2&quot;,&quot;architecture_role&quot;:&quot;text-lane&quot;,&quot;architecture_role_graph_digest&quot;:&quot;da680a68131577649b182a1d7025bfd4c3e55947739e0c521d9cf6fc1ecf69ec&quot;,&quot;architecture_role_graph_edge_id&quot;:null,&quot;architecture_role_id&quot;:&quot;architecture_role_text_lane_1_node_fx_getitem_1_11_cb816ebb__391ff0b4&quot;,&quot;architecture_route_id&quot;:null,&quot;architecture_route_role&quot;:null,&quot;depth&quot;:23.8866215,&quot;endpoint_object_ids&quot;:[],&quot;endpoint_role_ids&quot;:[],&quot;kind&quot;:&quot;leader&quot;,&quot;object_id&quot;:&quot;scene_object_model_scene_architecture_role_architecture_9908b22c&quot;,&quot;repeat_count&quot;:1,&quot;source_digest&quot;:&quot;fde74b9f07a94cab000ae85fee14f9f4ac4cc622f9ee00fd23fde683908b63c0&quot;}"/>
          <p:cNvCxnSpPr/>
          <p:nvPr/>
        </p:nvCxnSpPr>
        <p:spPr>
          <a:xfrm>
            <a:off x="1351747" y="818827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NNDV editable label scene_object_model_scene_architecture_role_architecture_9908b22c 0058" descr="{&quot;architecture_direction&quot;:null,&quot;architecture_evidence_digest&quot;:&quot;9acb6878a2119e51abcac2a376590bc947f414a307665dc63c6f9ceff1b9b8a2&quot;,&quot;architecture_role&quot;:&quot;text-lane&quot;,&quot;architecture_role_graph_digest&quot;:&quot;da680a68131577649b182a1d7025bfd4c3e55947739e0c521d9cf6fc1ecf69ec&quot;,&quot;architecture_role_graph_edge_id&quot;:null,&quot;architecture_role_id&quot;:&quot;architecture_role_text_lane_1_node_fx_getitem_1_11_cb816ebb__391ff0b4&quot;,&quot;architecture_route_id&quot;:null,&quot;architecture_route_role&quot;:null,&quot;depth&quot;:23.8866215,&quot;endpoint_object_ids&quot;:[],&quot;endpoint_role_ids&quot;:[],&quot;kind&quot;:&quot;label&quot;,&quot;object_id&quot;:&quot;scene_object_model_scene_architecture_role_architecture_9908b22c&quot;,&quot;repeat_count&quot;:1,&quot;source_digest&quot;:&quot;fde74b9f07a94cab000ae85fee14f9f4ac4cc622f9ee00fd23fde683908b63c0&quot;}"/>
          <p:cNvSpPr txBox="1"/>
          <p:nvPr/>
        </p:nvSpPr>
        <p:spPr>
          <a:xfrm>
            <a:off x="690331" y="707702"/>
            <a:ext cx="1322832" cy="1111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Text encoder / attention</a:t>
            </a:r>
          </a:p>
        </p:txBody>
      </p:sp>
      <p:cxnSp>
        <p:nvCxnSpPr>
          <p:cNvPr id="62" name="NNDV editable leader scene_object_model_scene_architecture_role_architecture_5ca2896b 000" descr="{&quot;architecture_direction&quot;:null,&quot;architecture_evidence_digest&quot;:&quot;9acb6878a2119e51abcac2a376590bc947f414a307665dc63c6f9ceff1b9b8a2&quot;,&quot;architecture_role&quot;:&quot;image-lane&quot;,&quot;architecture_role_graph_digest&quot;:&quot;da680a68131577649b182a1d7025bfd4c3e55947739e0c521d9cf6fc1ecf69ec&quot;,&quot;architecture_role_graph_edge_id&quot;:null,&quot;architecture_role_id&quot;:&quot;architecture_role_image_lane_0_module_image_encoder_4_b28556_e21b32f1&quot;,&quot;architecture_route_id&quot;:null,&quot;architecture_route_role&quot;:null,&quot;depth&quot;:30.4130729,&quot;endpoint_object_ids&quot;:[],&quot;endpoint_role_ids&quot;:[],&quot;kind&quot;:&quot;leader&quot;,&quot;object_id&quot;:&quot;scene_object_model_scene_architecture_role_architecture_5ca2896b&quot;,&quot;repeat_count&quot;:1,&quot;source_digest&quot;:&quot;fde74b9f07a94cab000ae85fee14f9f4ac4cc622f9ee00fd23fde683908b63c0&quot;}"/>
          <p:cNvCxnSpPr/>
          <p:nvPr/>
        </p:nvCxnSpPr>
        <p:spPr>
          <a:xfrm>
            <a:off x="1569306" y="2453333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NNDV editable label scene_object_model_scene_architecture_role_architecture_5ca2896b 0060" descr="{&quot;architecture_direction&quot;:null,&quot;architecture_evidence_digest&quot;:&quot;9acb6878a2119e51abcac2a376590bc947f414a307665dc63c6f9ceff1b9b8a2&quot;,&quot;architecture_role&quot;:&quot;image-lane&quot;,&quot;architecture_role_graph_digest&quot;:&quot;da680a68131577649b182a1d7025bfd4c3e55947739e0c521d9cf6fc1ecf69ec&quot;,&quot;architecture_role_graph_edge_id&quot;:null,&quot;architecture_role_id&quot;:&quot;architecture_role_image_lane_0_module_image_encoder_4_b28556_e21b32f1&quot;,&quot;architecture_route_id&quot;:null,&quot;architecture_route_role&quot;:null,&quot;depth&quot;:30.4130729,&quot;endpoint_object_ids&quot;:[],&quot;endpoint_role_ids&quot;:[],&quot;kind&quot;:&quot;label&quot;,&quot;object_id&quot;:&quot;scene_object_model_scene_architecture_role_architecture_5ca2896b&quot;,&quot;repeat_count&quot;:1,&quot;source_digest&quot;:&quot;fde74b9f07a94cab000ae85fee14f9f4ac4cc622f9ee00fd23fde683908b63c0&quot;}"/>
          <p:cNvSpPr txBox="1"/>
          <p:nvPr/>
        </p:nvSpPr>
        <p:spPr>
          <a:xfrm>
            <a:off x="742536" y="2342208"/>
            <a:ext cx="1653539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Image encoder / representation</a:t>
            </a:r>
          </a:p>
        </p:txBody>
      </p:sp>
      <p:cxnSp>
        <p:nvCxnSpPr>
          <p:cNvPr id="64" name="NNDV editable leader scene_object_model_scene_architecture_role_architecture_0d7d318d 000" descr="{&quot;architecture_direction&quot;:null,&quot;architecture_evidence_digest&quot;:&quot;9acb6878a2119e51abcac2a376590bc947f414a307665dc63c6f9ceff1b9b8a2&quot;,&quot;architecture_role&quot;:&quot;fusion&quot;,&quot;architecture_role_graph_digest&quot;:&quot;da680a68131577649b182a1d7025bfd4c3e55947739e0c521d9cf6fc1ecf69ec&quot;,&quot;architecture_role_graph_edge_id&quot;:null,&quot;architecture_role_id&quot;:&quot;architecture_role_fusion_2_node_fx_cat_15_cd86490b_module_mo_a805efa2&quot;,&quot;architecture_route_id&quot;:null,&quot;architecture_route_role&quot;:null,&quot;depth&quot;:17.4483654,&quot;endpoint_object_ids&quot;:[],&quot;endpoint_role_ids&quot;:[],&quot;kind&quot;:&quot;leader&quot;,&quot;object_id&quot;:&quot;scene_object_model_scene_architecture_role_architecture_0d7d318d&quot;,&quot;repeat_count&quot;:1,&quot;source_digest&quot;:&quot;fde74b9f07a94cab000ae85fee14f9f4ac4cc622f9ee00fd23fde683908b63c0&quot;}"/>
          <p:cNvCxnSpPr/>
          <p:nvPr/>
        </p:nvCxnSpPr>
        <p:spPr>
          <a:xfrm flipV="1">
            <a:off x="3273515" y="3048521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NNDV editable label scene_object_model_scene_architecture_role_architecture_0d7d318d 0062" descr="{&quot;architecture_direction&quot;:null,&quot;architecture_evidence_digest&quot;:&quot;9acb6878a2119e51abcac2a376590bc947f414a307665dc63c6f9ceff1b9b8a2&quot;,&quot;architecture_role&quot;:&quot;fusion&quot;,&quot;architecture_role_graph_digest&quot;:&quot;da680a68131577649b182a1d7025bfd4c3e55947739e0c521d9cf6fc1ecf69ec&quot;,&quot;architecture_role_graph_edge_id&quot;:null,&quot;architecture_role_id&quot;:&quot;architecture_role_fusion_2_node_fx_cat_15_cd86490b_module_mo_a805efa2&quot;,&quot;architecture_route_id&quot;:null,&quot;architecture_route_role&quot;:null,&quot;depth&quot;:17.4483654,&quot;endpoint_object_ids&quot;:[],&quot;endpoint_role_ids&quot;:[],&quot;kind&quot;:&quot;label&quot;,&quot;object_id&quot;:&quot;scene_object_model_scene_architecture_role_architecture_0d7d318d&quot;,&quot;repeat_count&quot;:1,&quot;source_digest&quot;:&quot;fde74b9f07a94cab000ae85fee14f9f4ac4cc622f9ee00fd23fde683908b63c0&quot;}"/>
          <p:cNvSpPr txBox="1"/>
          <p:nvPr/>
        </p:nvSpPr>
        <p:spPr>
          <a:xfrm>
            <a:off x="2942807" y="3091721"/>
            <a:ext cx="661415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Gated fusion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NN_DaVinci Scene scene_imagetextmultimodalmodel___module___archit_e340af85</dc:title>
  <dc:subject>Editable deterministic CPU projection of Scene IR 1.0</dc:subject>
  <dc:creator/>
  <cp:keywords/>
  <dc:description>NN_DaVinci 0.7.3;nndv-scene-export-1;camera=scene_camera_imagetextmultimodalmodel___module___archit_aad53342;digest=fde74b9f07a94cab000ae85fee14f9f4ac4cc622f9ee00fd23fde683908b63c0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