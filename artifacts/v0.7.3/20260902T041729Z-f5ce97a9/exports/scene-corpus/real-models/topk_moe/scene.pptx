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model_scene_architecture_role_architecture_19cea5bf 0000" descr="{&quot;architecture_direction&quot;:null,&quot;architecture_evidence_digest&quot;:&quot;6e29f8d54678244f31bcdecd02fbeda55787001febf3217b9e429a442d8795f9&quot;,&quot;architecture_role&quot;:&quot;input&quot;,&quot;architecture_role_graph_digest&quot;:&quot;98a2335fd2a15bc15446b014f723433353f224fc8d1588255f8dd60675661fe6&quot;,&quot;architecture_role_graph_edge_id&quot;:null,&quot;architecture_role_id&quot;:&quot;architecture_role_input_0_module_token_embedding_6c4877e2_no_f9cf0520&quot;,&quot;architecture_route_id&quot;:null,&quot;architecture_route_role&quot;:null,&quot;depth&quot;:30.1809048,&quot;endpoint_object_ids&quot;:[],&quot;endpoint_role_ids&quot;:[],&quot;kind&quot;:&quot;face&quot;,&quot;object_id&quot;:&quot;scene_object_model_scene_architecture_role_architecture_19cea5bf&quot;,&quot;repeat_count&quot;:1,&quot;source_digest&quot;:&quot;1e2a2c91366e74a8c206b7acc6a0464419f3ba9fd6e4d947ce84fe0ec7c1a762&quot;}"/>
          <p:cNvSpPr/>
          <p:nvPr/>
        </p:nvSpPr>
        <p:spPr>
          <a:xfrm>
            <a:off x="1244084" y="1361951"/>
            <a:ext cx="270331" cy="395722"/>
          </a:xfrm>
          <a:custGeom>
            <a:avLst/>
            <a:gdLst/>
            <a:ahLst/>
            <a:cxnLst/>
            <a:rect l="l" t="t" r="r" b="b"/>
            <a:pathLst>
              <a:path w="270331" h="395722">
                <a:moveTo>
                  <a:pt x="270331" y="252702"/>
                </a:moveTo>
                <a:lnTo>
                  <a:pt x="270331" y="0"/>
                </a:lnTo>
                <a:lnTo>
                  <a:pt x="0" y="143020"/>
                </a:lnTo>
                <a:lnTo>
                  <a:pt x="0" y="395722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model_scene_architecture_role_architecture_19cea5bf 0001" descr="{&quot;architecture_direction&quot;:null,&quot;architecture_evidence_digest&quot;:&quot;6e29f8d54678244f31bcdecd02fbeda55787001febf3217b9e429a442d8795f9&quot;,&quot;architecture_role&quot;:&quot;input&quot;,&quot;architecture_role_graph_digest&quot;:&quot;98a2335fd2a15bc15446b014f723433353f224fc8d1588255f8dd60675661fe6&quot;,&quot;architecture_role_graph_edge_id&quot;:null,&quot;architecture_role_id&quot;:&quot;architecture_role_input_0_module_token_embedding_6c4877e2_no_f9cf0520&quot;,&quot;architecture_route_id&quot;:null,&quot;architecture_route_role&quot;:null,&quot;depth&quot;:30.02831725,&quot;endpoint_object_ids&quot;:[],&quot;endpoint_role_ids&quot;:[],&quot;kind&quot;:&quot;face&quot;,&quot;object_id&quot;:&quot;scene_object_model_scene_architecture_role_architecture_19cea5bf&quot;,&quot;repeat_count&quot;:1,&quot;source_digest&quot;:&quot;1e2a2c91366e74a8c206b7acc6a0464419f3ba9fd6e4d947ce84fe0ec7c1a762&quot;}"/>
          <p:cNvSpPr/>
          <p:nvPr/>
        </p:nvSpPr>
        <p:spPr>
          <a:xfrm>
            <a:off x="1114560" y="1311605"/>
            <a:ext cx="399855" cy="193366"/>
          </a:xfrm>
          <a:custGeom>
            <a:avLst/>
            <a:gdLst/>
            <a:ahLst/>
            <a:cxnLst/>
            <a:rect l="l" t="t" r="r" b="b"/>
            <a:pathLst>
              <a:path w="399855" h="193366">
                <a:moveTo>
                  <a:pt x="270331" y="0"/>
                </a:moveTo>
                <a:lnTo>
                  <a:pt x="0" y="143020"/>
                </a:lnTo>
                <a:lnTo>
                  <a:pt x="129524" y="193366"/>
                </a:lnTo>
                <a:lnTo>
                  <a:pt x="399855" y="50346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model_scene_architecture_role_architecture_19cea5bf 0002" descr="{&quot;architecture_direction&quot;:null,&quot;architecture_evidence_digest&quot;:&quot;6e29f8d54678244f31bcdecd02fbeda55787001febf3217b9e429a442d8795f9&quot;,&quot;architecture_role&quot;:&quot;input&quot;,&quot;architecture_role_graph_digest&quot;:&quot;98a2335fd2a15bc15446b014f723433353f224fc8d1588255f8dd60675661fe6&quot;,&quot;architecture_role_graph_edge_id&quot;:null,&quot;architecture_role_id&quot;:&quot;architecture_role_input_0_module_token_embedding_6c4877e2_no_f9cf0520&quot;,&quot;architecture_route_id&quot;:null,&quot;architecture_route_role&quot;:null,&quot;depth&quot;:29.591183225,&quot;endpoint_object_ids&quot;:[],&quot;endpoint_role_ids&quot;:[],&quot;kind&quot;:&quot;face&quot;,&quot;object_id&quot;:&quot;scene_object_model_scene_architecture_role_architecture_19cea5bf&quot;,&quot;repeat_count&quot;:1,&quot;source_digest&quot;:&quot;1e2a2c91366e74a8c206b7acc6a0464419f3ba9fd6e4d947ce84fe0ec7c1a762&quot;}"/>
          <p:cNvSpPr/>
          <p:nvPr/>
        </p:nvSpPr>
        <p:spPr>
          <a:xfrm>
            <a:off x="1114560" y="1454625"/>
            <a:ext cx="129524" cy="303048"/>
          </a:xfrm>
          <a:custGeom>
            <a:avLst/>
            <a:gdLst/>
            <a:ahLst/>
            <a:cxnLst/>
            <a:rect l="l" t="t" r="r" b="b"/>
            <a:pathLst>
              <a:path w="129524" h="303048">
                <a:moveTo>
                  <a:pt x="0" y="252703"/>
                </a:moveTo>
                <a:lnTo>
                  <a:pt x="129524" y="303048"/>
                </a:lnTo>
                <a:lnTo>
                  <a:pt x="129524" y="50346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model_scene_architecture_role_architecture_66f6de26 0003" descr="{&quot;architecture_direction&quot;:null,&quot;architecture_evidence_digest&quot;:&quot;6e29f8d54678244f31bcdecd02fbeda55787001febf3217b9e429a442d8795f9&quot;,&quot;architecture_role&quot;:&quot;router&quot;,&quot;architecture_role_graph_digest&quot;:&quot;98a2335fd2a15bc15446b014f723433353f224fc8d1588255f8dd60675661fe6&quot;,&quot;architecture_role_graph_edge_id&quot;:null,&quot;architecture_role_id&quot;:&quot;architecture_role_router_1_module_router_router_logits_f60d1_aa199a8c&quot;,&quot;architecture_route_id&quot;:null,&quot;architecture_route_role&quot;:null,&quot;depth&quot;:22.06693815,&quot;endpoint_object_ids&quot;:[],&quot;endpoint_role_ids&quot;:[],&quot;kind&quot;:&quot;face&quot;,&quot;object_id&quot;:&quot;scene_object_model_scene_architecture_role_architecture_66f6de26&quot;,&quot;repeat_count&quot;:1,&quot;source_digest&quot;:&quot;1e2a2c91366e74a8c206b7acc6a0464419f3ba9fd6e4d947ce84fe0ec7c1a762&quot;}"/>
          <p:cNvSpPr/>
          <p:nvPr/>
        </p:nvSpPr>
        <p:spPr>
          <a:xfrm>
            <a:off x="1975174" y="1115802"/>
            <a:ext cx="152953" cy="333623"/>
          </a:xfrm>
          <a:custGeom>
            <a:avLst/>
            <a:gdLst/>
            <a:ahLst/>
            <a:cxnLst/>
            <a:rect l="l" t="t" r="r" b="b"/>
            <a:pathLst>
              <a:path w="152953" h="333623">
                <a:moveTo>
                  <a:pt x="152953" y="252703"/>
                </a:moveTo>
                <a:lnTo>
                  <a:pt x="152953" y="0"/>
                </a:lnTo>
                <a:lnTo>
                  <a:pt x="0" y="80921"/>
                </a:lnTo>
                <a:lnTo>
                  <a:pt x="0" y="333623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model_scene_architecture_role_architecture_66f6de26 0004" descr="{&quot;architecture_direction&quot;:null,&quot;architecture_evidence_digest&quot;:&quot;6e29f8d54678244f31bcdecd02fbeda55787001febf3217b9e429a442d8795f9&quot;,&quot;architecture_role&quot;:&quot;router&quot;,&quot;architecture_role_graph_digest&quot;:&quot;98a2335fd2a15bc15446b014f723433353f224fc8d1588255f8dd60675661fe6&quot;,&quot;architecture_role_graph_edge_id&quot;:null,&quot;architecture_role_id&quot;:&quot;architecture_role_router_1_module_router_router_logits_f60d1_aa199a8c&quot;,&quot;architecture_route_id&quot;:null,&quot;architecture_route_role&quot;:null,&quot;depth&quot;:21.9143506,&quot;endpoint_object_ids&quot;:[],&quot;endpoint_role_ids&quot;:[],&quot;kind&quot;:&quot;face&quot;,&quot;object_id&quot;:&quot;scene_object_model_scene_architecture_role_architecture_66f6de26&quot;,&quot;repeat_count&quot;:1,&quot;source_digest&quot;:&quot;1e2a2c91366e74a8c206b7acc6a0464419f3ba9fd6e4d947ce84fe0ec7c1a762&quot;}"/>
          <p:cNvSpPr/>
          <p:nvPr/>
        </p:nvSpPr>
        <p:spPr>
          <a:xfrm>
            <a:off x="1845650" y="1065457"/>
            <a:ext cx="282477" cy="131266"/>
          </a:xfrm>
          <a:custGeom>
            <a:avLst/>
            <a:gdLst/>
            <a:ahLst/>
            <a:cxnLst/>
            <a:rect l="l" t="t" r="r" b="b"/>
            <a:pathLst>
              <a:path w="282477" h="131266">
                <a:moveTo>
                  <a:pt x="152953" y="0"/>
                </a:moveTo>
                <a:lnTo>
                  <a:pt x="0" y="80920"/>
                </a:lnTo>
                <a:lnTo>
                  <a:pt x="129524" y="131266"/>
                </a:lnTo>
                <a:lnTo>
                  <a:pt x="282477" y="50345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model_scene_architecture_role_architecture_66f6de26 0005" descr="{&quot;architecture_direction&quot;:null,&quot;architecture_evidence_digest&quot;:&quot;6e29f8d54678244f31bcdecd02fbeda55787001febf3217b9e429a442d8795f9&quot;,&quot;architecture_role&quot;:&quot;router&quot;,&quot;architecture_role_graph_digest&quot;:&quot;98a2335fd2a15bc15446b014f723433353f224fc8d1588255f8dd60675661fe6&quot;,&quot;architecture_role_graph_edge_id&quot;:null,&quot;architecture_role_id&quot;:&quot;architecture_role_router_1_module_router_router_logits_f60d1_aa199a8c&quot;,&quot;architecture_route_id&quot;:null,&quot;architecture_route_role&quot;:null,&quot;depth&quot;:21.87237845,&quot;endpoint_object_ids&quot;:[],&quot;endpoint_role_ids&quot;:[],&quot;kind&quot;:&quot;face&quot;,&quot;object_id&quot;:&quot;scene_object_model_scene_architecture_role_architecture_66f6de26&quot;,&quot;repeat_count&quot;:1,&quot;source_digest&quot;:&quot;1e2a2c91366e74a8c206b7acc6a0464419f3ba9fd6e4d947ce84fe0ec7c1a762&quot;}"/>
          <p:cNvSpPr/>
          <p:nvPr/>
        </p:nvSpPr>
        <p:spPr>
          <a:xfrm>
            <a:off x="1845650" y="1146377"/>
            <a:ext cx="129524" cy="303048"/>
          </a:xfrm>
          <a:custGeom>
            <a:avLst/>
            <a:gdLst/>
            <a:ahLst/>
            <a:cxnLst/>
            <a:rect l="l" t="t" r="r" b="b"/>
            <a:pathLst>
              <a:path w="129524" h="303048">
                <a:moveTo>
                  <a:pt x="0" y="252703"/>
                </a:moveTo>
                <a:lnTo>
                  <a:pt x="129524" y="303048"/>
                </a:lnTo>
                <a:lnTo>
                  <a:pt x="129524" y="50346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model_scene_architecture_role_architecture_611841cf 0006" descr="{&quot;architecture_direction&quot;:null,&quot;architecture_evidence_digest&quot;:&quot;6e29f8d54678244f31bcdecd02fbeda55787001febf3217b9e429a442d8795f9&quot;,&quot;architecture_role&quot;:&quot;experts&quot;,&quot;architecture_role_graph_digest&quot;:&quot;98a2335fd2a15bc15446b014f723433353f224fc8d1588255f8dd60675661fe6&quot;,&quot;architecture_role_graph_edge_id&quot;:null,&quot;architecture_role_id&quot;:&quot;architecture_role_experts_2_module_experts_3_feed_forward_2__38e85578&quot;,&quot;architecture_route_id&quot;:null,&quot;architecture_route_role&quot;:null,&quot;depth&quot;:18.915710750000002,&quot;endpoint_object_ids&quot;:[],&quot;endpoint_role_ids&quot;:[],&quot;kind&quot;:&quot;face&quot;,&quot;object_id&quot;:&quot;scene_object_model_scene_architecture_role_architecture_611841cf&quot;,&quot;repeat_count&quot;:4,&quot;source_digest&quot;:&quot;1e2a2c91366e74a8c206b7acc6a0464419f3ba9fd6e4d947ce84fe0ec7c1a762&quot;}"/>
          <p:cNvSpPr/>
          <p:nvPr/>
        </p:nvSpPr>
        <p:spPr>
          <a:xfrm>
            <a:off x="2559129" y="2436432"/>
            <a:ext cx="628213" cy="299895"/>
          </a:xfrm>
          <a:custGeom>
            <a:avLst/>
            <a:gdLst/>
            <a:ahLst/>
            <a:cxnLst/>
            <a:rect l="l" t="t" r="r" b="b"/>
            <a:pathLst>
              <a:path w="628213" h="299895">
                <a:moveTo>
                  <a:pt x="396920" y="0"/>
                </a:moveTo>
                <a:lnTo>
                  <a:pt x="0" y="209993"/>
                </a:lnTo>
                <a:lnTo>
                  <a:pt x="231293" y="299895"/>
                </a:lnTo>
                <a:lnTo>
                  <a:pt x="628213" y="89902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model_scene_architecture_role_architecture_611841cf 0007" descr="{&quot;architecture_direction&quot;:null,&quot;architecture_evidence_digest&quot;:&quot;6e29f8d54678244f31bcdecd02fbeda55787001febf3217b9e429a442d8795f9&quot;,&quot;architecture_role&quot;:&quot;experts&quot;,&quot;architecture_role_graph_digest&quot;:&quot;98a2335fd2a15bc15446b014f723433353f224fc8d1588255f8dd60675661fe6&quot;,&quot;architecture_role_graph_edge_id&quot;:null,&quot;architecture_role_id&quot;:&quot;architecture_role_experts_2_module_experts_3_feed_forward_2__38e85578&quot;,&quot;architecture_route_id&quot;:null,&quot;architecture_route_role&quot;:null,&quot;depth&quot;:18.8165842,&quot;endpoint_object_ids&quot;:[],&quot;endpoint_role_ids&quot;:[],&quot;kind&quot;:&quot;face&quot;,&quot;object_id&quot;:&quot;scene_object_model_scene_architecture_role_architecture_611841cf&quot;,&quot;repeat_count&quot;:4,&quot;source_digest&quot;:&quot;1e2a2c91366e74a8c206b7acc6a0464419f3ba9fd6e4d947ce84fe0ec7c1a762&quot;}"/>
          <p:cNvSpPr/>
          <p:nvPr/>
        </p:nvSpPr>
        <p:spPr>
          <a:xfrm>
            <a:off x="2790422" y="2526334"/>
            <a:ext cx="396920" cy="462696"/>
          </a:xfrm>
          <a:custGeom>
            <a:avLst/>
            <a:gdLst/>
            <a:ahLst/>
            <a:cxnLst/>
            <a:rect l="l" t="t" r="r" b="b"/>
            <a:pathLst>
              <a:path w="396920" h="462696">
                <a:moveTo>
                  <a:pt x="396920" y="252703"/>
                </a:moveTo>
                <a:lnTo>
                  <a:pt x="396920" y="0"/>
                </a:lnTo>
                <a:lnTo>
                  <a:pt x="0" y="209993"/>
                </a:lnTo>
                <a:lnTo>
                  <a:pt x="0" y="462696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model_scene_architecture_role_architecture_611841cf 0008" descr="{&quot;architecture_direction&quot;:null,&quot;architecture_evidence_digest&quot;:&quot;6e29f8d54678244f31bcdecd02fbeda55787001febf3217b9e429a442d8795f9&quot;,&quot;architecture_role&quot;:&quot;experts&quot;,&quot;architecture_role_graph_digest&quot;:&quot;98a2335fd2a15bc15446b014f723433353f224fc8d1588255f8dd60675661fe6&quot;,&quot;architecture_role_graph_edge_id&quot;:null,&quot;architecture_role_id&quot;:&quot;architecture_role_experts_2_module_experts_3_feed_forward_2__38e85578&quot;,&quot;architecture_route_id&quot;:null,&quot;architecture_route_role&quot;:null,&quot;depth&quot;:18.05240645,&quot;endpoint_object_ids&quot;:[],&quot;endpoint_role_ids&quot;:[],&quot;kind&quot;:&quot;face&quot;,&quot;object_id&quot;:&quot;scene_object_model_scene_architecture_role_architecture_611841cf&quot;,&quot;repeat_count&quot;:4,&quot;source_digest&quot;:&quot;1e2a2c91366e74a8c206b7acc6a0464419f3ba9fd6e4d947ce84fe0ec7c1a762&quot;}"/>
          <p:cNvSpPr/>
          <p:nvPr/>
        </p:nvSpPr>
        <p:spPr>
          <a:xfrm>
            <a:off x="2559129" y="2646425"/>
            <a:ext cx="231293" cy="342605"/>
          </a:xfrm>
          <a:custGeom>
            <a:avLst/>
            <a:gdLst/>
            <a:ahLst/>
            <a:cxnLst/>
            <a:rect l="l" t="t" r="r" b="b"/>
            <a:pathLst>
              <a:path w="231293" h="342605">
                <a:moveTo>
                  <a:pt x="0" y="252703"/>
                </a:moveTo>
                <a:lnTo>
                  <a:pt x="231293" y="342605"/>
                </a:lnTo>
                <a:lnTo>
                  <a:pt x="231293" y="89902"/>
                </a:lnTo>
                <a:lnTo>
                  <a:pt x="0" y="0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model_scene_architecture_role_architecture_bc7f8a97 0009" descr="{&quot;architecture_direction&quot;:null,&quot;architecture_evidence_digest&quot;:&quot;6e29f8d54678244f31bcdecd02fbeda55787001febf3217b9e429a442d8795f9&quot;,&quot;architecture_role&quot;:&quot;weighted-combine&quot;,&quot;architecture_role_graph_digest&quot;:&quot;98a2335fd2a15bc15446b014f723433353f224fc8d1588255f8dd60675661fe6&quot;,&quot;architecture_role_graph_edge_id&quot;:null,&quot;architecture_role_id&quot;:&quot;architecture_role_weighted_combine_3_node_fx_add_29_6d5cabfa_66d5db91&quot;,&quot;architecture_route_id&quot;:null,&quot;architecture_route_role&quot;:null,&quot;depth&quot;:14.1293621,&quot;endpoint_object_ids&quot;:[],&quot;endpoint_role_ids&quot;:[],&quot;kind&quot;:&quot;face&quot;,&quot;object_id&quot;:&quot;scene_object_model_scene_architecture_role_architecture_bc7f8a97&quot;,&quot;repeat_count&quot;:1,&quot;source_digest&quot;:&quot;1e2a2c91366e74a8c206b7acc6a0464419f3ba9fd6e4d947ce84fe0ec7c1a762&quot;}"/>
          <p:cNvSpPr/>
          <p:nvPr/>
        </p:nvSpPr>
        <p:spPr>
          <a:xfrm>
            <a:off x="4055944" y="2623202"/>
            <a:ext cx="270330" cy="395722"/>
          </a:xfrm>
          <a:custGeom>
            <a:avLst/>
            <a:gdLst/>
            <a:ahLst/>
            <a:cxnLst/>
            <a:rect l="l" t="t" r="r" b="b"/>
            <a:pathLst>
              <a:path w="270330" h="395722">
                <a:moveTo>
                  <a:pt x="270330" y="252702"/>
                </a:moveTo>
                <a:lnTo>
                  <a:pt x="270330" y="0"/>
                </a:lnTo>
                <a:lnTo>
                  <a:pt x="0" y="143020"/>
                </a:lnTo>
                <a:lnTo>
                  <a:pt x="0" y="395722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model_scene_architecture_role_architecture_bc7f8a97 0010" descr="{&quot;architecture_direction&quot;:null,&quot;architecture_evidence_digest&quot;:&quot;6e29f8d54678244f31bcdecd02fbeda55787001febf3217b9e429a442d8795f9&quot;,&quot;architecture_role&quot;:&quot;weighted-combine&quot;,&quot;architecture_role_graph_digest&quot;:&quot;98a2335fd2a15bc15446b014f723433353f224fc8d1588255f8dd60675661fe6&quot;,&quot;architecture_role_graph_edge_id&quot;:null,&quot;architecture_role_id&quot;:&quot;architecture_role_weighted_combine_3_node_fx_add_29_6d5cabfa_66d5db91&quot;,&quot;architecture_route_id&quot;:null,&quot;architecture_route_role&quot;:null,&quot;depth&quot;:13.97677455,&quot;endpoint_object_ids&quot;:[],&quot;endpoint_role_ids&quot;:[],&quot;kind&quot;:&quot;face&quot;,&quot;object_id&quot;:&quot;scene_object_model_scene_architecture_role_architecture_bc7f8a97&quot;,&quot;repeat_count&quot;:1,&quot;source_digest&quot;:&quot;1e2a2c91366e74a8c206b7acc6a0464419f3ba9fd6e4d947ce84fe0ec7c1a762&quot;}"/>
          <p:cNvSpPr/>
          <p:nvPr/>
        </p:nvSpPr>
        <p:spPr>
          <a:xfrm>
            <a:off x="3926420" y="2572857"/>
            <a:ext cx="399854" cy="193365"/>
          </a:xfrm>
          <a:custGeom>
            <a:avLst/>
            <a:gdLst/>
            <a:ahLst/>
            <a:cxnLst/>
            <a:rect l="l" t="t" r="r" b="b"/>
            <a:pathLst>
              <a:path w="399854" h="193365">
                <a:moveTo>
                  <a:pt x="270331" y="0"/>
                </a:moveTo>
                <a:lnTo>
                  <a:pt x="0" y="143020"/>
                </a:lnTo>
                <a:lnTo>
                  <a:pt x="129524" y="193365"/>
                </a:lnTo>
                <a:lnTo>
                  <a:pt x="399854" y="50345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model_scene_architecture_role_architecture_bc7f8a97 0011" descr="{&quot;architecture_direction&quot;:null,&quot;architecture_evidence_digest&quot;:&quot;6e29f8d54678244f31bcdecd02fbeda55787001febf3217b9e429a442d8795f9&quot;,&quot;architecture_role&quot;:&quot;weighted-combine&quot;,&quot;architecture_role_graph_digest&quot;:&quot;98a2335fd2a15bc15446b014f723433353f224fc8d1588255f8dd60675661fe6&quot;,&quot;architecture_role_graph_edge_id&quot;:null,&quot;architecture_role_id&quot;:&quot;architecture_role_weighted_combine_3_node_fx_add_29_6d5cabfa_66d5db91&quot;,&quot;architecture_route_id&quot;:null,&quot;architecture_route_role&quot;:null,&quot;depth&quot;:13.53964055,&quot;endpoint_object_ids&quot;:[],&quot;endpoint_role_ids&quot;:[],&quot;kind&quot;:&quot;face&quot;,&quot;object_id&quot;:&quot;scene_object_model_scene_architecture_role_architecture_bc7f8a97&quot;,&quot;repeat_count&quot;:1,&quot;source_digest&quot;:&quot;1e2a2c91366e74a8c206b7acc6a0464419f3ba9fd6e4d947ce84fe0ec7c1a762&quot;}"/>
          <p:cNvSpPr/>
          <p:nvPr/>
        </p:nvSpPr>
        <p:spPr>
          <a:xfrm>
            <a:off x="3926420" y="2715877"/>
            <a:ext cx="129524" cy="303047"/>
          </a:xfrm>
          <a:custGeom>
            <a:avLst/>
            <a:gdLst/>
            <a:ahLst/>
            <a:cxnLst/>
            <a:rect l="l" t="t" r="r" b="b"/>
            <a:pathLst>
              <a:path w="129524" h="303047">
                <a:moveTo>
                  <a:pt x="0" y="252702"/>
                </a:moveTo>
                <a:lnTo>
                  <a:pt x="129524" y="303047"/>
                </a:lnTo>
                <a:lnTo>
                  <a:pt x="129524" y="50345"/>
                </a:lnTo>
                <a:lnTo>
                  <a:pt x="0" y="0"/>
                </a:lnTo>
                <a:close/>
              </a:path>
            </a:pathLst>
          </a:custGeom>
          <a:solidFill>
            <a:srgbClr val="8B5CF6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NDV editable face scene_object_model_scene_architecture_role_architecture_6a7c7285 0012" descr="{&quot;architecture_direction&quot;:null,&quot;architecture_evidence_digest&quot;:&quot;6e29f8d54678244f31bcdecd02fbeda55787001febf3217b9e429a442d8795f9&quot;,&quot;architecture_role&quot;:&quot;output-head&quot;,&quot;architecture_role_graph_digest&quot;:&quot;98a2335fd2a15bc15446b014f723433353f224fc8d1588255f8dd60675661fe6&quot;,&quot;architecture_role_graph_edge_id&quot;:null,&quot;architecture_role_id&quot;:&quot;architecture_role_output_head_4_module_output_norm_f11a6f83__dd039697&quot;,&quot;architecture_route_id&quot;:null,&quot;architecture_route_role&quot;:null,&quot;depth&quot;:11.130722275,&quot;endpoint_object_ids&quot;:[],&quot;endpoint_role_ids&quot;:[],&quot;kind&quot;:&quot;face&quot;,&quot;object_id&quot;:&quot;scene_object_model_scene_architecture_role_architecture_6a7c7285&quot;,&quot;repeat_count&quot;:1,&quot;source_digest&quot;:&quot;1e2a2c91366e74a8c206b7acc6a0464419f3ba9fd6e4d947ce84fe0ec7c1a762&quot;}"/>
          <p:cNvSpPr/>
          <p:nvPr/>
        </p:nvSpPr>
        <p:spPr>
          <a:xfrm>
            <a:off x="5095109" y="2858820"/>
            <a:ext cx="270331" cy="395723"/>
          </a:xfrm>
          <a:custGeom>
            <a:avLst/>
            <a:gdLst/>
            <a:ahLst/>
            <a:cxnLst/>
            <a:rect l="l" t="t" r="r" b="b"/>
            <a:pathLst>
              <a:path w="270331" h="395723">
                <a:moveTo>
                  <a:pt x="270331" y="252703"/>
                </a:moveTo>
                <a:lnTo>
                  <a:pt x="270331" y="0"/>
                </a:lnTo>
                <a:lnTo>
                  <a:pt x="0" y="143020"/>
                </a:lnTo>
                <a:lnTo>
                  <a:pt x="0" y="395723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NDV editable face scene_object_model_scene_architecture_role_architecture_6a7c7285 0013" descr="{&quot;architecture_direction&quot;:null,&quot;architecture_evidence_digest&quot;:&quot;6e29f8d54678244f31bcdecd02fbeda55787001febf3217b9e429a442d8795f9&quot;,&quot;architecture_role&quot;:&quot;output-head&quot;,&quot;architecture_role_graph_digest&quot;:&quot;98a2335fd2a15bc15446b014f723433353f224fc8d1588255f8dd60675661fe6&quot;,&quot;architecture_role_graph_edge_id&quot;:null,&quot;architecture_role_id&quot;:&quot;architecture_role_output_head_4_module_output_norm_f11a6f83__dd039697&quot;,&quot;architecture_route_id&quot;:null,&quot;architecture_route_role&quot;:null,&quot;depth&quot;:10.9781347,&quot;endpoint_object_ids&quot;:[],&quot;endpoint_role_ids&quot;:[],&quot;kind&quot;:&quot;face&quot;,&quot;object_id&quot;:&quot;scene_object_model_scene_architecture_role_architecture_6a7c7285&quot;,&quot;repeat_count&quot;:1,&quot;source_digest&quot;:&quot;1e2a2c91366e74a8c206b7acc6a0464419f3ba9fd6e4d947ce84fe0ec7c1a762&quot;}"/>
          <p:cNvSpPr/>
          <p:nvPr/>
        </p:nvSpPr>
        <p:spPr>
          <a:xfrm>
            <a:off x="4965585" y="2808475"/>
            <a:ext cx="399855" cy="193365"/>
          </a:xfrm>
          <a:custGeom>
            <a:avLst/>
            <a:gdLst/>
            <a:ahLst/>
            <a:cxnLst/>
            <a:rect l="l" t="t" r="r" b="b"/>
            <a:pathLst>
              <a:path w="399855" h="193365">
                <a:moveTo>
                  <a:pt x="270331" y="0"/>
                </a:moveTo>
                <a:lnTo>
                  <a:pt x="0" y="143020"/>
                </a:lnTo>
                <a:lnTo>
                  <a:pt x="129524" y="193365"/>
                </a:lnTo>
                <a:lnTo>
                  <a:pt x="399855" y="50345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NDV editable face scene_object_model_scene_architecture_role_architecture_6a7c7285 0014" descr="{&quot;architecture_direction&quot;:null,&quot;architecture_evidence_digest&quot;:&quot;6e29f8d54678244f31bcdecd02fbeda55787001febf3217b9e429a442d8795f9&quot;,&quot;architecture_role&quot;:&quot;output-head&quot;,&quot;architecture_role_graph_digest&quot;:&quot;98a2335fd2a15bc15446b014f723433353f224fc8d1588255f8dd60675661fe6&quot;,&quot;architecture_role_graph_edge_id&quot;:null,&quot;architecture_role_id&quot;:&quot;architecture_role_output_head_4_module_output_norm_f11a6f83__dd039697&quot;,&quot;architecture_route_id&quot;:null,&quot;architecture_route_role&quot;:null,&quot;depth&quot;:10.5410007,&quot;endpoint_object_ids&quot;:[],&quot;endpoint_role_ids&quot;:[],&quot;kind&quot;:&quot;face&quot;,&quot;object_id&quot;:&quot;scene_object_model_scene_architecture_role_architecture_6a7c7285&quot;,&quot;repeat_count&quot;:1,&quot;source_digest&quot;:&quot;1e2a2c91366e74a8c206b7acc6a0464419f3ba9fd6e4d947ce84fe0ec7c1a762&quot;}"/>
          <p:cNvSpPr/>
          <p:nvPr/>
        </p:nvSpPr>
        <p:spPr>
          <a:xfrm>
            <a:off x="4965585" y="2951495"/>
            <a:ext cx="129524" cy="303048"/>
          </a:xfrm>
          <a:custGeom>
            <a:avLst/>
            <a:gdLst/>
            <a:ahLst/>
            <a:cxnLst/>
            <a:rect l="l" t="t" r="r" b="b"/>
            <a:pathLst>
              <a:path w="129524" h="303048">
                <a:moveTo>
                  <a:pt x="0" y="252703"/>
                </a:moveTo>
                <a:lnTo>
                  <a:pt x="129524" y="303048"/>
                </a:lnTo>
                <a:lnTo>
                  <a:pt x="129524" y="50345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NNDV editable edge scene_object_model_scene_architecture_role_architecture_19cea5bf 000" descr="{&quot;architecture_direction&quot;:null,&quot;architecture_evidence_digest&quot;:&quot;6e29f8d54678244f31bcdecd02fbeda55787001febf3217b9e429a442d8795f9&quot;,&quot;architecture_role&quot;:&quot;input&quot;,&quot;architecture_role_graph_digest&quot;:&quot;98a2335fd2a15bc15446b014f723433353f224fc8d1588255f8dd60675661fe6&quot;,&quot;architecture_role_graph_edge_id&quot;:null,&quot;architecture_role_id&quot;:&quot;architecture_role_input_0_module_token_embedding_6c4877e2_no_f9cf0520&quot;,&quot;architecture_route_id&quot;:null,&quot;architecture_route_role&quot;:null,&quot;depth&quot;:31.090989800000003,&quot;endpoint_object_ids&quot;:[],&quot;endpoint_role_ids&quot;:[],&quot;kind&quot;:&quot;edge&quot;,&quot;object_id&quot;:&quot;scene_object_model_scene_architecture_role_architecture_19cea5bf&quot;,&quot;repeat_count&quot;:1,&quot;source_digest&quot;:&quot;1e2a2c91366e74a8c206b7acc6a0464419f3ba9fd6e4d947ce84fe0ec7c1a762&quot;}"/>
          <p:cNvCxnSpPr/>
          <p:nvPr/>
        </p:nvCxnSpPr>
        <p:spPr>
          <a:xfrm flipV="1">
            <a:off x="1514414" y="1361950"/>
            <a:ext cx="0" cy="2527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NNDV editable edge scene_object_model_scene_architecture_role_architecture_19cea5bf 000" descr="{&quot;architecture_direction&quot;:null,&quot;architecture_evidence_digest&quot;:&quot;6e29f8d54678244f31bcdecd02fbeda55787001febf3217b9e429a442d8795f9&quot;,&quot;architecture_role&quot;:&quot;input&quot;,&quot;architecture_role_graph_digest&quot;:&quot;98a2335fd2a15bc15446b014f723433353f224fc8d1588255f8dd60675661fe6&quot;,&quot;architecture_role_graph_edge_id&quot;:null,&quot;architecture_role_id&quot;:&quot;architecture_role_input_0_module_token_embedding_6c4877e2_no_f9cf0520&quot;,&quot;architecture_route_id&quot;:null,&quot;architecture_route_role&quot;:null,&quot;depth&quot;:30.938402250000003,&quot;endpoint_object_ids&quot;:[],&quot;endpoint_role_ids&quot;:[],&quot;kind&quot;:&quot;edge&quot;,&quot;object_id&quot;:&quot;scene_object_model_scene_architecture_role_architecture_19cea5bf&quot;,&quot;repeat_count&quot;:1,&quot;source_digest&quot;:&quot;1e2a2c91366e74a8c206b7acc6a0464419f3ba9fd6e4d947ce84fe0ec7c1a762&quot;}"/>
          <p:cNvCxnSpPr/>
          <p:nvPr/>
        </p:nvCxnSpPr>
        <p:spPr>
          <a:xfrm flipH="1" flipV="1">
            <a:off x="1384890" y="1311605"/>
            <a:ext cx="129524" cy="503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NNDV editable edge scene_object_model_scene_architecture_role_architecture_19cea5bf 000" descr="{&quot;architecture_direction&quot;:null,&quot;architecture_evidence_digest&quot;:&quot;6e29f8d54678244f31bcdecd02fbeda55787001febf3217b9e429a442d8795f9&quot;,&quot;architecture_role&quot;:&quot;input&quot;,&quot;architecture_role_graph_digest&quot;:&quot;98a2335fd2a15bc15446b014f723433353f224fc8d1588255f8dd60675661fe6&quot;,&quot;architecture_role_graph_edge_id&quot;:null,&quot;architecture_role_id&quot;:&quot;architecture_role_input_0_module_token_embedding_6c4877e2_no_f9cf0520&quot;,&quot;architecture_route_id&quot;:null,&quot;architecture_route_role&quot;:null,&quot;depth&quot;:30.653855800000002,&quot;endpoint_object_ids&quot;:[],&quot;endpoint_role_ids&quot;:[],&quot;kind&quot;:&quot;edge&quot;,&quot;object_id&quot;:&quot;scene_object_model_scene_architecture_role_architecture_19cea5bf&quot;,&quot;repeat_count&quot;:1,&quot;source_digest&quot;:&quot;1e2a2c91366e74a8c206b7acc6a0464419f3ba9fd6e4d947ce84fe0ec7c1a762&quot;}"/>
          <p:cNvCxnSpPr/>
          <p:nvPr/>
        </p:nvCxnSpPr>
        <p:spPr>
          <a:xfrm flipH="1">
            <a:off x="1244083" y="1614653"/>
            <a:ext cx="270331" cy="1430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NNDV editable edge scene_object_model_scene_architecture_role_architecture_19cea5bf 000" descr="{&quot;architecture_direction&quot;:null,&quot;architecture_evidence_digest&quot;:&quot;6e29f8d54678244f31bcdecd02fbeda55787001febf3217b9e429a442d8795f9&quot;,&quot;architecture_role&quot;:&quot;input&quot;,&quot;architecture_role_graph_digest&quot;:&quot;98a2335fd2a15bc15446b014f723433353f224fc8d1588255f8dd60675661fe6&quot;,&quot;architecture_role_graph_edge_id&quot;:null,&quot;architecture_role_id&quot;:&quot;architecture_role_input_0_module_token_embedding_6c4877e2_no_f9cf0520&quot;,&quot;architecture_route_id&quot;:null,&quot;architecture_route_role&quot;:null,&quot;depth&quot;:30.348680700000003,&quot;endpoint_object_ids&quot;:[],&quot;endpoint_role_ids&quot;:[],&quot;kind&quot;:&quot;edge&quot;,&quot;object_id&quot;:&quot;scene_object_model_scene_architecture_role_architecture_19cea5bf&quot;,&quot;repeat_count&quot;:1,&quot;source_digest&quot;:&quot;1e2a2c91366e74a8c206b7acc6a0464419f3ba9fd6e4d947ce84fe0ec7c1a762&quot;}"/>
          <p:cNvCxnSpPr/>
          <p:nvPr/>
        </p:nvCxnSpPr>
        <p:spPr>
          <a:xfrm flipH="1">
            <a:off x="1114560" y="1311605"/>
            <a:ext cx="270330" cy="1430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NDV editable edge scene_object_model_scene_architecture_role_architecture_19cea5bf 000" descr="{&quot;architecture_direction&quot;:null,&quot;architecture_evidence_digest&quot;:&quot;6e29f8d54678244f31bcdecd02fbeda55787001febf3217b9e429a442d8795f9&quot;,&quot;architecture_role&quot;:&quot;input&quot;,&quot;architecture_role_graph_digest&quot;:&quot;98a2335fd2a15bc15446b014f723433353f224fc8d1588255f8dd60675661fe6&quot;,&quot;architecture_role_graph_edge_id&quot;:null,&quot;architecture_role_id&quot;:&quot;architecture_role_input_0_module_token_embedding_6c4877e2_no_f9cf0520&quot;,&quot;architecture_route_id&quot;:null,&quot;architecture_route_role&quot;:null,&quot;depth&quot;:30.064134199999998,&quot;endpoint_object_ids&quot;:[],&quot;endpoint_role_ids&quot;:[],&quot;kind&quot;:&quot;edge&quot;,&quot;object_id&quot;:&quot;scene_object_model_scene_architecture_role_architecture_19cea5bf&quot;,&quot;repeat_count&quot;:1,&quot;source_digest&quot;:&quot;1e2a2c91366e74a8c206b7acc6a0464419f3ba9fd6e4d947ce84fe0ec7c1a762&quot;}"/>
          <p:cNvCxnSpPr/>
          <p:nvPr/>
        </p:nvCxnSpPr>
        <p:spPr>
          <a:xfrm>
            <a:off x="1114560" y="1707328"/>
            <a:ext cx="129523" cy="503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NDV editable edge scene_object_model_scene_architecture_role_architecture_19cea5bf 000" descr="{&quot;architecture_direction&quot;:null,&quot;architecture_evidence_digest&quot;:&quot;6e29f8d54678244f31bcdecd02fbeda55787001febf3217b9e429a442d8795f9&quot;,&quot;architecture_role&quot;:&quot;input&quot;,&quot;architecture_role_graph_digest&quot;:&quot;98a2335fd2a15bc15446b014f723433353f224fc8d1588255f8dd60675661fe6&quot;,&quot;architecture_role_graph_edge_id&quot;:null,&quot;architecture_role_id&quot;:&quot;architecture_role_input_0_module_token_embedding_6c4877e2_no_f9cf0520&quot;,&quot;architecture_route_id&quot;:null,&quot;architecture_route_role&quot;:null,&quot;depth&quot;:29.91154665,&quot;endpoint_object_ids&quot;:[],&quot;endpoint_role_ids&quot;:[],&quot;kind&quot;:&quot;edge&quot;,&quot;object_id&quot;:&quot;scene_object_model_scene_architecture_role_architecture_19cea5bf&quot;,&quot;repeat_count&quot;:1,&quot;source_digest&quot;:&quot;1e2a2c91366e74a8c206b7acc6a0464419f3ba9fd6e4d947ce84fe0ec7c1a762&quot;}"/>
          <p:cNvCxnSpPr/>
          <p:nvPr/>
        </p:nvCxnSpPr>
        <p:spPr>
          <a:xfrm flipV="1">
            <a:off x="1114560" y="1454625"/>
            <a:ext cx="0" cy="2527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NDV editable edge scene_object_model_scene_architecture_role_architecture_19cea5bf 000" descr="{&quot;architecture_direction&quot;:null,&quot;architecture_evidence_digest&quot;:&quot;6e29f8d54678244f31bcdecd02fbeda55787001febf3217b9e429a442d8795f9&quot;,&quot;architecture_role&quot;:&quot;input&quot;,&quot;architecture_role_graph_digest&quot;:&quot;98a2335fd2a15bc15446b014f723433353f224fc8d1588255f8dd60675661fe6&quot;,&quot;architecture_role_graph_edge_id&quot;:null,&quot;architecture_role_id&quot;:&quot;architecture_role_input_0_module_token_embedding_6c4877e2_no_f9cf0520&quot;,&quot;architecture_route_id&quot;:null,&quot;architecture_route_role&quot;:null,&quot;depth&quot;:29.7079538,&quot;endpoint_object_ids&quot;:[],&quot;endpoint_role_ids&quot;:[],&quot;kind&quot;:&quot;edge&quot;,&quot;object_id&quot;:&quot;scene_object_model_scene_architecture_role_architecture_19cea5bf&quot;,&quot;repeat_count&quot;:1,&quot;source_digest&quot;:&quot;1e2a2c91366e74a8c206b7acc6a0464419f3ba9fd6e4d947ce84fe0ec7c1a762&quot;}"/>
          <p:cNvCxnSpPr/>
          <p:nvPr/>
        </p:nvCxnSpPr>
        <p:spPr>
          <a:xfrm flipH="1">
            <a:off x="1244083" y="1361950"/>
            <a:ext cx="270331" cy="1430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edge scene_object_model_scene_architecture_role_architecture_19cea5bf 000" descr="{&quot;architecture_direction&quot;:null,&quot;architecture_evidence_digest&quot;:&quot;6e29f8d54678244f31bcdecd02fbeda55787001febf3217b9e429a442d8795f9&quot;,&quot;architecture_role&quot;:&quot;input&quot;,&quot;architecture_role_graph_digest&quot;:&quot;98a2335fd2a15bc15446b014f723433353f224fc8d1588255f8dd60675661fe6&quot;,&quot;architecture_role_graph_edge_id&quot;:null,&quot;architecture_role_id&quot;:&quot;architecture_role_input_0_module_token_embedding_6c4877e2_no_f9cf0520&quot;,&quot;architecture_route_id&quot;:null,&quot;architecture_route_role&quot;:null,&quot;depth&quot;:29.270819799999998,&quot;endpoint_object_ids&quot;:[],&quot;endpoint_role_ids&quot;:[],&quot;kind&quot;:&quot;edge&quot;,&quot;object_id&quot;:&quot;scene_object_model_scene_architecture_role_architecture_19cea5bf&quot;,&quot;repeat_count&quot;:1,&quot;source_digest&quot;:&quot;1e2a2c91366e74a8c206b7acc6a0464419f3ba9fd6e4d947ce84fe0ec7c1a762&quot;}"/>
          <p:cNvCxnSpPr/>
          <p:nvPr/>
        </p:nvCxnSpPr>
        <p:spPr>
          <a:xfrm flipV="1">
            <a:off x="1244083" y="1504970"/>
            <a:ext cx="0" cy="2527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model_scene_architecture_role_architecture_19cea5bf 000" descr="{&quot;architecture_direction&quot;:null,&quot;architecture_evidence_digest&quot;:&quot;6e29f8d54678244f31bcdecd02fbeda55787001febf3217b9e429a442d8795f9&quot;,&quot;architecture_role&quot;:&quot;input&quot;,&quot;architecture_role_graph_digest&quot;:&quot;98a2335fd2a15bc15446b014f723433353f224fc8d1588255f8dd60675661fe6&quot;,&quot;architecture_role_graph_edge_id&quot;:null,&quot;architecture_role_id&quot;:&quot;architecture_role_input_0_module_token_embedding_6c4877e2_no_f9cf0520&quot;,&quot;architecture_route_id&quot;:null,&quot;architecture_route_role&quot;:null,&quot;depth&quot;:29.11823225,&quot;endpoint_object_ids&quot;:[],&quot;endpoint_role_ids&quot;:[],&quot;kind&quot;:&quot;edge&quot;,&quot;object_id&quot;:&quot;scene_object_model_scene_architecture_role_architecture_19cea5bf&quot;,&quot;repeat_count&quot;:1,&quot;source_digest&quot;:&quot;1e2a2c91366e74a8c206b7acc6a0464419f3ba9fd6e4d947ce84fe0ec7c1a762&quot;}"/>
          <p:cNvCxnSpPr/>
          <p:nvPr/>
        </p:nvCxnSpPr>
        <p:spPr>
          <a:xfrm flipH="1" flipV="1">
            <a:off x="1114560" y="1454625"/>
            <a:ext cx="129523" cy="503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arrow scene_object_model_scene_architecture_route_architectur_e0b18bdc 000" descr="{&quot;architecture_direction&quot;:&quot;source-to-target&quot;,&quot;architecture_evidence_digest&quot;:&quot;6e29f8d54678244f31bcdecd02fbeda55787001febf3217b9e429a442d8795f9&quot;,&quot;architecture_role&quot;:&quot;arrow&quot;,&quot;architecture_role_graph_digest&quot;:&quot;98a2335fd2a15bc15446b014f723433353f224fc8d1588255f8dd60675661fe6&quot;,&quot;architecture_role_graph_edge_id&quot;:&quot;architecture_role_flow_architecture_role_input_0_module_token_emb_7c02d113&quot;,&quot;architecture_role_id&quot;:null,&quot;architecture_route_id&quot;:null,&quot;architecture_route_role&quot;:&quot;arrow&quot;,&quot;depth&quot;:26.9514078125,&quot;endpoint_object_ids&quot;:[&quot;scene_object_model_scene_architecture_role_architecture_19cea5bf&quot;,&quot;scene_object_model_scene_architecture_role_architecture_66f6de26&quot;],&quot;endpoint_role_ids&quot;:[&quot;architecture_role_input_0_module_token_embedding_6c4877e2_no_f9cf0520&quot;,&quot;architecture_role_router_1_module_router_router_logits_f60d1_aa199a8c&quot;],&quot;kind&quot;:&quot;arrow&quot;,&quot;object_id&quot;:&quot;scene_object_model_scene_architecture_route_architectur_e0b18bdc&quot;,&quot;repeat_count&quot;:1,&quot;source_digest&quot;:&quot;1e2a2c91366e74a8c206b7acc6a0464419f3ba9fd6e4d947ce84fe0ec7c1a762&quot;}"/>
          <p:cNvCxnSpPr/>
          <p:nvPr/>
        </p:nvCxnSpPr>
        <p:spPr>
          <a:xfrm flipV="1">
            <a:off x="1377525" y="1318078"/>
            <a:ext cx="462275" cy="19057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arrow scene_object_model_scene_architecture_route_architectur_c8724618 000" descr="{&quot;architecture_direction&quot;:&quot;source-to-target&quot;,&quot;architecture_evidence_digest&quot;:&quot;6e29f8d54678244f31bcdecd02fbeda55787001febf3217b9e429a442d8795f9&quot;,&quot;architecture_role&quot;:&quot;arrow&quot;,&quot;architecture_role_graph_digest&quot;:&quot;98a2335fd2a15bc15446b014f723433353f224fc8d1588255f8dd60675661fe6&quot;,&quot;architecture_role_graph_edge_id&quot;:&quot;architecture_role_flow_architecture_role_input_0_module_token_emb_8b89a3d0&quot;,&quot;architecture_role_id&quot;:null,&quot;architecture_route_id&quot;:null,&quot;architecture_route_role&quot;:&quot;arrow&quot;,&quot;depth&quot;:25.29223395,&quot;endpoint_object_ids&quot;:[&quot;scene_object_model_scene_architecture_role_architecture_19cea5bf&quot;,&quot;scene_object_model_scene_architecture_role_architecture_611841cf&quot;],&quot;endpoint_role_ids&quot;:[&quot;architecture_role_input_0_module_token_embedding_6c4877e2_no_f9cf0520&quot;,&quot;architecture_role_experts_2_module_experts_3_feed_forward_2__38e85578&quot;],&quot;kind&quot;:&quot;arrow&quot;,&quot;object_id&quot;:&quot;scene_object_model_scene_architecture_route_architectur_c8724618&quot;,&quot;repeat_count&quot;:1,&quot;source_digest&quot;:&quot;1e2a2c91366e74a8c206b7acc6a0464419f3ba9fd6e4d947ce84fe0ec7c1a762&quot;}"/>
          <p:cNvCxnSpPr/>
          <p:nvPr/>
        </p:nvCxnSpPr>
        <p:spPr>
          <a:xfrm>
            <a:off x="1411909" y="1608270"/>
            <a:ext cx="1266483" cy="957199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edge scene_object_model_scene_architecture_role_architecture_66f6de26 000" descr="{&quot;architecture_direction&quot;:null,&quot;architecture_evidence_digest&quot;:&quot;6e29f8d54678244f31bcdecd02fbeda55787001febf3217b9e429a442d8795f9&quot;,&quot;architecture_role&quot;:&quot;router&quot;,&quot;architecture_role_graph_digest&quot;:&quot;98a2335fd2a15bc15446b014f723433353f224fc8d1588255f8dd60675661fe6&quot;,&quot;architecture_role_graph_edge_id&quot;:null,&quot;architecture_role_id&quot;:&quot;architecture_role_router_1_module_router_router_logits_f60d1_aa199a8c&quot;,&quot;architecture_route_id&quot;:null,&quot;architecture_route_role&quot;:null,&quot;depth&quot;:22.5818613,&quot;endpoint_object_ids&quot;:[],&quot;endpoint_role_ids&quot;:[],&quot;kind&quot;:&quot;edge&quot;,&quot;object_id&quot;:&quot;scene_object_model_scene_architecture_role_architecture_66f6de26&quot;,&quot;repeat_count&quot;:1,&quot;source_digest&quot;:&quot;1e2a2c91366e74a8c206b7acc6a0464419f3ba9fd6e4d947ce84fe0ec7c1a762&quot;}"/>
          <p:cNvCxnSpPr/>
          <p:nvPr/>
        </p:nvCxnSpPr>
        <p:spPr>
          <a:xfrm flipV="1">
            <a:off x="2128126" y="1115802"/>
            <a:ext cx="0" cy="2527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edge scene_object_model_scene_architecture_role_architecture_66f6de26 000" descr="{&quot;architecture_direction&quot;:null,&quot;architecture_evidence_digest&quot;:&quot;6e29f8d54678244f31bcdecd02fbeda55787001febf3217b9e429a442d8795f9&quot;,&quot;architecture_role&quot;:&quot;router&quot;,&quot;architecture_role_graph_digest&quot;:&quot;98a2335fd2a15bc15446b014f723433353f224fc8d1588255f8dd60675661fe6&quot;,&quot;architecture_role_graph_edge_id&quot;:null,&quot;architecture_role_id&quot;:&quot;architecture_role_router_1_module_router_router_logits_f60d1_aa199a8c&quot;,&quot;architecture_route_id&quot;:null,&quot;architecture_route_role&quot;:null,&quot;depth&quot;:22.53988915,&quot;endpoint_object_ids&quot;:[],&quot;endpoint_role_ids&quot;:[],&quot;kind&quot;:&quot;edge&quot;,&quot;object_id&quot;:&quot;scene_object_model_scene_architecture_role_architecture_66f6de26&quot;,&quot;repeat_count&quot;:1,&quot;source_digest&quot;:&quot;1e2a2c91366e74a8c206b7acc6a0464419f3ba9fd6e4d947ce84fe0ec7c1a762&quot;}"/>
          <p:cNvCxnSpPr/>
          <p:nvPr/>
        </p:nvCxnSpPr>
        <p:spPr>
          <a:xfrm flipH="1">
            <a:off x="1975174" y="1368505"/>
            <a:ext cx="152952" cy="809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arrow scene_object_model_scene_architecture_route_architectur_eff6f7dc 000" descr="{&quot;architecture_direction&quot;:&quot;source-to-target&quot;,&quot;architecture_evidence_digest&quot;:&quot;6e29f8d54678244f31bcdecd02fbeda55787001febf3217b9e429a442d8795f9&quot;,&quot;architecture_role&quot;:&quot;arrow&quot;,&quot;architecture_role_graph_digest&quot;:&quot;98a2335fd2a15bc15446b014f723433353f224fc8d1588255f8dd60675661fe6&quot;,&quot;architecture_role_graph_edge_id&quot;:&quot;architecture_role_flow_architecture_role_input_0_module_token_emb_5ba02e80&quot;,&quot;architecture_role_id&quot;:null,&quot;architecture_route_id&quot;:null,&quot;architecture_route_role&quot;:&quot;arrow&quot;,&quot;depth&quot;:22.977107559375,&quot;endpoint_object_ids&quot;:[&quot;scene_object_model_scene_architecture_role_architecture_19cea5bf&quot;,&quot;scene_object_model_scene_architecture_role_architecture_bc7f8a97&quot;],&quot;endpoint_role_ids&quot;:[&quot;architecture_role_input_0_module_token_embedding_6c4877e2_no_f9cf0520&quot;,&quot;architecture_role_weighted_combine_3_node_fx_add_29_6d5cabfa_66d5db91&quot;],&quot;kind&quot;:&quot;arrow&quot;,&quot;object_id&quot;:&quot;scene_object_model_scene_architecture_route_architectur_eff6f7dc&quot;,&quot;repeat_count&quot;:1,&quot;source_digest&quot;:&quot;1e2a2c91366e74a8c206b7acc6a0464419f3ba9fd6e4d947ce84fe0ec7c1a762&quot;}"/>
          <p:cNvCxnSpPr/>
          <p:nvPr/>
        </p:nvCxnSpPr>
        <p:spPr>
          <a:xfrm>
            <a:off x="1402358" y="1574053"/>
            <a:ext cx="2460377" cy="1103595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model_scene_architecture_role_architecture_66f6de26 000" descr="{&quot;architecture_direction&quot;:null,&quot;architecture_evidence_digest&quot;:&quot;6e29f8d54678244f31bcdecd02fbeda55787001febf3217b9e429a442d8795f9&quot;,&quot;architecture_role&quot;:&quot;router&quot;,&quot;architecture_role_graph_digest&quot;:&quot;98a2335fd2a15bc15446b014f723433353f224fc8d1588255f8dd60675661fe6&quot;,&quot;architecture_role_graph_edge_id&quot;:null,&quot;architecture_role_id&quot;:&quot;architecture_role_router_1_module_router_router_logits_f60d1_aa199a8c&quot;,&quot;architecture_route_id&quot;:null,&quot;architecture_route_role&quot;:null,&quot;depth&quot;:22.42927375,&quot;endpoint_object_ids&quot;:[],&quot;endpoint_role_ids&quot;:[],&quot;kind&quot;:&quot;edge&quot;,&quot;object_id&quot;:&quot;scene_object_model_scene_architecture_role_architecture_66f6de26&quot;,&quot;repeat_count&quot;:1,&quot;source_digest&quot;:&quot;1e2a2c91366e74a8c206b7acc6a0464419f3ba9fd6e4d947ce84fe0ec7c1a762&quot;}"/>
          <p:cNvCxnSpPr/>
          <p:nvPr/>
        </p:nvCxnSpPr>
        <p:spPr>
          <a:xfrm flipH="1" flipV="1">
            <a:off x="1998602" y="1065457"/>
            <a:ext cx="129524" cy="503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edge scene_object_model_scene_architecture_role_architecture_66f6de26 000" descr="{&quot;architecture_direction&quot;:null,&quot;architecture_evidence_digest&quot;:&quot;6e29f8d54678244f31bcdecd02fbeda55787001febf3217b9e429a442d8795f9&quot;,&quot;architecture_role&quot;:&quot;router&quot;,&quot;architecture_role_graph_digest&quot;:&quot;98a2335fd2a15bc15446b014f723433353f224fc8d1588255f8dd60675661fe6&quot;,&quot;architecture_role_graph_edge_id&quot;:null,&quot;architecture_role_id&quot;:&quot;architecture_role_router_1_module_router_router_logits_f60d1_aa199a8c&quot;,&quot;architecture_route_id&quot;:null,&quot;architecture_route_role&quot;:null,&quot;depth&quot;:22.34532945,&quot;endpoint_object_ids&quot;:[],&quot;endpoint_role_ids&quot;:[],&quot;kind&quot;:&quot;edge&quot;,&quot;object_id&quot;:&quot;scene_object_model_scene_architecture_role_architecture_66f6de26&quot;,&quot;repeat_count&quot;:1,&quot;source_digest&quot;:&quot;1e2a2c91366e74a8c206b7acc6a0464419f3ba9fd6e4d947ce84fe0ec7c1a762&quot;}"/>
          <p:cNvCxnSpPr/>
          <p:nvPr/>
        </p:nvCxnSpPr>
        <p:spPr>
          <a:xfrm>
            <a:off x="1845650" y="1399080"/>
            <a:ext cx="129524" cy="503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model_scene_architecture_role_architecture_66f6de26 000" descr="{&quot;architecture_direction&quot;:null,&quot;architecture_evidence_digest&quot;:&quot;6e29f8d54678244f31bcdecd02fbeda55787001febf3217b9e429a442d8795f9&quot;,&quot;architecture_role&quot;:&quot;router&quot;,&quot;architecture_role_graph_digest&quot;:&quot;98a2335fd2a15bc15446b014f723433353f224fc8d1588255f8dd60675661fe6&quot;,&quot;architecture_role_graph_edge_id&quot;:null,&quot;architecture_role_id&quot;:&quot;architecture_role_router_1_module_router_router_logits_f60d1_aa199a8c&quot;,&quot;architecture_route_id&quot;:null,&quot;architecture_route_role&quot;:null,&quot;depth&quot;:22.23471405,&quot;endpoint_object_ids&quot;:[],&quot;endpoint_role_ids&quot;:[],&quot;kind&quot;:&quot;edge&quot;,&quot;object_id&quot;:&quot;scene_object_model_scene_architecture_role_architecture_66f6de26&quot;,&quot;repeat_count&quot;:1,&quot;source_digest&quot;:&quot;1e2a2c91366e74a8c206b7acc6a0464419f3ba9fd6e4d947ce84fe0ec7c1a762&quot;}"/>
          <p:cNvCxnSpPr/>
          <p:nvPr/>
        </p:nvCxnSpPr>
        <p:spPr>
          <a:xfrm flipH="1">
            <a:off x="1845650" y="1065457"/>
            <a:ext cx="152952" cy="809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edge scene_object_model_scene_architecture_role_architecture_66f6de26 000" descr="{&quot;architecture_direction&quot;:null,&quot;architecture_evidence_digest&quot;:&quot;6e29f8d54678244f31bcdecd02fbeda55787001febf3217b9e429a442d8795f9&quot;,&quot;architecture_role&quot;:&quot;router&quot;,&quot;architecture_role_graph_digest&quot;:&quot;98a2335fd2a15bc15446b014f723433353f224fc8d1588255f8dd60675661fe6&quot;,&quot;architecture_role_graph_edge_id&quot;:null,&quot;architecture_role_id&quot;:&quot;architecture_role_router_1_module_router_router_logits_f60d1_aa199a8c&quot;,&quot;architecture_route_id&quot;:null,&quot;architecture_route_role&quot;:null,&quot;depth&quot;:22.1927419,&quot;endpoint_object_ids&quot;:[],&quot;endpoint_role_ids&quot;:[],&quot;kind&quot;:&quot;edge&quot;,&quot;object_id&quot;:&quot;scene_object_model_scene_architecture_role_architecture_66f6de26&quot;,&quot;repeat_count&quot;:1,&quot;source_digest&quot;:&quot;1e2a2c91366e74a8c206b7acc6a0464419f3ba9fd6e4d947ce84fe0ec7c1a762&quot;}"/>
          <p:cNvCxnSpPr/>
          <p:nvPr/>
        </p:nvCxnSpPr>
        <p:spPr>
          <a:xfrm flipV="1">
            <a:off x="1845650" y="1146377"/>
            <a:ext cx="0" cy="2527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edge scene_object_model_scene_architecture_role_architecture_66f6de26 000" descr="{&quot;architecture_direction&quot;:null,&quot;architecture_evidence_digest&quot;:&quot;6e29f8d54678244f31bcdecd02fbeda55787001febf3217b9e429a442d8795f9&quot;,&quot;architecture_role&quot;:&quot;router&quot;,&quot;architecture_role_graph_digest&quot;:&quot;98a2335fd2a15bc15446b014f723433353f224fc8d1588255f8dd60675661fe6&quot;,&quot;architecture_role_graph_edge_id&quot;:null,&quot;architecture_role_id&quot;:&quot;architecture_role_router_1_module_router_router_logits_f60d1_aa199a8c&quot;,&quot;architecture_route_id&quot;:null,&quot;architecture_route_role&quot;:null,&quot;depth&quot;:21.59398715,&quot;endpoint_object_ids&quot;:[],&quot;endpoint_role_ids&quot;:[],&quot;kind&quot;:&quot;edge&quot;,&quot;object_id&quot;:&quot;scene_object_model_scene_architecture_role_architecture_66f6de26&quot;,&quot;repeat_count&quot;:1,&quot;source_digest&quot;:&quot;1e2a2c91366e74a8c206b7acc6a0464419f3ba9fd6e4d947ce84fe0ec7c1a762&quot;}"/>
          <p:cNvCxnSpPr/>
          <p:nvPr/>
        </p:nvCxnSpPr>
        <p:spPr>
          <a:xfrm flipH="1">
            <a:off x="1975174" y="1115802"/>
            <a:ext cx="152952" cy="809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edge scene_object_model_scene_architecture_role_architecture_66f6de26 000" descr="{&quot;architecture_direction&quot;:null,&quot;architecture_evidence_digest&quot;:&quot;6e29f8d54678244f31bcdecd02fbeda55787001febf3217b9e429a442d8795f9&quot;,&quot;architecture_role&quot;:&quot;router&quot;,&quot;architecture_role_graph_digest&quot;:&quot;98a2335fd2a15bc15446b014f723433353f224fc8d1588255f8dd60675661fe6&quot;,&quot;architecture_role_graph_edge_id&quot;:null,&quot;architecture_role_id&quot;:&quot;architecture_role_router_1_module_router_router_logits_f60d1_aa199a8c&quot;,&quot;architecture_route_id&quot;:null,&quot;architecture_route_role&quot;:null,&quot;depth&quot;:21.552014999999997,&quot;endpoint_object_ids&quot;:[],&quot;endpoint_role_ids&quot;:[],&quot;kind&quot;:&quot;edge&quot;,&quot;object_id&quot;:&quot;scene_object_model_scene_architecture_role_architecture_66f6de26&quot;,&quot;repeat_count&quot;:1,&quot;source_digest&quot;:&quot;1e2a2c91366e74a8c206b7acc6a0464419f3ba9fd6e4d947ce84fe0ec7c1a762&quot;}"/>
          <p:cNvCxnSpPr/>
          <p:nvPr/>
        </p:nvCxnSpPr>
        <p:spPr>
          <a:xfrm flipV="1">
            <a:off x="1975174" y="1196722"/>
            <a:ext cx="0" cy="2527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edge scene_object_model_scene_architecture_role_architecture_66f6de26 000" descr="{&quot;architecture_direction&quot;:null,&quot;architecture_evidence_digest&quot;:&quot;6e29f8d54678244f31bcdecd02fbeda55787001febf3217b9e429a442d8795f9&quot;,&quot;architecture_role&quot;:&quot;router&quot;,&quot;architecture_role_graph_digest&quot;:&quot;98a2335fd2a15bc15446b014f723433353f224fc8d1588255f8dd60675661fe6&quot;,&quot;architecture_role_graph_edge_id&quot;:null,&quot;architecture_role_id&quot;:&quot;architecture_role_router_1_module_router_router_logits_f60d1_aa199a8c&quot;,&quot;architecture_route_id&quot;:null,&quot;architecture_route_role&quot;:null,&quot;depth&quot;:21.399427449999997,&quot;endpoint_object_ids&quot;:[],&quot;endpoint_role_ids&quot;:[],&quot;kind&quot;:&quot;edge&quot;,&quot;object_id&quot;:&quot;scene_object_model_scene_architecture_role_architecture_66f6de26&quot;,&quot;repeat_count&quot;:1,&quot;source_digest&quot;:&quot;1e2a2c91366e74a8c206b7acc6a0464419f3ba9fd6e4d947ce84fe0ec7c1a762&quot;}"/>
          <p:cNvCxnSpPr/>
          <p:nvPr/>
        </p:nvCxnSpPr>
        <p:spPr>
          <a:xfrm flipH="1" flipV="1">
            <a:off x="1845650" y="1146377"/>
            <a:ext cx="129524" cy="503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polyline scene_object_model_scene_architecture_route_architectur_0f9c6cd2 000" descr="{&quot;architecture_direction&quot;:&quot;source-to-target&quot;,&quot;architecture_evidence_digest&quot;:&quot;6e29f8d54678244f31bcdecd02fbeda55787001febf3217b9e429a442d8795f9&quot;,&quot;architecture_role&quot;:&quot;expert-branch&quot;,&quot;architecture_role_graph_digest&quot;:&quot;98a2335fd2a15bc15446b014f723433353f224fc8d1588255f8dd60675661fe6&quot;,&quot;architecture_role_graph_edge_id&quot;:&quot;architecture_route_expert_branch_architecture_role_router_1_m_0491cc43&quot;,&quot;architecture_role_id&quot;:null,&quot;architecture_route_id&quot;:&quot;architecture_route_expert_branch_architecture_role_router_1_m_0491cc43&quot;,&quot;architecture_route_role&quot;:&quot;expert-branch&quot;,&quot;depth&quot;:21.820140331250002,&quot;endpoint_object_ids&quot;:[&quot;scene_object_model_scene_architecture_role_architecture_66f6de26&quot;,&quot;scene_object_model_scene_architecture_role_architecture_611841cf&quot;],&quot;endpoint_role_ids&quot;:[&quot;architecture_role_router_1_module_router_router_logits_f60d1_aa199a8c&quot;,&quot;architecture_role_experts_2_module_experts_3_feed_forward_2__38e85578&quot;],&quot;kind&quot;:&quot;polyline&quot;,&quot;object_id&quot;:&quot;scene_object_model_scene_architecture_route_architectur_0f9c6cd2&quot;,&quot;repeat_count&quot;:1,&quot;source_digest&quot;:&quot;1e2a2c91366e74a8c206b7acc6a0464419f3ba9fd6e4d947ce84fe0ec7c1a762&quot;}"/>
          <p:cNvCxnSpPr/>
          <p:nvPr/>
        </p:nvCxnSpPr>
        <p:spPr>
          <a:xfrm>
            <a:off x="2018433" y="1420318"/>
            <a:ext cx="220812" cy="114014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arrow scene_object_model_scene_architecture_route_architectur_0f9c6cd2 000" descr="{&quot;architecture_direction&quot;:&quot;source-to-target&quot;,&quot;architecture_evidence_digest&quot;:&quot;6e29f8d54678244f31bcdecd02fbeda55787001febf3217b9e429a442d8795f9&quot;,&quot;architecture_role&quot;:&quot;expert-branch&quot;,&quot;architecture_role_graph_digest&quot;:&quot;98a2335fd2a15bc15446b014f723433353f224fc8d1588255f8dd60675661fe6&quot;,&quot;architecture_role_graph_edge_id&quot;:&quot;architecture_route_expert_branch_architecture_role_router_1_m_0491cc43&quot;,&quot;architecture_role_id&quot;:null,&quot;architecture_route_id&quot;:&quot;architecture_route_expert_branch_architecture_role_router_1_m_0491cc43&quot;,&quot;architecture_route_role&quot;:&quot;expert-branch&quot;,&quot;depth&quot;:20.881426625000003,&quot;endpoint_object_ids&quot;:[&quot;scene_object_model_scene_architecture_role_architecture_66f6de26&quot;,&quot;scene_object_model_scene_architecture_role_architecture_611841cf&quot;],&quot;endpoint_role_ids&quot;:[&quot;architecture_role_router_1_module_router_router_logits_f60d1_aa199a8c&quot;,&quot;architecture_role_experts_2_module_experts_3_feed_forward_2__38e85578&quot;],&quot;kind&quot;:&quot;arrow&quot;,&quot;object_id&quot;:&quot;scene_object_model_scene_architecture_route_architectur_0f9c6cd2&quot;,&quot;repeat_count&quot;:1,&quot;source_digest&quot;:&quot;1e2a2c91366e74a8c206b7acc6a0464419f3ba9fd6e4d947ce84fe0ec7c1a762&quot;}"/>
          <p:cNvCxnSpPr/>
          <p:nvPr/>
        </p:nvCxnSpPr>
        <p:spPr>
          <a:xfrm>
            <a:off x="2239245" y="2560459"/>
            <a:ext cx="316995" cy="76136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polyline scene_object_model_scene_architecture_route_architectur_8fa5f194 000" descr="{&quot;architecture_direction&quot;:&quot;source-to-target&quot;,&quot;architecture_evidence_digest&quot;:&quot;6e29f8d54678244f31bcdecd02fbeda55787001febf3217b9e429a442d8795f9&quot;,&quot;architecture_role&quot;:&quot;expert-branch&quot;,&quot;architecture_role_graph_digest&quot;:&quot;98a2335fd2a15bc15446b014f723433353f224fc8d1588255f8dd60675661fe6&quot;,&quot;architecture_role_graph_edge_id&quot;:&quot;architecture_route_expert_branch_architecture_role_router_1_m_8fcca4b4&quot;,&quot;architecture_role_id&quot;:null,&quot;architecture_route_id&quot;:&quot;architecture_route_expert_branch_architecture_role_router_1_m_8fcca4b4&quot;,&quot;architecture_route_role&quot;:&quot;expert-branch&quot;,&quot;depth&quot;:21.48493865,&quot;endpoint_object_ids&quot;:[&quot;scene_object_model_scene_architecture_role_architecture_66f6de26&quot;,&quot;scene_object_model_scene_architecture_role_architecture_611841cf&quot;],&quot;endpoint_role_ids&quot;:[&quot;architecture_role_router_1_module_router_router_logits_f60d1_aa199a8c&quot;,&quot;architecture_role_experts_2_module_experts_3_feed_forward_2__38e85578&quot;],&quot;kind&quot;:&quot;polyline&quot;,&quot;object_id&quot;:&quot;scene_object_model_scene_architecture_route_architectur_8fa5f194&quot;,&quot;repeat_count&quot;:1,&quot;source_digest&quot;:&quot;1e2a2c91366e74a8c206b7acc6a0464419f3ba9fd6e4d947ce84fe0ec7c1a762&quot;}"/>
          <p:cNvCxnSpPr/>
          <p:nvPr/>
        </p:nvCxnSpPr>
        <p:spPr>
          <a:xfrm>
            <a:off x="2018433" y="1400418"/>
            <a:ext cx="220812" cy="100083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arrow scene_object_model_scene_architecture_route_architectur_8fa5f194 000" descr="{&quot;architecture_direction&quot;:&quot;source-to-target&quot;,&quot;architecture_evidence_digest&quot;:&quot;6e29f8d54678244f31bcdecd02fbeda55787001febf3217b9e429a442d8795f9&quot;,&quot;architecture_role&quot;:&quot;expert-branch&quot;,&quot;architecture_role_graph_digest&quot;:&quot;98a2335fd2a15bc15446b014f723433353f224fc8d1588255f8dd60675661fe6&quot;,&quot;architecture_role_graph_edge_id&quot;:&quot;architecture_route_expert_branch_architecture_role_router_1_m_8fcca4b4&quot;,&quot;architecture_role_id&quot;:null,&quot;architecture_route_id&quot;:&quot;architecture_route_expert_branch_architecture_role_router_1_m_8fcca4b4&quot;,&quot;architecture_route_role&quot;:&quot;expert-branch&quot;,&quot;depth&quot;:20.3473386125,&quot;endpoint_object_ids&quot;:[&quot;scene_object_model_scene_architecture_role_architecture_66f6de26&quot;,&quot;scene_object_model_scene_architecture_role_architecture_611841cf&quot;],&quot;endpoint_role_ids&quot;:[&quot;architecture_role_router_1_module_router_router_logits_f60d1_aa199a8c&quot;,&quot;architecture_role_experts_2_module_experts_3_feed_forward_2__38e85578&quot;],&quot;kind&quot;:&quot;arrow&quot;,&quot;object_id&quot;:&quot;scene_object_model_scene_architecture_route_architectur_8fa5f194&quot;,&quot;repeat_count&quot;:1,&quot;source_digest&quot;:&quot;1e2a2c91366e74a8c206b7acc6a0464419f3ba9fd6e4d947ce84fe0ec7c1a762&quot;}"/>
          <p:cNvCxnSpPr/>
          <p:nvPr/>
        </p:nvCxnSpPr>
        <p:spPr>
          <a:xfrm>
            <a:off x="2239245" y="2401257"/>
            <a:ext cx="396244" cy="19467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polyline scene_object_model_scene_architecture_route_architectur_a1da172e 000" descr="{&quot;architecture_direction&quot;:&quot;source-to-target&quot;,&quot;architecture_evidence_digest&quot;:&quot;6e29f8d54678244f31bcdecd02fbeda55787001febf3217b9e429a442d8795f9&quot;,&quot;architecture_role&quot;:&quot;expert-branch&quot;,&quot;architecture_role_graph_digest&quot;:&quot;98a2335fd2a15bc15446b014f723433353f224fc8d1588255f8dd60675661fe6&quot;,&quot;architecture_role_graph_edge_id&quot;:&quot;architecture_route_expert_branch_architecture_role_router_1_m_41883f45&quot;,&quot;architecture_role_id&quot;:null,&quot;architecture_route_id&quot;:&quot;architecture_route_expert_branch_architecture_role_router_1_m_41883f45&quot;,&quot;architecture_route_role&quot;:&quot;expert-branch&quot;,&quot;depth&quot;:21.149736968750002,&quot;endpoint_object_ids&quot;:[&quot;scene_object_model_scene_architecture_role_architecture_66f6de26&quot;,&quot;scene_object_model_scene_architecture_role_architecture_611841cf&quot;],&quot;endpoint_role_ids&quot;:[&quot;architecture_role_router_1_module_router_router_logits_f60d1_aa199a8c&quot;,&quot;architecture_role_experts_2_module_experts_3_feed_forward_2__38e85578&quot;],&quot;kind&quot;:&quot;polyline&quot;,&quot;object_id&quot;:&quot;scene_object_model_scene_architecture_route_architectur_a1da172e&quot;,&quot;repeat_count&quot;:1,&quot;source_digest&quot;:&quot;1e2a2c91366e74a8c206b7acc6a0464419f3ba9fd6e4d947ce84fe0ec7c1a762&quot;}"/>
          <p:cNvCxnSpPr/>
          <p:nvPr/>
        </p:nvCxnSpPr>
        <p:spPr>
          <a:xfrm>
            <a:off x="2018433" y="1380518"/>
            <a:ext cx="220812" cy="8615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arrow scene_object_model_scene_architecture_route_architectur_a1da172e 000" descr="{&quot;architecture_direction&quot;:&quot;source-to-target&quot;,&quot;architecture_evidence_digest&quot;:&quot;6e29f8d54678244f31bcdecd02fbeda55787001febf3217b9e429a442d8795f9&quot;,&quot;architecture_role&quot;:&quot;expert-branch&quot;,&quot;architecture_role_graph_digest&quot;:&quot;98a2335fd2a15bc15446b014f723433353f224fc8d1588255f8dd60675661fe6&quot;,&quot;architecture_role_graph_edge_id&quot;:&quot;architecture_route_expert_branch_architecture_role_router_1_m_41883f45&quot;,&quot;architecture_role_id&quot;:null,&quot;architecture_route_id&quot;:&quot;architecture_route_expert_branch_architecture_role_router_1_m_41883f45&quot;,&quot;architecture_route_role&quot;:&quot;expert-branch&quot;,&quot;depth&quot;:19.912693765625,&quot;endpoint_object_ids&quot;:[&quot;scene_object_model_scene_architecture_role_architecture_66f6de26&quot;,&quot;scene_object_model_scene_architecture_role_architecture_611841cf&quot;],&quot;endpoint_role_ids&quot;:[&quot;architecture_role_router_1_module_router_router_logits_f60d1_aa199a8c&quot;,&quot;architecture_role_experts_2_module_experts_3_feed_forward_2__38e85578&quot;],&quot;kind&quot;:&quot;arrow&quot;,&quot;object_id&quot;:&quot;scene_object_model_scene_architecture_route_architectur_a1da172e&quot;,&quot;repeat_count&quot;:1,&quot;source_digest&quot;:&quot;1e2a2c91366e74a8c206b7acc6a0464419f3ba9fd6e4d947ce84fe0ec7c1a762&quot;}"/>
          <p:cNvCxnSpPr/>
          <p:nvPr/>
        </p:nvCxnSpPr>
        <p:spPr>
          <a:xfrm>
            <a:off x="2239245" y="2242056"/>
            <a:ext cx="435868" cy="323589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polyline scene_object_model_scene_architecture_route_architectur_88893b54 000" descr="{&quot;architecture_direction&quot;:&quot;source-to-target&quot;,&quot;architecture_evidence_digest&quot;:&quot;6e29f8d54678244f31bcdecd02fbeda55787001febf3217b9e429a442d8795f9&quot;,&quot;architecture_role&quot;:&quot;expert-branch&quot;,&quot;architecture_role_graph_digest&quot;:&quot;98a2335fd2a15bc15446b014f723433353f224fc8d1588255f8dd60675661fe6&quot;,&quot;architecture_role_graph_edge_id&quot;:&quot;architecture_route_expert_branch_architecture_role_router_1_m_ef32a4e6&quot;,&quot;architecture_role_id&quot;:null,&quot;architecture_route_id&quot;:&quot;architecture_route_expert_branch_architecture_role_router_1_m_ef32a4e6&quot;,&quot;architecture_route_role&quot;:&quot;expert-branch&quot;,&quot;depth&quot;:20.8145352875,&quot;endpoint_object_ids&quot;:[&quot;scene_object_model_scene_architecture_role_architecture_66f6de26&quot;,&quot;scene_object_model_scene_architecture_role_architecture_611841cf&quot;],&quot;endpoint_role_ids&quot;:[&quot;architecture_role_router_1_module_router_router_logits_f60d1_aa199a8c&quot;,&quot;architecture_role_experts_2_module_experts_3_feed_forward_2__38e85578&quot;],&quot;kind&quot;:&quot;polyline&quot;,&quot;object_id&quot;:&quot;scene_object_model_scene_architecture_route_architectur_88893b54&quot;,&quot;repeat_count&quot;:1,&quot;source_digest&quot;:&quot;1e2a2c91366e74a8c206b7acc6a0464419f3ba9fd6e4d947ce84fe0ec7c1a762&quot;}"/>
          <p:cNvCxnSpPr/>
          <p:nvPr/>
        </p:nvCxnSpPr>
        <p:spPr>
          <a:xfrm>
            <a:off x="2018433" y="1360617"/>
            <a:ext cx="220812" cy="72223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arrow scene_object_model_scene_architecture_route_architectur_88893b54 000" descr="{&quot;architecture_direction&quot;:&quot;source-to-target&quot;,&quot;architecture_evidence_digest&quot;:&quot;6e29f8d54678244f31bcdecd02fbeda55787001febf3217b9e429a442d8795f9&quot;,&quot;architecture_role&quot;:&quot;expert-branch&quot;,&quot;architecture_role_graph_digest&quot;:&quot;98a2335fd2a15bc15446b014f723433353f224fc8d1588255f8dd60675661fe6&quot;,&quot;architecture_role_graph_edge_id&quot;:&quot;architecture_route_expert_branch_architecture_role_router_1_m_ef32a4e6&quot;,&quot;architecture_role_id&quot;:null,&quot;architecture_route_id&quot;:&quot;architecture_route_expert_branch_architecture_role_router_1_m_ef32a4e6&quot;,&quot;architecture_route_role&quot;:&quot;expert-branch&quot;,&quot;depth&quot;:19.515293550000003,&quot;endpoint_object_ids&quot;:[&quot;scene_object_model_scene_architecture_role_architecture_66f6de26&quot;,&quot;scene_object_model_scene_architecture_role_architecture_611841cf&quot;],&quot;endpoint_role_ids&quot;:[&quot;architecture_role_router_1_module_router_router_logits_f60d1_aa199a8c&quot;,&quot;architecture_role_experts_2_module_experts_3_feed_forward_2__38e85578&quot;],&quot;kind&quot;:&quot;arrow&quot;,&quot;object_id&quot;:&quot;scene_object_model_scene_architecture_route_architectur_88893b54&quot;,&quot;repeat_count&quot;:1,&quot;source_digest&quot;:&quot;1e2a2c91366e74a8c206b7acc6a0464419f3ba9fd6e4d947ce84fe0ec7c1a762&quot;}"/>
          <p:cNvCxnSpPr/>
          <p:nvPr/>
        </p:nvCxnSpPr>
        <p:spPr>
          <a:xfrm>
            <a:off x="2239245" y="2082854"/>
            <a:ext cx="475493" cy="472408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edge scene_object_model_scene_architecture_role_architecture_611841cf 000" descr="{&quot;architecture_direction&quot;:null,&quot;architecture_evidence_digest&quot;:&quot;6e29f8d54678244f31bcdecd02fbeda55787001febf3217b9e429a442d8795f9&quot;,&quot;architecture_role&quot;:&quot;experts&quot;,&quot;architecture_role_graph_digest&quot;:&quot;98a2335fd2a15bc15446b014f723433353f224fc8d1588255f8dd60675661fe6&quot;,&quot;architecture_role_graph_edge_id&quot;:null,&quot;architecture_role_id&quot;:&quot;architecture_role_experts_2_module_experts_3_feed_forward_2__38e85578&quot;,&quot;architecture_route_id&quot;:null,&quot;architecture_route_role&quot;:null,&quot;depth&quot;:20.25196605,&quot;endpoint_object_ids&quot;:[],&quot;endpoint_role_ids&quot;:[],&quot;kind&quot;:&quot;edge&quot;,&quot;object_id&quot;:&quot;scene_object_model_scene_architecture_role_architecture_611841cf&quot;,&quot;repeat_count&quot;:4,&quot;source_digest&quot;:&quot;1e2a2c91366e74a8c206b7acc6a0464419f3ba9fd6e4d947ce84fe0ec7c1a762&quot;}"/>
          <p:cNvCxnSpPr/>
          <p:nvPr/>
        </p:nvCxnSpPr>
        <p:spPr>
          <a:xfrm flipH="1" flipV="1">
            <a:off x="2956049" y="2436432"/>
            <a:ext cx="231293" cy="899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edge scene_object_model_scene_architecture_role_architecture_611841cf 000" descr="{&quot;architecture_direction&quot;:null,&quot;architecture_evidence_digest&quot;:&quot;6e29f8d54678244f31bcdecd02fbeda55787001febf3217b9e429a442d8795f9&quot;,&quot;architecture_role&quot;:&quot;experts&quot;,&quot;architecture_role_graph_digest&quot;:&quot;98a2335fd2a15bc15446b014f723433353f224fc8d1588255f8dd60675661fe6&quot;,&quot;architecture_role_graph_edge_id&quot;:null,&quot;architecture_role_id&quot;:&quot;architecture_role_experts_2_module_experts_3_feed_forward_2__38e85578&quot;,&quot;architecture_route_id&quot;:null,&quot;architecture_route_role&quot;:null,&quot;depth&quot;:20.1528395,&quot;endpoint_object_ids&quot;:[],&quot;endpoint_role_ids&quot;:[],&quot;kind&quot;:&quot;edge&quot;,&quot;object_id&quot;:&quot;scene_object_model_scene_architecture_role_architecture_611841cf&quot;,&quot;repeat_count&quot;:4,&quot;source_digest&quot;:&quot;1e2a2c91366e74a8c206b7acc6a0464419f3ba9fd6e4d947ce84fe0ec7c1a762&quot;}"/>
          <p:cNvCxnSpPr/>
          <p:nvPr/>
        </p:nvCxnSpPr>
        <p:spPr>
          <a:xfrm flipV="1">
            <a:off x="3187342" y="2526334"/>
            <a:ext cx="0" cy="2527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edge scene_object_model_scene_architecture_role_architecture_611841cf 000" descr="{&quot;architecture_direction&quot;:null,&quot;architecture_evidence_digest&quot;:&quot;6e29f8d54678244f31bcdecd02fbeda55787001febf3217b9e429a442d8795f9&quot;,&quot;architecture_role&quot;:&quot;experts&quot;,&quot;architecture_role_graph_digest&quot;:&quot;98a2335fd2a15bc15446b014f723433353f224fc8d1588255f8dd60675661fe6&quot;,&quot;architecture_role_graph_edge_id&quot;:null,&quot;architecture_role_id&quot;:&quot;architecture_role_experts_2_module_experts_3_feed_forward_2__38e85578&quot;,&quot;architecture_route_id&quot;:null,&quot;architecture_route_role&quot;:null,&quot;depth&quot;:19.4877883,&quot;endpoint_object_ids&quot;:[],&quot;endpoint_role_ids&quot;:[],&quot;kind&quot;:&quot;edge&quot;,&quot;object_id&quot;:&quot;scene_object_model_scene_architecture_role_architecture_611841cf&quot;,&quot;repeat_count&quot;:4,&quot;source_digest&quot;:&quot;1e2a2c91366e74a8c206b7acc6a0464419f3ba9fd6e4d947ce84fe0ec7c1a762&quot;}"/>
          <p:cNvCxnSpPr/>
          <p:nvPr/>
        </p:nvCxnSpPr>
        <p:spPr>
          <a:xfrm flipH="1">
            <a:off x="2559129" y="2436432"/>
            <a:ext cx="396920" cy="20999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edge scene_object_model_scene_architecture_role_architecture_611841cf 000" descr="{&quot;architecture_direction&quot;:null,&quot;architecture_evidence_digest&quot;:&quot;6e29f8d54678244f31bcdecd02fbeda55787001febf3217b9e429a442d8795f9&quot;,&quot;architecture_role&quot;:&quot;experts&quot;,&quot;architecture_role_graph_digest&quot;:&quot;98a2335fd2a15bc15446b014f723433353f224fc8d1588255f8dd60675661fe6&quot;,&quot;architecture_role_graph_edge_id&quot;:null,&quot;architecture_role_id&quot;:&quot;architecture_role_experts_2_module_experts_3_feed_forward_2__38e85578&quot;,&quot;architecture_route_id&quot;:null,&quot;architecture_route_role&quot;:null,&quot;depth&quot;:19.2895352,&quot;endpoint_object_ids&quot;:[],&quot;endpoint_role_ids&quot;:[],&quot;kind&quot;:&quot;edge&quot;,&quot;object_id&quot;:&quot;scene_object_model_scene_architecture_role_architecture_611841cf&quot;,&quot;repeat_count&quot;:4,&quot;source_digest&quot;:&quot;1e2a2c91366e74a8c206b7acc6a0464419f3ba9fd6e4d947ce84fe0ec7c1a762&quot;}"/>
          <p:cNvCxnSpPr/>
          <p:nvPr/>
        </p:nvCxnSpPr>
        <p:spPr>
          <a:xfrm flipH="1">
            <a:off x="2790422" y="2779037"/>
            <a:ext cx="396920" cy="20999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edge scene_object_model_scene_architecture_role_architecture_611841cf 000" descr="{&quot;architecture_direction&quot;:null,&quot;architecture_evidence_digest&quot;:&quot;6e29f8d54678244f31bcdecd02fbeda55787001febf3217b9e429a442d8795f9&quot;,&quot;architecture_role&quot;:&quot;experts&quot;,&quot;architecture_role_graph_digest&quot;:&quot;98a2335fd2a15bc15446b014f723433353f224fc8d1588255f8dd60675661fe6&quot;,&quot;architecture_role_graph_edge_id&quot;:null,&quot;architecture_role_id&quot;:&quot;architecture_role_experts_2_module_experts_3_feed_forward_2__38e85578&quot;,&quot;architecture_route_id&quot;:null,&quot;architecture_route_role&quot;:null,&quot;depth&quot;:18.624484000000002,&quot;endpoint_object_ids&quot;:[],&quot;endpoint_role_ids&quot;:[],&quot;kind&quot;:&quot;edge&quot;,&quot;object_id&quot;:&quot;scene_object_model_scene_architecture_role_architecture_611841cf&quot;,&quot;repeat_count&quot;:4,&quot;source_digest&quot;:&quot;1e2a2c91366e74a8c206b7acc6a0464419f3ba9fd6e4d947ce84fe0ec7c1a762&quot;}"/>
          <p:cNvCxnSpPr/>
          <p:nvPr/>
        </p:nvCxnSpPr>
        <p:spPr>
          <a:xfrm flipV="1">
            <a:off x="2559129" y="2646425"/>
            <a:ext cx="0" cy="2527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edge scene_object_model_scene_architecture_role_architecture_611841cf 000" descr="{&quot;architecture_direction&quot;:null,&quot;architecture_evidence_digest&quot;:&quot;6e29f8d54678244f31bcdecd02fbeda55787001febf3217b9e429a442d8795f9&quot;,&quot;architecture_role&quot;:&quot;experts&quot;,&quot;architecture_role_graph_digest&quot;:&quot;98a2335fd2a15bc15446b014f723433353f224fc8d1588255f8dd60675661fe6&quot;,&quot;architecture_role_graph_edge_id&quot;:null,&quot;architecture_role_id&quot;:&quot;architecture_role_experts_2_module_experts_3_feed_forward_2__38e85578&quot;,&quot;architecture_route_id&quot;:null,&quot;architecture_route_role&quot;:null,&quot;depth&quot;:18.52535745,&quot;endpoint_object_ids&quot;:[],&quot;endpoint_role_ids&quot;:[],&quot;kind&quot;:&quot;edge&quot;,&quot;object_id&quot;:&quot;scene_object_model_scene_architecture_role_architecture_611841cf&quot;,&quot;repeat_count&quot;:4,&quot;source_digest&quot;:&quot;1e2a2c91366e74a8c206b7acc6a0464419f3ba9fd6e4d947ce84fe0ec7c1a762&quot;}"/>
          <p:cNvCxnSpPr/>
          <p:nvPr/>
        </p:nvCxnSpPr>
        <p:spPr>
          <a:xfrm>
            <a:off x="2559129" y="2899127"/>
            <a:ext cx="231293" cy="899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arrow scene_object_model_scene_architecture_route_architectur_b57577a7 000" descr="{&quot;architecture_direction&quot;:&quot;source-to-target&quot;,&quot;architecture_evidence_digest&quot;:&quot;6e29f8d54678244f31bcdecd02fbeda55787001febf3217b9e429a442d8795f9&quot;,&quot;architecture_role&quot;:&quot;arrow&quot;,&quot;architecture_role_graph_digest&quot;:&quot;98a2335fd2a15bc15446b014f723433353f224fc8d1588255f8dd60675661fe6&quot;,&quot;architecture_role_graph_edge_id&quot;:&quot;architecture_role_flow_architecture_role_router_1_module_router_r_4e54e236&quot;,&quot;architecture_role_id&quot;:null,&quot;architecture_route_id&quot;:null,&quot;architecture_route_role&quot;:&quot;arrow&quot;,&quot;depth&quot;:18.666562803125,&quot;endpoint_object_ids&quot;:[&quot;scene_object_model_scene_architecture_role_architecture_66f6de26&quot;,&quot;scene_object_model_scene_architecture_role_architecture_bc7f8a97&quot;],&quot;endpoint_role_ids&quot;:[&quot;architecture_role_router_1_module_router_router_logits_f60d1_aa199a8c&quot;,&quot;architecture_role_weighted_combine_3_node_fx_add_29_6d5cabfa_66d5db91&quot;],&quot;kind&quot;:&quot;arrow&quot;,&quot;object_id&quot;:&quot;scene_object_model_scene_architecture_route_architectur_b57577a7&quot;,&quot;repeat_count&quot;:1,&quot;source_digest&quot;:&quot;1e2a2c91366e74a8c206b7acc6a0464419f3ba9fd6e4d947ce84fe0ec7c1a762&quot;}"/>
          <p:cNvCxnSpPr/>
          <p:nvPr/>
        </p:nvCxnSpPr>
        <p:spPr>
          <a:xfrm>
            <a:off x="2053746" y="1305517"/>
            <a:ext cx="1872026" cy="134614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edge scene_object_model_scene_architecture_role_architecture_611841cf 000" descr="{&quot;architecture_direction&quot;:null,&quot;architecture_evidence_digest&quot;:&quot;6e29f8d54678244f31bcdecd02fbeda55787001febf3217b9e429a442d8795f9&quot;,&quot;architecture_role&quot;:&quot;experts&quot;,&quot;architecture_role_graph_digest&quot;:&quot;98a2335fd2a15bc15446b014f723433353f224fc8d1588255f8dd60675661fe6&quot;,&quot;architecture_role_graph_edge_id&quot;:null,&quot;architecture_role_id&quot;:&quot;architecture_role_experts_2_module_experts_3_feed_forward_2__38e85578&quot;,&quot;architecture_route_id&quot;:null,&quot;architecture_route_role&quot;:null,&quot;depth&quot;:18.3436332,&quot;endpoint_object_ids&quot;:[],&quot;endpoint_role_ids&quot;:[],&quot;kind&quot;:&quot;edge&quot;,&quot;object_id&quot;:&quot;scene_object_model_scene_architecture_role_architecture_611841cf&quot;,&quot;repeat_count&quot;:4,&quot;source_digest&quot;:&quot;1e2a2c91366e74a8c206b7acc6a0464419f3ba9fd6e4d947ce84fe0ec7c1a762&quot;}"/>
          <p:cNvCxnSpPr/>
          <p:nvPr/>
        </p:nvCxnSpPr>
        <p:spPr>
          <a:xfrm flipH="1">
            <a:off x="2790422" y="2526334"/>
            <a:ext cx="396920" cy="20999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edge scene_object_model_scene_architecture_role_architecture_611841cf 000" descr="{&quot;architecture_direction&quot;:null,&quot;architecture_evidence_digest&quot;:&quot;6e29f8d54678244f31bcdecd02fbeda55787001febf3217b9e429a442d8795f9&quot;,&quot;architecture_role&quot;:&quot;experts&quot;,&quot;architecture_role_graph_digest&quot;:&quot;98a2335fd2a15bc15446b014f723433353f224fc8d1588255f8dd60675661fe6&quot;,&quot;architecture_role_graph_edge_id&quot;:null,&quot;architecture_role_id&quot;:&quot;architecture_role_experts_2_module_experts_3_feed_forward_2__38e85578&quot;,&quot;architecture_route_id&quot;:null,&quot;architecture_route_role&quot;:null,&quot;depth&quot;:17.57945545,&quot;endpoint_object_ids&quot;:[],&quot;endpoint_role_ids&quot;:[],&quot;kind&quot;:&quot;edge&quot;,&quot;object_id&quot;:&quot;scene_object_model_scene_architecture_role_architecture_611841cf&quot;,&quot;repeat_count&quot;:4,&quot;source_digest&quot;:&quot;1e2a2c91366e74a8c206b7acc6a0464419f3ba9fd6e4d947ce84fe0ec7c1a762&quot;}"/>
          <p:cNvCxnSpPr/>
          <p:nvPr/>
        </p:nvCxnSpPr>
        <p:spPr>
          <a:xfrm flipH="1" flipV="1">
            <a:off x="2559129" y="2646425"/>
            <a:ext cx="231293" cy="899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edge scene_object_model_scene_architecture_role_architecture_611841cf 000" descr="{&quot;architecture_direction&quot;:null,&quot;architecture_evidence_digest&quot;:&quot;6e29f8d54678244f31bcdecd02fbeda55787001febf3217b9e429a442d8795f9&quot;,&quot;architecture_role&quot;:&quot;experts&quot;,&quot;architecture_role_graph_digest&quot;:&quot;98a2335fd2a15bc15446b014f723433353f224fc8d1588255f8dd60675661fe6&quot;,&quot;architecture_role_graph_edge_id&quot;:null,&quot;architecture_role_id&quot;:&quot;architecture_role_experts_2_module_experts_3_feed_forward_2__38e85578&quot;,&quot;architecture_route_id&quot;:null,&quot;architecture_route_role&quot;:null,&quot;depth&quot;:17.4803289,&quot;endpoint_object_ids&quot;:[],&quot;endpoint_role_ids&quot;:[],&quot;kind&quot;:&quot;edge&quot;,&quot;object_id&quot;:&quot;scene_object_model_scene_architecture_role_architecture_611841cf&quot;,&quot;repeat_count&quot;:4,&quot;source_digest&quot;:&quot;1e2a2c91366e74a8c206b7acc6a0464419f3ba9fd6e4d947ce84fe0ec7c1a762&quot;}"/>
          <p:cNvCxnSpPr/>
          <p:nvPr/>
        </p:nvCxnSpPr>
        <p:spPr>
          <a:xfrm flipV="1">
            <a:off x="2790422" y="2736327"/>
            <a:ext cx="0" cy="2527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arrow scene_object_model_scene_architecture_route_architectur_8bcf8624 000" descr="{&quot;architecture_direction&quot;:&quot;source-to-target&quot;,&quot;architecture_evidence_digest&quot;:&quot;6e29f8d54678244f31bcdecd02fbeda55787001febf3217b9e429a442d8795f9&quot;,&quot;architecture_role&quot;:&quot;arrow&quot;,&quot;architecture_role_graph_digest&quot;:&quot;98a2335fd2a15bc15446b014f723433353f224fc8d1588255f8dd60675661fe6&quot;,&quot;architecture_role_graph_edge_id&quot;:&quot;architecture_role_flow_architecture_role_experts_2_module_experts_bf3f4543&quot;,&quot;architecture_role_id&quot;:null,&quot;architecture_route_id&quot;:null,&quot;architecture_route_role&quot;:&quot;arrow&quot;,&quot;depth&quot;:17.073535409375,&quot;endpoint_object_ids&quot;:[&quot;scene_object_model_scene_architecture_role_architecture_611841cf&quot;,&quot;scene_object_model_scene_architecture_role_architecture_bc7f8a97&quot;],&quot;endpoint_role_ids&quot;:[&quot;architecture_role_experts_2_module_experts_3_feed_forward_2__38e85578&quot;,&quot;architecture_role_weighted_combine_3_node_fx_add_29_6d5cabfa_66d5db91&quot;],&quot;kind&quot;:&quot;arrow&quot;,&quot;object_id&quot;:&quot;scene_object_model_scene_architecture_route_architectur_8bcf8624&quot;,&quot;repeat_count&quot;:1,&quot;source_digest&quot;:&quot;1e2a2c91366e74a8c206b7acc6a0464419f3ba9fd6e4d947ce84fe0ec7c1a762&quot;}"/>
          <p:cNvCxnSpPr/>
          <p:nvPr/>
        </p:nvCxnSpPr>
        <p:spPr>
          <a:xfrm>
            <a:off x="3029874" y="2723126"/>
            <a:ext cx="861514" cy="5717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arrow scene_object_model_scene_architecture_route_architectur_f49629a9 000" descr="{&quot;architecture_direction&quot;:&quot;source-to-target&quot;,&quot;architecture_evidence_digest&quot;:&quot;6e29f8d54678244f31bcdecd02fbeda55787001febf3217b9e429a442d8795f9&quot;,&quot;architecture_role&quot;:&quot;weighted-combine&quot;,&quot;architecture_role_graph_digest&quot;:&quot;98a2335fd2a15bc15446b014f723433353f224fc8d1588255f8dd60675661fe6&quot;,&quot;architecture_role_graph_edge_id&quot;:&quot;architecture_route_weighted_combine_architecture_role_experts_8590e6de&quot;,&quot;architecture_role_id&quot;:null,&quot;architecture_route_id&quot;:&quot;architecture_route_weighted_combine_architecture_role_experts_8590e6de&quot;,&quot;architecture_route_role&quot;:&quot;weighted-combine&quot;,&quot;depth&quot;:17.073535409375,&quot;endpoint_object_ids&quot;:[&quot;scene_object_model_scene_architecture_role_architecture_611841cf&quot;,&quot;scene_object_model_scene_architecture_role_architecture_bc7f8a97&quot;],&quot;endpoint_role_ids&quot;:[&quot;architecture_role_experts_2_module_experts_3_feed_forward_2__38e85578&quot;,&quot;architecture_role_weighted_combine_3_node_fx_add_29_6d5cabfa_66d5db91&quot;],&quot;kind&quot;:&quot;arrow&quot;,&quot;object_id&quot;:&quot;scene_object_model_scene_architecture_route_architectur_f49629a9&quot;,&quot;repeat_count&quot;:1,&quot;source_digest&quot;:&quot;1e2a2c91366e74a8c206b7acc6a0464419f3ba9fd6e4d947ce84fe0ec7c1a762&quot;}"/>
          <p:cNvCxnSpPr/>
          <p:nvPr/>
        </p:nvCxnSpPr>
        <p:spPr>
          <a:xfrm>
            <a:off x="3029874" y="2723126"/>
            <a:ext cx="861514" cy="5717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NDV editable edge scene_object_model_scene_architecture_role_architecture_bc7f8a97 000" descr="{&quot;architecture_direction&quot;:null,&quot;architecture_evidence_digest&quot;:&quot;6e29f8d54678244f31bcdecd02fbeda55787001febf3217b9e429a442d8795f9&quot;,&quot;architecture_role&quot;:&quot;weighted-combine&quot;,&quot;architecture_role_graph_digest&quot;:&quot;98a2335fd2a15bc15446b014f723433353f224fc8d1588255f8dd60675661fe6&quot;,&quot;architecture_role_graph_edge_id&quot;:null,&quot;architecture_role_id&quot;:&quot;architecture_role_weighted_combine_3_node_fx_add_29_6d5cabfa_66d5db91&quot;,&quot;architecture_route_id&quot;:null,&quot;architecture_route_role&quot;:null,&quot;depth&quot;:15.0394471,&quot;endpoint_object_ids&quot;:[],&quot;endpoint_role_ids&quot;:[],&quot;kind&quot;:&quot;edge&quot;,&quot;object_id&quot;:&quot;scene_object_model_scene_architecture_role_architecture_bc7f8a97&quot;,&quot;repeat_count&quot;:1,&quot;source_digest&quot;:&quot;1e2a2c91366e74a8c206b7acc6a0464419f3ba9fd6e4d947ce84fe0ec7c1a762&quot;}"/>
          <p:cNvCxnSpPr/>
          <p:nvPr/>
        </p:nvCxnSpPr>
        <p:spPr>
          <a:xfrm flipV="1">
            <a:off x="4326274" y="2623201"/>
            <a:ext cx="0" cy="2527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NDV editable edge scene_object_model_scene_architecture_role_architecture_bc7f8a97 000" descr="{&quot;architecture_direction&quot;:null,&quot;architecture_evidence_digest&quot;:&quot;6e29f8d54678244f31bcdecd02fbeda55787001febf3217b9e429a442d8795f9&quot;,&quot;architecture_role&quot;:&quot;weighted-combine&quot;,&quot;architecture_role_graph_digest&quot;:&quot;98a2335fd2a15bc15446b014f723433353f224fc8d1588255f8dd60675661fe6&quot;,&quot;architecture_role_graph_edge_id&quot;:null,&quot;architecture_role_id&quot;:&quot;architecture_role_weighted_combine_3_node_fx_add_29_6d5cabfa_66d5db91&quot;,&quot;architecture_route_id&quot;:null,&quot;architecture_route_role&quot;:null,&quot;depth&quot;:14.88685955,&quot;endpoint_object_ids&quot;:[],&quot;endpoint_role_ids&quot;:[],&quot;kind&quot;:&quot;edge&quot;,&quot;object_id&quot;:&quot;scene_object_model_scene_architecture_role_architecture_bc7f8a97&quot;,&quot;repeat_count&quot;:1,&quot;source_digest&quot;:&quot;1e2a2c91366e74a8c206b7acc6a0464419f3ba9fd6e4d947ce84fe0ec7c1a762&quot;}"/>
          <p:cNvCxnSpPr/>
          <p:nvPr/>
        </p:nvCxnSpPr>
        <p:spPr>
          <a:xfrm flipH="1" flipV="1">
            <a:off x="4196750" y="2572856"/>
            <a:ext cx="129524" cy="503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NDV editable edge scene_object_model_scene_architecture_role_architecture_bc7f8a97 000" descr="{&quot;architecture_direction&quot;:null,&quot;architecture_evidence_digest&quot;:&quot;6e29f8d54678244f31bcdecd02fbeda55787001febf3217b9e429a442d8795f9&quot;,&quot;architecture_role&quot;:&quot;weighted-combine&quot;,&quot;architecture_role_graph_digest&quot;:&quot;98a2335fd2a15bc15446b014f723433353f224fc8d1588255f8dd60675661fe6&quot;,&quot;architecture_role_graph_edge_id&quot;:null,&quot;architecture_role_id&quot;:&quot;architecture_role_weighted_combine_3_node_fx_add_29_6d5cabfa_66d5db91&quot;,&quot;architecture_route_id&quot;:null,&quot;architecture_route_role&quot;:null,&quot;depth&quot;:14.6023131,&quot;endpoint_object_ids&quot;:[],&quot;endpoint_role_ids&quot;:[],&quot;kind&quot;:&quot;edge&quot;,&quot;object_id&quot;:&quot;scene_object_model_scene_architecture_role_architecture_bc7f8a97&quot;,&quot;repeat_count&quot;:1,&quot;source_digest&quot;:&quot;1e2a2c91366e74a8c206b7acc6a0464419f3ba9fd6e4d947ce84fe0ec7c1a762&quot;}"/>
          <p:cNvCxnSpPr/>
          <p:nvPr/>
        </p:nvCxnSpPr>
        <p:spPr>
          <a:xfrm flipH="1">
            <a:off x="4055943" y="2875904"/>
            <a:ext cx="270331" cy="1430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NDV editable edge scene_object_model_scene_architecture_role_architecture_bc7f8a97 000" descr="{&quot;architecture_direction&quot;:null,&quot;architecture_evidence_digest&quot;:&quot;6e29f8d54678244f31bcdecd02fbeda55787001febf3217b9e429a442d8795f9&quot;,&quot;architecture_role&quot;:&quot;weighted-combine&quot;,&quot;architecture_role_graph_digest&quot;:&quot;98a2335fd2a15bc15446b014f723433353f224fc8d1588255f8dd60675661fe6&quot;,&quot;architecture_role_graph_edge_id&quot;:null,&quot;architecture_role_id&quot;:&quot;architecture_role_weighted_combine_3_node_fx_add_29_6d5cabfa_66d5db91&quot;,&quot;architecture_route_id&quot;:null,&quot;architecture_route_role&quot;:null,&quot;depth&quot;:14.297138,&quot;endpoint_object_ids&quot;:[],&quot;endpoint_role_ids&quot;:[],&quot;kind&quot;:&quot;edge&quot;,&quot;object_id&quot;:&quot;scene_object_model_scene_architecture_role_architecture_bc7f8a97&quot;,&quot;repeat_count&quot;:1,&quot;source_digest&quot;:&quot;1e2a2c91366e74a8c206b7acc6a0464419f3ba9fd6e4d947ce84fe0ec7c1a762&quot;}"/>
          <p:cNvCxnSpPr/>
          <p:nvPr/>
        </p:nvCxnSpPr>
        <p:spPr>
          <a:xfrm flipH="1">
            <a:off x="3926419" y="2572856"/>
            <a:ext cx="270331" cy="1430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NNDV editable edge scene_object_model_scene_architecture_role_architecture_bc7f8a97 000" descr="{&quot;architecture_direction&quot;:null,&quot;architecture_evidence_digest&quot;:&quot;6e29f8d54678244f31bcdecd02fbeda55787001febf3217b9e429a442d8795f9&quot;,&quot;architecture_role&quot;:&quot;weighted-combine&quot;,&quot;architecture_role_graph_digest&quot;:&quot;98a2335fd2a15bc15446b014f723433353f224fc8d1588255f8dd60675661fe6&quot;,&quot;architecture_role_graph_edge_id&quot;:null,&quot;architecture_role_id&quot;:&quot;architecture_role_weighted_combine_3_node_fx_add_29_6d5cabfa_66d5db91&quot;,&quot;architecture_route_id&quot;:null,&quot;architecture_route_role&quot;:null,&quot;depth&quot;:14.01259155,&quot;endpoint_object_ids&quot;:[],&quot;endpoint_role_ids&quot;:[],&quot;kind&quot;:&quot;edge&quot;,&quot;object_id&quot;:&quot;scene_object_model_scene_architecture_role_architecture_bc7f8a97&quot;,&quot;repeat_count&quot;:1,&quot;source_digest&quot;:&quot;1e2a2c91366e74a8c206b7acc6a0464419f3ba9fd6e4d947ce84fe0ec7c1a762&quot;}"/>
          <p:cNvCxnSpPr/>
          <p:nvPr/>
        </p:nvCxnSpPr>
        <p:spPr>
          <a:xfrm>
            <a:off x="3926419" y="2968579"/>
            <a:ext cx="129524" cy="503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NNDV editable edge scene_object_model_scene_architecture_role_architecture_bc7f8a97 000" descr="{&quot;architecture_direction&quot;:null,&quot;architecture_evidence_digest&quot;:&quot;6e29f8d54678244f31bcdecd02fbeda55787001febf3217b9e429a442d8795f9&quot;,&quot;architecture_role&quot;:&quot;weighted-combine&quot;,&quot;architecture_role_graph_digest&quot;:&quot;98a2335fd2a15bc15446b014f723433353f224fc8d1588255f8dd60675661fe6&quot;,&quot;architecture_role_graph_edge_id&quot;:null,&quot;architecture_role_id&quot;:&quot;architecture_role_weighted_combine_3_node_fx_add_29_6d5cabfa_66d5db91&quot;,&quot;architecture_route_id&quot;:null,&quot;architecture_route_role&quot;:null,&quot;depth&quot;:13.860004,&quot;endpoint_object_ids&quot;:[],&quot;endpoint_role_ids&quot;:[],&quot;kind&quot;:&quot;edge&quot;,&quot;object_id&quot;:&quot;scene_object_model_scene_architecture_role_architecture_bc7f8a97&quot;,&quot;repeat_count&quot;:1,&quot;source_digest&quot;:&quot;1e2a2c91366e74a8c206b7acc6a0464419f3ba9fd6e4d947ce84fe0ec7c1a762&quot;}"/>
          <p:cNvCxnSpPr/>
          <p:nvPr/>
        </p:nvCxnSpPr>
        <p:spPr>
          <a:xfrm flipV="1">
            <a:off x="3926419" y="2715876"/>
            <a:ext cx="0" cy="2527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NDV editable edge scene_object_model_scene_architecture_role_architecture_bc7f8a97 000" descr="{&quot;architecture_direction&quot;:null,&quot;architecture_evidence_digest&quot;:&quot;6e29f8d54678244f31bcdecd02fbeda55787001febf3217b9e429a442d8795f9&quot;,&quot;architecture_role&quot;:&quot;weighted-combine&quot;,&quot;architecture_role_graph_digest&quot;:&quot;98a2335fd2a15bc15446b014f723433353f224fc8d1588255f8dd60675661fe6&quot;,&quot;architecture_role_graph_edge_id&quot;:null,&quot;architecture_role_id&quot;:&quot;architecture_role_weighted_combine_3_node_fx_add_29_6d5cabfa_66d5db91&quot;,&quot;architecture_route_id&quot;:null,&quot;architecture_route_role&quot;:null,&quot;depth&quot;:13.6564111,&quot;endpoint_object_ids&quot;:[],&quot;endpoint_role_ids&quot;:[],&quot;kind&quot;:&quot;edge&quot;,&quot;object_id&quot;:&quot;scene_object_model_scene_architecture_role_architecture_bc7f8a97&quot;,&quot;repeat_count&quot;:1,&quot;source_digest&quot;:&quot;1e2a2c91366e74a8c206b7acc6a0464419f3ba9fd6e4d947ce84fe0ec7c1a762&quot;}"/>
          <p:cNvCxnSpPr/>
          <p:nvPr/>
        </p:nvCxnSpPr>
        <p:spPr>
          <a:xfrm flipH="1">
            <a:off x="4055943" y="2623201"/>
            <a:ext cx="270331" cy="1430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NNDV editable edge scene_object_model_scene_architecture_role_architecture_bc7f8a97 000" descr="{&quot;architecture_direction&quot;:null,&quot;architecture_evidence_digest&quot;:&quot;6e29f8d54678244f31bcdecd02fbeda55787001febf3217b9e429a442d8795f9&quot;,&quot;architecture_role&quot;:&quot;weighted-combine&quot;,&quot;architecture_role_graph_digest&quot;:&quot;98a2335fd2a15bc15446b014f723433353f224fc8d1588255f8dd60675661fe6&quot;,&quot;architecture_role_graph_edge_id&quot;:null,&quot;architecture_role_id&quot;:&quot;architecture_role_weighted_combine_3_node_fx_add_29_6d5cabfa_66d5db91&quot;,&quot;architecture_route_id&quot;:null,&quot;architecture_route_role&quot;:null,&quot;depth&quot;:13.2192771,&quot;endpoint_object_ids&quot;:[],&quot;endpoint_role_ids&quot;:[],&quot;kind&quot;:&quot;edge&quot;,&quot;object_id&quot;:&quot;scene_object_model_scene_architecture_role_architecture_bc7f8a97&quot;,&quot;repeat_count&quot;:1,&quot;source_digest&quot;:&quot;1e2a2c91366e74a8c206b7acc6a0464419f3ba9fd6e4d947ce84fe0ec7c1a762&quot;}"/>
          <p:cNvCxnSpPr/>
          <p:nvPr/>
        </p:nvCxnSpPr>
        <p:spPr>
          <a:xfrm flipV="1">
            <a:off x="4055943" y="2766221"/>
            <a:ext cx="0" cy="2527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NNDV editable edge scene_object_model_scene_architecture_role_architecture_bc7f8a97 000" descr="{&quot;architecture_direction&quot;:null,&quot;architecture_evidence_digest&quot;:&quot;6e29f8d54678244f31bcdecd02fbeda55787001febf3217b9e429a442d8795f9&quot;,&quot;architecture_role&quot;:&quot;weighted-combine&quot;,&quot;architecture_role_graph_digest&quot;:&quot;98a2335fd2a15bc15446b014f723433353f224fc8d1588255f8dd60675661fe6&quot;,&quot;architecture_role_graph_edge_id&quot;:null,&quot;architecture_role_id&quot;:&quot;architecture_role_weighted_combine_3_node_fx_add_29_6d5cabfa_66d5db91&quot;,&quot;architecture_route_id&quot;:null,&quot;architecture_route_role&quot;:null,&quot;depth&quot;:13.06668955,&quot;endpoint_object_ids&quot;:[],&quot;endpoint_role_ids&quot;:[],&quot;kind&quot;:&quot;edge&quot;,&quot;object_id&quot;:&quot;scene_object_model_scene_architecture_role_architecture_bc7f8a97&quot;,&quot;repeat_count&quot;:1,&quot;source_digest&quot;:&quot;1e2a2c91366e74a8c206b7acc6a0464419f3ba9fd6e4d947ce84fe0ec7c1a762&quot;}"/>
          <p:cNvCxnSpPr/>
          <p:nvPr/>
        </p:nvCxnSpPr>
        <p:spPr>
          <a:xfrm flipH="1" flipV="1">
            <a:off x="3926419" y="2715876"/>
            <a:ext cx="129524" cy="503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NNDV editable arrow scene_object_model_scene_architecture_route_architectur_2982b201 000" descr="{&quot;architecture_direction&quot;:&quot;source-to-target&quot;,&quot;architecture_evidence_digest&quot;:&quot;6e29f8d54678244f31bcdecd02fbeda55787001febf3217b9e429a442d8795f9&quot;,&quot;architecture_role&quot;:&quot;arrow&quot;,&quot;architecture_role_graph_digest&quot;:&quot;98a2335fd2a15bc15446b014f723433353f224fc8d1588255f8dd60675661fe6&quot;,&quot;architecture_role_graph_edge_id&quot;:&quot;architecture_role_flow_architecture_role_weighted_combine_3_node__65301cf0&quot;,&quot;architecture_role_id&quot;:null,&quot;architecture_route_id&quot;:null,&quot;architecture_route_role&quot;:&quot;arrow&quot;,&quot;depth&quot;:13.137820587499998,&quot;endpoint_object_ids&quot;:[&quot;scene_object_model_scene_architecture_role_architecture_bc7f8a97&quot;,&quot;scene_object_model_scene_architecture_role_architecture_6a7c7285&quot;],&quot;endpoint_role_ids&quot;:[&quot;architecture_role_weighted_combine_3_node_fx_add_29_6d5cabfa_66d5db91&quot;,&quot;architecture_role_output_head_4_module_output_norm_f11a6f83__dd039697&quot;],&quot;kind&quot;:&quot;arrow&quot;,&quot;object_id&quot;:&quot;scene_object_model_scene_architecture_route_architectur_2982b201&quot;,&quot;repeat_count&quot;:1,&quot;source_digest&quot;:&quot;1e2a2c91366e74a8c206b7acc6a0464419f3ba9fd6e4d947ce84fe0ec7c1a762&quot;}"/>
          <p:cNvCxnSpPr/>
          <p:nvPr/>
        </p:nvCxnSpPr>
        <p:spPr>
          <a:xfrm>
            <a:off x="4223768" y="2817979"/>
            <a:ext cx="714427" cy="161988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NNDV editable edge scene_object_model_scene_architecture_role_architecture_6a7c7285 000" descr="{&quot;architecture_direction&quot;:null,&quot;architecture_evidence_digest&quot;:&quot;6e29f8d54678244f31bcdecd02fbeda55787001febf3217b9e429a442d8795f9&quot;,&quot;architecture_role&quot;:&quot;output-head&quot;,&quot;architecture_role_graph_digest&quot;:&quot;98a2335fd2a15bc15446b014f723433353f224fc8d1588255f8dd60675661fe6&quot;,&quot;architecture_role_graph_edge_id&quot;:null,&quot;architecture_role_id&quot;:&quot;architecture_role_output_head_4_module_output_norm_f11a6f83__dd039697&quot;,&quot;architecture_route_id&quot;:null,&quot;architecture_route_role&quot;:null,&quot;depth&quot;:12.04080725,&quot;endpoint_object_ids&quot;:[],&quot;endpoint_role_ids&quot;:[],&quot;kind&quot;:&quot;edge&quot;,&quot;object_id&quot;:&quot;scene_object_model_scene_architecture_role_architecture_6a7c7285&quot;,&quot;repeat_count&quot;:1,&quot;source_digest&quot;:&quot;1e2a2c91366e74a8c206b7acc6a0464419f3ba9fd6e4d947ce84fe0ec7c1a762&quot;}"/>
          <p:cNvCxnSpPr/>
          <p:nvPr/>
        </p:nvCxnSpPr>
        <p:spPr>
          <a:xfrm flipV="1">
            <a:off x="5365440" y="2858820"/>
            <a:ext cx="0" cy="2527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NNDV editable edge scene_object_model_scene_architecture_role_architecture_6a7c7285 000" descr="{&quot;architecture_direction&quot;:null,&quot;architecture_evidence_digest&quot;:&quot;6e29f8d54678244f31bcdecd02fbeda55787001febf3217b9e429a442d8795f9&quot;,&quot;architecture_role&quot;:&quot;output-head&quot;,&quot;architecture_role_graph_digest&quot;:&quot;98a2335fd2a15bc15446b014f723433353f224fc8d1588255f8dd60675661fe6&quot;,&quot;architecture_role_graph_edge_id&quot;:null,&quot;architecture_role_id&quot;:&quot;architecture_role_output_head_4_module_output_norm_f11a6f83__dd039697&quot;,&quot;architecture_route_id&quot;:null,&quot;architecture_route_role&quot;:null,&quot;depth&quot;:11.8882197,&quot;endpoint_object_ids&quot;:[],&quot;endpoint_role_ids&quot;:[],&quot;kind&quot;:&quot;edge&quot;,&quot;object_id&quot;:&quot;scene_object_model_scene_architecture_role_architecture_6a7c7285&quot;,&quot;repeat_count&quot;:1,&quot;source_digest&quot;:&quot;1e2a2c91366e74a8c206b7acc6a0464419f3ba9fd6e4d947ce84fe0ec7c1a762&quot;}"/>
          <p:cNvCxnSpPr/>
          <p:nvPr/>
        </p:nvCxnSpPr>
        <p:spPr>
          <a:xfrm flipH="1" flipV="1">
            <a:off x="5235916" y="2808474"/>
            <a:ext cx="129524" cy="5034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NNDV editable edge scene_object_model_scene_architecture_role_architecture_6a7c7285 000" descr="{&quot;architecture_direction&quot;:null,&quot;architecture_evidence_digest&quot;:&quot;6e29f8d54678244f31bcdecd02fbeda55787001febf3217b9e429a442d8795f9&quot;,&quot;architecture_role&quot;:&quot;output-head&quot;,&quot;architecture_role_graph_digest&quot;:&quot;98a2335fd2a15bc15446b014f723433353f224fc8d1588255f8dd60675661fe6&quot;,&quot;architecture_role_graph_edge_id&quot;:null,&quot;architecture_role_id&quot;:&quot;architecture_role_output_head_4_module_output_norm_f11a6f83__dd039697&quot;,&quot;architecture_route_id&quot;:null,&quot;architecture_route_role&quot;:null,&quot;depth&quot;:11.60367325,&quot;endpoint_object_ids&quot;:[],&quot;endpoint_role_ids&quot;:[],&quot;kind&quot;:&quot;edge&quot;,&quot;object_id&quot;:&quot;scene_object_model_scene_architecture_role_architecture_6a7c7285&quot;,&quot;repeat_count&quot;:1,&quot;source_digest&quot;:&quot;1e2a2c91366e74a8c206b7acc6a0464419f3ba9fd6e4d947ce84fe0ec7c1a762&quot;}"/>
          <p:cNvCxnSpPr/>
          <p:nvPr/>
        </p:nvCxnSpPr>
        <p:spPr>
          <a:xfrm flipH="1">
            <a:off x="5095109" y="3111522"/>
            <a:ext cx="270331" cy="1430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NNDV editable edge scene_object_model_scene_architecture_role_architecture_6a7c7285 000" descr="{&quot;architecture_direction&quot;:null,&quot;architecture_evidence_digest&quot;:&quot;6e29f8d54678244f31bcdecd02fbeda55787001febf3217b9e429a442d8795f9&quot;,&quot;architecture_role&quot;:&quot;output-head&quot;,&quot;architecture_role_graph_digest&quot;:&quot;98a2335fd2a15bc15446b014f723433353f224fc8d1588255f8dd60675661fe6&quot;,&quot;architecture_role_graph_edge_id&quot;:null,&quot;architecture_role_id&quot;:&quot;architecture_role_output_head_4_module_output_norm_f11a6f83__dd039697&quot;,&quot;architecture_route_id&quot;:null,&quot;architecture_route_role&quot;:null,&quot;depth&quot;:11.2984981,&quot;endpoint_object_ids&quot;:[],&quot;endpoint_role_ids&quot;:[],&quot;kind&quot;:&quot;edge&quot;,&quot;object_id&quot;:&quot;scene_object_model_scene_architecture_role_architecture_6a7c7285&quot;,&quot;repeat_count&quot;:1,&quot;source_digest&quot;:&quot;1e2a2c91366e74a8c206b7acc6a0464419f3ba9fd6e4d947ce84fe0ec7c1a762&quot;}"/>
          <p:cNvCxnSpPr/>
          <p:nvPr/>
        </p:nvCxnSpPr>
        <p:spPr>
          <a:xfrm flipH="1">
            <a:off x="4965585" y="2808474"/>
            <a:ext cx="270331" cy="1430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NNDV editable edge scene_object_model_scene_architecture_role_architecture_6a7c7285 000" descr="{&quot;architecture_direction&quot;:null,&quot;architecture_evidence_digest&quot;:&quot;6e29f8d54678244f31bcdecd02fbeda55787001febf3217b9e429a442d8795f9&quot;,&quot;architecture_role&quot;:&quot;output-head&quot;,&quot;architecture_role_graph_digest&quot;:&quot;98a2335fd2a15bc15446b014f723433353f224fc8d1588255f8dd60675661fe6&quot;,&quot;architecture_role_graph_edge_id&quot;:null,&quot;architecture_role_id&quot;:&quot;architecture_role_output_head_4_module_output_norm_f11a6f83__dd039697&quot;,&quot;architecture_route_id&quot;:null,&quot;architecture_route_role&quot;:null,&quot;depth&quot;:11.0139517,&quot;endpoint_object_ids&quot;:[],&quot;endpoint_role_ids&quot;:[],&quot;kind&quot;:&quot;edge&quot;,&quot;object_id&quot;:&quot;scene_object_model_scene_architecture_role_architecture_6a7c7285&quot;,&quot;repeat_count&quot;:1,&quot;source_digest&quot;:&quot;1e2a2c91366e74a8c206b7acc6a0464419f3ba9fd6e4d947ce84fe0ec7c1a762&quot;}"/>
          <p:cNvCxnSpPr/>
          <p:nvPr/>
        </p:nvCxnSpPr>
        <p:spPr>
          <a:xfrm>
            <a:off x="4965585" y="3204197"/>
            <a:ext cx="129524" cy="503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NNDV editable edge scene_object_model_scene_architecture_role_architecture_6a7c7285 000" descr="{&quot;architecture_direction&quot;:null,&quot;architecture_evidence_digest&quot;:&quot;6e29f8d54678244f31bcdecd02fbeda55787001febf3217b9e429a442d8795f9&quot;,&quot;architecture_role&quot;:&quot;output-head&quot;,&quot;architecture_role_graph_digest&quot;:&quot;98a2335fd2a15bc15446b014f723433353f224fc8d1588255f8dd60675661fe6&quot;,&quot;architecture_role_graph_edge_id&quot;:null,&quot;architecture_role_id&quot;:&quot;architecture_role_output_head_4_module_output_norm_f11a6f83__dd039697&quot;,&quot;architecture_route_id&quot;:null,&quot;architecture_route_role&quot;:null,&quot;depth&quot;:10.8613641,&quot;endpoint_object_ids&quot;:[],&quot;endpoint_role_ids&quot;:[],&quot;kind&quot;:&quot;edge&quot;,&quot;object_id&quot;:&quot;scene_object_model_scene_architecture_role_architecture_6a7c7285&quot;,&quot;repeat_count&quot;:1,&quot;source_digest&quot;:&quot;1e2a2c91366e74a8c206b7acc6a0464419f3ba9fd6e4d947ce84fe0ec7c1a762&quot;}"/>
          <p:cNvCxnSpPr/>
          <p:nvPr/>
        </p:nvCxnSpPr>
        <p:spPr>
          <a:xfrm flipV="1">
            <a:off x="4965585" y="2951494"/>
            <a:ext cx="0" cy="25270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NNDV editable edge scene_object_model_scene_architecture_role_architecture_6a7c7285 000" descr="{&quot;architecture_direction&quot;:null,&quot;architecture_evidence_digest&quot;:&quot;6e29f8d54678244f31bcdecd02fbeda55787001febf3217b9e429a442d8795f9&quot;,&quot;architecture_role&quot;:&quot;output-head&quot;,&quot;architecture_role_graph_digest&quot;:&quot;98a2335fd2a15bc15446b014f723433353f224fc8d1588255f8dd60675661fe6&quot;,&quot;architecture_role_graph_edge_id&quot;:null,&quot;architecture_role_id&quot;:&quot;architecture_role_output_head_4_module_output_norm_f11a6f83__dd039697&quot;,&quot;architecture_route_id&quot;:null,&quot;architecture_route_role&quot;:null,&quot;depth&quot;:10.6577713,&quot;endpoint_object_ids&quot;:[],&quot;endpoint_role_ids&quot;:[],&quot;kind&quot;:&quot;edge&quot;,&quot;object_id&quot;:&quot;scene_object_model_scene_architecture_role_architecture_6a7c7285&quot;,&quot;repeat_count&quot;:1,&quot;source_digest&quot;:&quot;1e2a2c91366e74a8c206b7acc6a0464419f3ba9fd6e4d947ce84fe0ec7c1a762&quot;}"/>
          <p:cNvCxnSpPr/>
          <p:nvPr/>
        </p:nvCxnSpPr>
        <p:spPr>
          <a:xfrm flipH="1">
            <a:off x="5095109" y="2858820"/>
            <a:ext cx="270331" cy="1430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NNDV editable edge scene_object_model_scene_architecture_role_architecture_6a7c7285 000" descr="{&quot;architecture_direction&quot;:null,&quot;architecture_evidence_digest&quot;:&quot;6e29f8d54678244f31bcdecd02fbeda55787001febf3217b9e429a442d8795f9&quot;,&quot;architecture_role&quot;:&quot;output-head&quot;,&quot;architecture_role_graph_digest&quot;:&quot;98a2335fd2a15bc15446b014f723433353f224fc8d1588255f8dd60675661fe6&quot;,&quot;architecture_role_graph_edge_id&quot;:null,&quot;architecture_role_id&quot;:&quot;architecture_role_output_head_4_module_output_norm_f11a6f83__dd039697&quot;,&quot;architecture_route_id&quot;:null,&quot;architecture_route_role&quot;:null,&quot;depth&quot;:10.2206373,&quot;endpoint_object_ids&quot;:[],&quot;endpoint_role_ids&quot;:[],&quot;kind&quot;:&quot;edge&quot;,&quot;object_id&quot;:&quot;scene_object_model_scene_architecture_role_architecture_6a7c7285&quot;,&quot;repeat_count&quot;:1,&quot;source_digest&quot;:&quot;1e2a2c91366e74a8c206b7acc6a0464419f3ba9fd6e4d947ce84fe0ec7c1a762&quot;}"/>
          <p:cNvCxnSpPr/>
          <p:nvPr/>
        </p:nvCxnSpPr>
        <p:spPr>
          <a:xfrm flipV="1">
            <a:off x="5095109" y="3001840"/>
            <a:ext cx="0" cy="25270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NNDV editable edge scene_object_model_scene_architecture_role_architecture_6a7c7285 000" descr="{&quot;architecture_direction&quot;:null,&quot;architecture_evidence_digest&quot;:&quot;6e29f8d54678244f31bcdecd02fbeda55787001febf3217b9e429a442d8795f9&quot;,&quot;architecture_role&quot;:&quot;output-head&quot;,&quot;architecture_role_graph_digest&quot;:&quot;98a2335fd2a15bc15446b014f723433353f224fc8d1588255f8dd60675661fe6&quot;,&quot;architecture_role_graph_edge_id&quot;:null,&quot;architecture_role_id&quot;:&quot;architecture_role_output_head_4_module_output_norm_f11a6f83__dd039697&quot;,&quot;architecture_route_id&quot;:null,&quot;architecture_route_role&quot;:null,&quot;depth&quot;:10.0680497,&quot;endpoint_object_ids&quot;:[],&quot;endpoint_role_ids&quot;:[],&quot;kind&quot;:&quot;edge&quot;,&quot;object_id&quot;:&quot;scene_object_model_scene_architecture_role_architecture_6a7c7285&quot;,&quot;repeat_count&quot;:1,&quot;source_digest&quot;:&quot;1e2a2c91366e74a8c206b7acc6a0464419f3ba9fd6e4d947ce84fe0ec7c1a762&quot;}"/>
          <p:cNvCxnSpPr/>
          <p:nvPr/>
        </p:nvCxnSpPr>
        <p:spPr>
          <a:xfrm flipH="1" flipV="1">
            <a:off x="4965585" y="2951494"/>
            <a:ext cx="129524" cy="5034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NNDV editable leader scene_object_model_scene_architecture_role_architecture_6a7c7285 000" descr="{&quot;architecture_direction&quot;:null,&quot;architecture_evidence_digest&quot;:&quot;6e29f8d54678244f31bcdecd02fbeda55787001febf3217b9e429a442d8795f9&quot;,&quot;architecture_role&quot;:&quot;output-head&quot;,&quot;architecture_role_graph_digest&quot;:&quot;98a2335fd2a15bc15446b014f723433353f224fc8d1588255f8dd60675661fe6&quot;,&quot;architecture_role_graph_edge_id&quot;:null,&quot;architecture_role_id&quot;:&quot;architecture_role_output_head_4_module_output_norm_f11a6f83__dd039697&quot;,&quot;architecture_route_id&quot;:null,&quot;architecture_route_role&quot;:null,&quot;depth&quot;:11.4510857,&quot;endpoint_object_ids&quot;:[],&quot;endpoint_role_ids&quot;:[],&quot;kind&quot;:&quot;leader&quot;,&quot;object_id&quot;:&quot;scene_object_model_scene_architecture_role_architecture_6a7c7285&quot;,&quot;repeat_count&quot;:1,&quot;source_digest&quot;:&quot;1e2a2c91366e74a8c206b7acc6a0464419f3ba9fd6e4d947ce84fe0ec7c1a762&quot;}"/>
          <p:cNvCxnSpPr/>
          <p:nvPr/>
        </p:nvCxnSpPr>
        <p:spPr>
          <a:xfrm>
            <a:off x="5165512" y="2752674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NNDV editable label scene_object_model_scene_architecture_role_architecture_6a7c7285 0076" descr="{&quot;architecture_direction&quot;:null,&quot;architecture_evidence_digest&quot;:&quot;6e29f8d54678244f31bcdecd02fbeda55787001febf3217b9e429a442d8795f9&quot;,&quot;architecture_role&quot;:&quot;output-head&quot;,&quot;architecture_role_graph_digest&quot;:&quot;98a2335fd2a15bc15446b014f723433353f224fc8d1588255f8dd60675661fe6&quot;,&quot;architecture_role_graph_edge_id&quot;:null,&quot;architecture_role_id&quot;:&quot;architecture_role_output_head_4_module_output_norm_f11a6f83__dd039697&quot;,&quot;architecture_route_id&quot;:null,&quot;architecture_route_role&quot;:null,&quot;depth&quot;:11.4510857,&quot;endpoint_object_ids&quot;:[],&quot;endpoint_role_ids&quot;:[],&quot;kind&quot;:&quot;label&quot;,&quot;object_id&quot;:&quot;scene_object_model_scene_architecture_role_architecture_6a7c7285&quot;,&quot;repeat_count&quot;:1,&quot;source_digest&quot;:&quot;1e2a2c91366e74a8c206b7acc6a0464419f3ba9fd6e4d947ce84fe0ec7c1a762&quot;}"/>
          <p:cNvSpPr txBox="1"/>
          <p:nvPr/>
        </p:nvSpPr>
        <p:spPr>
          <a:xfrm>
            <a:off x="4559214" y="2641549"/>
            <a:ext cx="1212596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Normalization / output</a:t>
            </a:r>
          </a:p>
        </p:txBody>
      </p:sp>
      <p:cxnSp>
        <p:nvCxnSpPr>
          <p:cNvPr id="80" name="NNDV editable leader scene_object_model_scene_architecture_role_architecture_19cea5bf 000" descr="{&quot;architecture_direction&quot;:null,&quot;architecture_evidence_digest&quot;:&quot;6e29f8d54678244f31bcdecd02fbeda55787001febf3217b9e429a442d8795f9&quot;,&quot;architecture_role&quot;:&quot;input&quot;,&quot;architecture_role_graph_digest&quot;:&quot;98a2335fd2a15bc15446b014f723433353f224fc8d1588255f8dd60675661fe6&quot;,&quot;architecture_role_graph_edge_id&quot;:null,&quot;architecture_role_id&quot;:&quot;architecture_role_input_0_module_token_embedding_6c4877e2_no_f9cf0520&quot;,&quot;architecture_route_id&quot;:null,&quot;architecture_route_role&quot;:null,&quot;depth&quot;:30.5012682,&quot;endpoint_object_ids&quot;:[],&quot;endpoint_role_ids&quot;:[],&quot;kind&quot;:&quot;leader&quot;,&quot;object_id&quot;:&quot;scene_object_model_scene_architecture_role_architecture_19cea5bf&quot;,&quot;repeat_count&quot;:1,&quot;source_digest&quot;:&quot;1e2a2c91366e74a8c206b7acc6a0464419f3ba9fd6e4d947ce84fe0ec7c1a762&quot;}"/>
          <p:cNvCxnSpPr/>
          <p:nvPr/>
        </p:nvCxnSpPr>
        <p:spPr>
          <a:xfrm>
            <a:off x="1314487" y="1255805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NNDV editable label scene_object_model_scene_architecture_role_architecture_19cea5bf 0078" descr="{&quot;architecture_direction&quot;:null,&quot;architecture_evidence_digest&quot;:&quot;6e29f8d54678244f31bcdecd02fbeda55787001febf3217b9e429a442d8795f9&quot;,&quot;architecture_role&quot;:&quot;input&quot;,&quot;architecture_role_graph_digest&quot;:&quot;98a2335fd2a15bc15446b014f723433353f224fc8d1588255f8dd60675661fe6&quot;,&quot;architecture_role_graph_edge_id&quot;:null,&quot;architecture_role_id&quot;:&quot;architecture_role_input_0_module_token_embedding_6c4877e2_no_f9cf0520&quot;,&quot;architecture_route_id&quot;:null,&quot;architecture_route_role&quot;:null,&quot;depth&quot;:30.5012682,&quot;endpoint_object_ids&quot;:[],&quot;endpoint_role_ids&quot;:[],&quot;kind&quot;:&quot;label&quot;,&quot;object_id&quot;:&quot;scene_object_model_scene_architecture_role_architecture_19cea5bf&quot;,&quot;repeat_count&quot;:1,&quot;source_digest&quot;:&quot;1e2a2c91366e74a8c206b7acc6a0464419f3ba9fd6e4d947ce84fe0ec7c1a762&quot;}"/>
          <p:cNvSpPr txBox="1"/>
          <p:nvPr/>
        </p:nvSpPr>
        <p:spPr>
          <a:xfrm>
            <a:off x="818425" y="1144680"/>
            <a:ext cx="992123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Tokens / embedding</a:t>
            </a:r>
          </a:p>
        </p:txBody>
      </p:sp>
      <p:cxnSp>
        <p:nvCxnSpPr>
          <p:cNvPr id="82" name="NNDV editable leader scene_object_model_scene_architecture_role_architecture_66f6de26 000" descr="{&quot;architecture_direction&quot;:null,&quot;architecture_evidence_digest&quot;:&quot;6e29f8d54678244f31bcdecd02fbeda55787001febf3217b9e429a442d8795f9&quot;,&quot;architecture_role&quot;:&quot;router&quot;,&quot;architecture_role_graph_digest&quot;:&quot;98a2335fd2a15bc15446b014f723433353f224fc8d1588255f8dd60675661fe6&quot;,&quot;architecture_role_graph_edge_id&quot;:null,&quot;architecture_role_id&quot;:&quot;architecture_role_router_1_module_router_router_logits_f60d1_aa199a8c&quot;,&quot;architecture_route_id&quot;:null,&quot;architecture_route_role&quot;:null,&quot;depth&quot;:22.3873016,&quot;endpoint_object_ids&quot;:[],&quot;endpoint_role_ids&quot;:[],&quot;kind&quot;:&quot;leader&quot;,&quot;object_id&quot;:&quot;scene_object_model_scene_architecture_role_architecture_66f6de26&quot;,&quot;repeat_count&quot;:1,&quot;source_digest&quot;:&quot;1e2a2c91366e74a8c206b7acc6a0464419f3ba9fd6e4d947ce84fe0ec7c1a762&quot;}"/>
          <p:cNvCxnSpPr/>
          <p:nvPr/>
        </p:nvCxnSpPr>
        <p:spPr>
          <a:xfrm>
            <a:off x="1986888" y="1009657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NNDV editable label scene_object_model_scene_architecture_role_architecture_66f6de26 0080" descr="{&quot;architecture_direction&quot;:null,&quot;architecture_evidence_digest&quot;:&quot;6e29f8d54678244f31bcdecd02fbeda55787001febf3217b9e429a442d8795f9&quot;,&quot;architecture_role&quot;:&quot;router&quot;,&quot;architecture_role_graph_digest&quot;:&quot;98a2335fd2a15bc15446b014f723433353f224fc8d1588255f8dd60675661fe6&quot;,&quot;architecture_role_graph_edge_id&quot;:null,&quot;architecture_role_id&quot;:&quot;architecture_role_router_1_module_router_router_logits_f60d1_aa199a8c&quot;,&quot;architecture_route_id&quot;:null,&quot;architecture_route_role&quot;:null,&quot;depth&quot;:22.3873016,&quot;endpoint_object_ids&quot;:[],&quot;endpoint_role_ids&quot;:[],&quot;kind&quot;:&quot;label&quot;,&quot;object_id&quot;:&quot;scene_object_model_scene_architecture_role_architecture_66f6de26&quot;,&quot;repeat_count&quot;:1,&quot;source_digest&quot;:&quot;1e2a2c91366e74a8c206b7acc6a0464419f3ba9fd6e4d947ce84fe0ec7c1a762&quot;}"/>
          <p:cNvSpPr txBox="1"/>
          <p:nvPr/>
        </p:nvSpPr>
        <p:spPr>
          <a:xfrm>
            <a:off x="1601062" y="898532"/>
            <a:ext cx="771652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Router + top-2</a:t>
            </a:r>
          </a:p>
        </p:txBody>
      </p:sp>
      <p:cxnSp>
        <p:nvCxnSpPr>
          <p:cNvPr id="84" name="NNDV editable leader scene_object_model_scene_architecture_role_architecture_611841cf 000" descr="{&quot;architecture_direction&quot;:null,&quot;architecture_evidence_digest&quot;:&quot;6e29f8d54678244f31bcdecd02fbeda55787001febf3217b9e429a442d8795f9&quot;,&quot;architecture_role&quot;:&quot;experts&quot;,&quot;architecture_role_graph_digest&quot;:&quot;98a2335fd2a15bc15446b014f723433353f224fc8d1588255f8dd60675661fe6&quot;,&quot;architecture_role_graph_edge_id&quot;:null,&quot;architecture_role_id&quot;:&quot;architecture_role_experts_2_module_experts_3_feed_forward_2__38e85578&quot;,&quot;architecture_route_id&quot;:null,&quot;architecture_route_role&quot;:null,&quot;depth&quot;:19.3886618,&quot;endpoint_object_ids&quot;:[],&quot;endpoint_role_ids&quot;:[],&quot;kind&quot;:&quot;leader&quot;,&quot;object_id&quot;:&quot;scene_object_model_scene_architecture_role_architecture_611841cf&quot;,&quot;repeat_count&quot;:4,&quot;source_digest&quot;:&quot;1e2a2c91366e74a8c206b7acc6a0464419f3ba9fd6e4d947ce84fe0ec7c1a762&quot;}"/>
          <p:cNvCxnSpPr/>
          <p:nvPr/>
        </p:nvCxnSpPr>
        <p:spPr>
          <a:xfrm flipV="1">
            <a:off x="2873235" y="3001629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NNDV editable label scene_object_model_scene_architecture_role_architecture_611841cf 0082" descr="{&quot;architecture_direction&quot;:null,&quot;architecture_evidence_digest&quot;:&quot;6e29f8d54678244f31bcdecd02fbeda55787001febf3217b9e429a442d8795f9&quot;,&quot;architecture_role&quot;:&quot;experts&quot;,&quot;architecture_role_graph_digest&quot;:&quot;98a2335fd2a15bc15446b014f723433353f224fc8d1588255f8dd60675661fe6&quot;,&quot;architecture_role_graph_edge_id&quot;:null,&quot;architecture_role_id&quot;:&quot;architecture_role_experts_2_module_experts_3_feed_forward_2__38e85578&quot;,&quot;architecture_route_id&quot;:null,&quot;architecture_route_role&quot;:null,&quot;depth&quot;:19.3886618,&quot;endpoint_object_ids&quot;:[],&quot;endpoint_role_ids&quot;:[],&quot;kind&quot;:&quot;label&quot;,&quot;object_id&quot;:&quot;scene_object_model_scene_architecture_role_architecture_611841cf&quot;,&quot;repeat_count&quot;:4,&quot;source_digest&quot;:&quot;1e2a2c91366e74a8c206b7acc6a0464419f3ba9fd6e4d947ce84fe0ec7c1a762&quot;}"/>
          <p:cNvSpPr txBox="1"/>
          <p:nvPr/>
        </p:nvSpPr>
        <p:spPr>
          <a:xfrm>
            <a:off x="2597645" y="3044829"/>
            <a:ext cx="551179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Experts ×4</a:t>
            </a:r>
          </a:p>
        </p:txBody>
      </p:sp>
      <p:cxnSp>
        <p:nvCxnSpPr>
          <p:cNvPr id="86" name="NNDV editable leader scene_object_model_scene_architecture_role_architecture_bc7f8a97 000" descr="{&quot;architecture_direction&quot;:null,&quot;architecture_evidence_digest&quot;:&quot;6e29f8d54678244f31bcdecd02fbeda55787001febf3217b9e429a442d8795f9&quot;,&quot;architecture_role&quot;:&quot;weighted-combine&quot;,&quot;architecture_role_graph_digest&quot;:&quot;98a2335fd2a15bc15446b014f723433353f224fc8d1588255f8dd60675661fe6&quot;,&quot;architecture_role_graph_edge_id&quot;:null,&quot;architecture_role_id&quot;:&quot;architecture_role_weighted_combine_3_node_fx_add_29_6d5cabfa_66d5db91&quot;,&quot;architecture_route_id&quot;:null,&quot;architecture_route_role&quot;:null,&quot;depth&quot;:14.4497255,&quot;endpoint_object_ids&quot;:[],&quot;endpoint_role_ids&quot;:[],&quot;kind&quot;:&quot;leader&quot;,&quot;object_id&quot;:&quot;scene_object_model_scene_architecture_role_architecture_bc7f8a97&quot;,&quot;repeat_count&quot;:1,&quot;source_digest&quot;:&quot;1e2a2c91366e74a8c206b7acc6a0464419f3ba9fd6e4d947ce84fe0ec7c1a762&quot;}"/>
          <p:cNvCxnSpPr/>
          <p:nvPr/>
        </p:nvCxnSpPr>
        <p:spPr>
          <a:xfrm flipV="1">
            <a:off x="4126347" y="3031524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NNDV editable label scene_object_model_scene_architecture_role_architecture_bc7f8a97 0084" descr="{&quot;architecture_direction&quot;:null,&quot;architecture_evidence_digest&quot;:&quot;6e29f8d54678244f31bcdecd02fbeda55787001febf3217b9e429a442d8795f9&quot;,&quot;architecture_role&quot;:&quot;weighted-combine&quot;,&quot;architecture_role_graph_digest&quot;:&quot;98a2335fd2a15bc15446b014f723433353f224fc8d1588255f8dd60675661fe6&quot;,&quot;architecture_role_graph_edge_id&quot;:null,&quot;architecture_role_id&quot;:&quot;architecture_role_weighted_combine_3_node_fx_add_29_6d5cabfa_66d5db91&quot;,&quot;architecture_route_id&quot;:null,&quot;architecture_route_role&quot;:null,&quot;depth&quot;:14.4497255,&quot;endpoint_object_ids&quot;:[],&quot;endpoint_role_ids&quot;:[],&quot;kind&quot;:&quot;label&quot;,&quot;object_id&quot;:&quot;scene_object_model_scene_architecture_role_architecture_bc7f8a97&quot;,&quot;repeat_count&quot;:1,&quot;source_digest&quot;:&quot;1e2a2c91366e74a8c206b7acc6a0464419f3ba9fd6e4d947ce84fe0ec7c1a762&quot;}"/>
          <p:cNvSpPr txBox="1"/>
          <p:nvPr/>
        </p:nvSpPr>
        <p:spPr>
          <a:xfrm>
            <a:off x="3685403" y="3074724"/>
            <a:ext cx="88188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Weighted combine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scene_topkmixtureofexperts___module___architectu_b4357667</dc:title>
  <dc:subject>Editable deterministic CPU projection of Scene IR 1.0</dc:subject>
  <dc:creator/>
  <cp:keywords/>
  <dc:description>NN_DaVinci 0.7.3;nndv-scene-export-1;camera=scene_camera_topkmixtureofexperts___module___architectu_0acd8161;digest=1e2a2c91366e74a8c206b7acc6a0464419f3ba9fd6e4d947ce84fe0ec7c1a762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