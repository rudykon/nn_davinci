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480000" cy="432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NDV Scene background"/>
          <p:cNvSpPr/>
          <p:nvPr/>
        </p:nvSpPr>
        <p:spPr>
          <a:xfrm>
            <a:off x="0" y="0"/>
            <a:ext cx="6480000" cy="43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NNDV editable face scene_object_scene_template_unet_enc_1_4bb8aef9 0000" descr="{&quot;architecture_direction&quot;:null,&quot;architecture_evidence_digest&quot;:null,&quot;architecture_role&quot;:&quot;enc-1&quot;,&quot;architecture_role_graph_digest&quot;:null,&quot;architecture_role_graph_edge_id&quot;:null,&quot;architecture_role_id&quot;:null,&quot;architecture_route_id&quot;:null,&quot;architecture_route_role&quot;:null,&quot;depth&quot;:22.36823235,&quot;endpoint_object_ids&quot;:[],&quot;endpoint_role_ids&quot;:[],&quot;kind&quot;:&quot;face&quot;,&quot;object_id&quot;:&quot;scene_object_scene_template_unet_enc_1_4bb8aef9&quot;,&quot;repeat_count&quot;:1,&quot;source_digest&quot;:&quot;efcd1d0ca6511165b57654c962ad15a541d917ebc40664e6966e79382ae146e1&quot;}"/>
          <p:cNvSpPr/>
          <p:nvPr/>
        </p:nvSpPr>
        <p:spPr>
          <a:xfrm>
            <a:off x="1864445" y="971423"/>
            <a:ext cx="429251" cy="778621"/>
          </a:xfrm>
          <a:custGeom>
            <a:avLst/>
            <a:gdLst/>
            <a:ahLst/>
            <a:cxnLst/>
            <a:rect l="l" t="t" r="r" b="b"/>
            <a:pathLst>
              <a:path w="429251" h="778621">
                <a:moveTo>
                  <a:pt x="429251" y="551524"/>
                </a:moveTo>
                <a:lnTo>
                  <a:pt x="429251" y="0"/>
                </a:lnTo>
                <a:lnTo>
                  <a:pt x="0" y="227098"/>
                </a:lnTo>
                <a:lnTo>
                  <a:pt x="0" y="778621"/>
                </a:lnTo>
                <a:close/>
              </a:path>
            </a:pathLst>
          </a:custGeom>
          <a:solidFill>
            <a:srgbClr val="93C5FD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NNDV editable face scene_object_scene_template_unet_enc_1_4bb8aef9 0001" descr="{&quot;architecture_direction&quot;:null,&quot;architecture_evidence_digest&quot;:null,&quot;architecture_role&quot;:&quot;enc-1&quot;,&quot;architecture_role_graph_digest&quot;:null,&quot;architecture_role_graph_edge_id&quot;:null,&quot;architecture_role_id&quot;:null,&quot;architecture_route_id&quot;:null,&quot;architecture_route_role&quot;:null,&quot;depth&quot;:22.3586977,&quot;endpoint_object_ids&quot;:[],&quot;endpoint_role_ids&quot;:[],&quot;kind&quot;:&quot;face&quot;,&quot;object_id&quot;:&quot;scene_object_scene_template_unet_enc_1_4bb8aef9&quot;,&quot;repeat_count&quot;:1,&quot;source_digest&quot;:&quot;efcd1d0ca6511165b57654c962ad15a541d917ebc40664e6966e79382ae146e1&quot;}"/>
          <p:cNvSpPr/>
          <p:nvPr/>
        </p:nvSpPr>
        <p:spPr>
          <a:xfrm>
            <a:off x="1454705" y="812160"/>
            <a:ext cx="838991" cy="386361"/>
          </a:xfrm>
          <a:custGeom>
            <a:avLst/>
            <a:gdLst/>
            <a:ahLst/>
            <a:cxnLst/>
            <a:rect l="l" t="t" r="r" b="b"/>
            <a:pathLst>
              <a:path w="838991" h="386361">
                <a:moveTo>
                  <a:pt x="429251" y="0"/>
                </a:moveTo>
                <a:lnTo>
                  <a:pt x="0" y="227098"/>
                </a:lnTo>
                <a:lnTo>
                  <a:pt x="409740" y="386361"/>
                </a:lnTo>
                <a:lnTo>
                  <a:pt x="838991" y="159263"/>
                </a:lnTo>
                <a:close/>
              </a:path>
            </a:pathLst>
          </a:custGeom>
          <a:solidFill>
            <a:srgbClr val="93C5FD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NNDV editable face scene_object_scene_template_unet_enc_1_4bb8aef9 0002" descr="{&quot;architecture_direction&quot;:null,&quot;architecture_evidence_digest&quot;:null,&quot;architecture_role&quot;:&quot;enc-1&quot;,&quot;architecture_role_graph_digest&quot;:null,&quot;architecture_role_graph_edge_id&quot;:null,&quot;architecture_role_id&quot;:null,&quot;architecture_route_id&quot;:null,&quot;architecture_route_role&quot;:null,&quot;depth&quot;:22.148935950000002,&quot;endpoint_object_ids&quot;:[],&quot;endpoint_role_ids&quot;:[],&quot;kind&quot;:&quot;face&quot;,&quot;object_id&quot;:&quot;scene_object_scene_template_unet_enc_1_4bb8aef9&quot;,&quot;repeat_count&quot;:1,&quot;source_digest&quot;:&quot;efcd1d0ca6511165b57654c962ad15a541d917ebc40664e6966e79382ae146e1&quot;}"/>
          <p:cNvSpPr/>
          <p:nvPr/>
        </p:nvSpPr>
        <p:spPr>
          <a:xfrm>
            <a:off x="1454705" y="1039258"/>
            <a:ext cx="409740" cy="710786"/>
          </a:xfrm>
          <a:custGeom>
            <a:avLst/>
            <a:gdLst/>
            <a:ahLst/>
            <a:cxnLst/>
            <a:rect l="l" t="t" r="r" b="b"/>
            <a:pathLst>
              <a:path w="409740" h="710786">
                <a:moveTo>
                  <a:pt x="0" y="551523"/>
                </a:moveTo>
                <a:lnTo>
                  <a:pt x="409740" y="710786"/>
                </a:lnTo>
                <a:lnTo>
                  <a:pt x="409740" y="159263"/>
                </a:lnTo>
                <a:lnTo>
                  <a:pt x="0" y="0"/>
                </a:lnTo>
                <a:close/>
              </a:path>
            </a:pathLst>
          </a:custGeom>
          <a:solidFill>
            <a:srgbClr val="93C5FD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NNDV editable face scene_object_scene_template_unet_enc_2_82b4b36d 0003" descr="{&quot;architecture_direction&quot;:null,&quot;architecture_evidence_digest&quot;:null,&quot;architecture_role&quot;:&quot;enc-2&quot;,&quot;architecture_role_graph_digest&quot;:null,&quot;architecture_role_graph_edge_id&quot;:null,&quot;architecture_role_id&quot;:null,&quot;architecture_route_id&quot;:null,&quot;architecture_route_role&quot;:null,&quot;depth&quot;:21.2526811,&quot;endpoint_object_ids&quot;:[],&quot;endpoint_role_ids&quot;:[],&quot;kind&quot;:&quot;face&quot;,&quot;object_id&quot;:&quot;scene_object_scene_template_unet_enc_2_82b4b36d&quot;,&quot;repeat_count&quot;:1,&quot;source_digest&quot;:&quot;efcd1d0ca6511165b57654c962ad15a541d917ebc40664e6966e79382ae146e1&quot;}"/>
          <p:cNvSpPr/>
          <p:nvPr/>
        </p:nvSpPr>
        <p:spPr>
          <a:xfrm>
            <a:off x="2300200" y="1760367"/>
            <a:ext cx="429251" cy="778621"/>
          </a:xfrm>
          <a:custGeom>
            <a:avLst/>
            <a:gdLst/>
            <a:ahLst/>
            <a:cxnLst/>
            <a:rect l="l" t="t" r="r" b="b"/>
            <a:pathLst>
              <a:path w="429251" h="778621">
                <a:moveTo>
                  <a:pt x="429251" y="551523"/>
                </a:moveTo>
                <a:lnTo>
                  <a:pt x="429251" y="0"/>
                </a:lnTo>
                <a:lnTo>
                  <a:pt x="0" y="227098"/>
                </a:lnTo>
                <a:lnTo>
                  <a:pt x="0" y="778621"/>
                </a:lnTo>
                <a:close/>
              </a:path>
            </a:pathLst>
          </a:custGeom>
          <a:solidFill>
            <a:srgbClr val="93C5FD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NNDV editable face scene_object_scene_template_unet_enc_2_82b4b36d 0004" descr="{&quot;architecture_direction&quot;:null,&quot;architecture_evidence_digest&quot;:null,&quot;architecture_role&quot;:&quot;enc-2&quot;,&quot;architecture_role_graph_digest&quot;:null,&quot;architecture_role_graph_edge_id&quot;:null,&quot;architecture_role_id&quot;:null,&quot;architecture_route_id&quot;:null,&quot;architecture_route_role&quot;:null,&quot;depth&quot;:21.2431465,&quot;endpoint_object_ids&quot;:[],&quot;endpoint_role_ids&quot;:[],&quot;kind&quot;:&quot;face&quot;,&quot;object_id&quot;:&quot;scene_object_scene_template_unet_enc_2_82b4b36d&quot;,&quot;repeat_count&quot;:1,&quot;source_digest&quot;:&quot;efcd1d0ca6511165b57654c962ad15a541d917ebc40664e6966e79382ae146e1&quot;}"/>
          <p:cNvSpPr/>
          <p:nvPr/>
        </p:nvSpPr>
        <p:spPr>
          <a:xfrm>
            <a:off x="1890460" y="1601104"/>
            <a:ext cx="838991" cy="386361"/>
          </a:xfrm>
          <a:custGeom>
            <a:avLst/>
            <a:gdLst/>
            <a:ahLst/>
            <a:cxnLst/>
            <a:rect l="l" t="t" r="r" b="b"/>
            <a:pathLst>
              <a:path w="838991" h="386361">
                <a:moveTo>
                  <a:pt x="429251" y="0"/>
                </a:moveTo>
                <a:lnTo>
                  <a:pt x="0" y="227097"/>
                </a:lnTo>
                <a:lnTo>
                  <a:pt x="409740" y="386361"/>
                </a:lnTo>
                <a:lnTo>
                  <a:pt x="838991" y="159263"/>
                </a:lnTo>
                <a:close/>
              </a:path>
            </a:pathLst>
          </a:custGeom>
          <a:solidFill>
            <a:srgbClr val="93C5FD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NNDV editable face scene_object_scene_template_unet_enc_2_82b4b36d 0005" descr="{&quot;architecture_direction&quot;:null,&quot;architecture_evidence_digest&quot;:null,&quot;architecture_role&quot;:&quot;enc-2&quot;,&quot;architecture_role_graph_digest&quot;:null,&quot;architecture_role_graph_edge_id&quot;:null,&quot;architecture_role_id&quot;:null,&quot;architecture_route_id&quot;:null,&quot;architecture_route_role&quot;:null,&quot;depth&quot;:21.0333847,&quot;endpoint_object_ids&quot;:[],&quot;endpoint_role_ids&quot;:[],&quot;kind&quot;:&quot;face&quot;,&quot;object_id&quot;:&quot;scene_object_scene_template_unet_enc_2_82b4b36d&quot;,&quot;repeat_count&quot;:1,&quot;source_digest&quot;:&quot;efcd1d0ca6511165b57654c962ad15a541d917ebc40664e6966e79382ae146e1&quot;}"/>
          <p:cNvSpPr/>
          <p:nvPr/>
        </p:nvSpPr>
        <p:spPr>
          <a:xfrm>
            <a:off x="1890460" y="1828201"/>
            <a:ext cx="409740" cy="710787"/>
          </a:xfrm>
          <a:custGeom>
            <a:avLst/>
            <a:gdLst/>
            <a:ahLst/>
            <a:cxnLst/>
            <a:rect l="l" t="t" r="r" b="b"/>
            <a:pathLst>
              <a:path w="409740" h="710787">
                <a:moveTo>
                  <a:pt x="0" y="551523"/>
                </a:moveTo>
                <a:lnTo>
                  <a:pt x="409740" y="710787"/>
                </a:lnTo>
                <a:lnTo>
                  <a:pt x="409740" y="159264"/>
                </a:lnTo>
                <a:lnTo>
                  <a:pt x="0" y="0"/>
                </a:lnTo>
                <a:close/>
              </a:path>
            </a:pathLst>
          </a:custGeom>
          <a:solidFill>
            <a:srgbClr val="93C5FD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NNDV editable face scene_object_scene_template_unet_bottleneck_bb972d42 0006" descr="{&quot;architecture_direction&quot;:null,&quot;architecture_evidence_digest&quot;:null,&quot;architecture_role&quot;:&quot;bottleneck&quot;,&quot;architecture_role_graph_digest&quot;:null,&quot;architecture_role_graph_edge_id&quot;:null,&quot;architecture_role_id&quot;:null,&quot;architecture_route_id&quot;:null,&quot;architecture_route_role&quot;:null,&quot;depth&quot;:19.9178335,&quot;endpoint_object_ids&quot;:[],&quot;endpoint_role_ids&quot;:[],&quot;kind&quot;:&quot;face&quot;,&quot;object_id&quot;:&quot;scene_object_scene_template_unet_bottleneck_bb972d42&quot;,&quot;repeat_count&quot;:1,&quot;source_digest&quot;:&quot;efcd1d0ca6511165b57654c962ad15a541d917ebc40664e6966e79382ae146e1&quot;}"/>
          <p:cNvSpPr/>
          <p:nvPr/>
        </p:nvSpPr>
        <p:spPr>
          <a:xfrm>
            <a:off x="2485558" y="2693827"/>
            <a:ext cx="806472" cy="362767"/>
          </a:xfrm>
          <a:custGeom>
            <a:avLst/>
            <a:gdLst/>
            <a:ahLst/>
            <a:cxnLst/>
            <a:rect l="l" t="t" r="r" b="b"/>
            <a:pathLst>
              <a:path w="806472" h="362767">
                <a:moveTo>
                  <a:pt x="351206" y="0"/>
                </a:moveTo>
                <a:lnTo>
                  <a:pt x="0" y="185807"/>
                </a:lnTo>
                <a:lnTo>
                  <a:pt x="455267" y="362767"/>
                </a:lnTo>
                <a:lnTo>
                  <a:pt x="806472" y="176960"/>
                </a:lnTo>
                <a:close/>
              </a:path>
            </a:pathLst>
          </a:custGeom>
          <a:solidFill>
            <a:srgbClr val="C4B5FD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NNDV editable face scene_object_scene_template_unet_bottleneck_bb972d42 0007" descr="{&quot;architecture_direction&quot;:null,&quot;architecture_evidence_digest&quot;:null,&quot;architecture_role&quot;:&quot;bottleneck&quot;,&quot;architecture_role_graph_digest&quot;:null,&quot;architecture_role_graph_edge_id&quot;:null,&quot;architecture_role_id&quot;:null,&quot;architecture_route_id&quot;:null,&quot;architecture_route_role&quot;:null,&quot;depth&quot;:19.7748141,&quot;endpoint_object_ids&quot;:[],&quot;endpoint_role_ids&quot;:[],&quot;kind&quot;:&quot;face&quot;,&quot;object_id&quot;:&quot;scene_object_scene_template_unet_bottleneck_bb972d42&quot;,&quot;repeat_count&quot;:1,&quot;source_digest&quot;:&quot;efcd1d0ca6511165b57654c962ad15a541d917ebc40664e6966e79382ae146e1&quot;}"/>
          <p:cNvSpPr/>
          <p:nvPr/>
        </p:nvSpPr>
        <p:spPr>
          <a:xfrm>
            <a:off x="2940825" y="2870787"/>
            <a:ext cx="351205" cy="637053"/>
          </a:xfrm>
          <a:custGeom>
            <a:avLst/>
            <a:gdLst/>
            <a:ahLst/>
            <a:cxnLst/>
            <a:rect l="l" t="t" r="r" b="b"/>
            <a:pathLst>
              <a:path w="351205" h="637053">
                <a:moveTo>
                  <a:pt x="351205" y="451246"/>
                </a:moveTo>
                <a:lnTo>
                  <a:pt x="351205" y="0"/>
                </a:lnTo>
                <a:lnTo>
                  <a:pt x="0" y="185807"/>
                </a:lnTo>
                <a:lnTo>
                  <a:pt x="0" y="637053"/>
                </a:lnTo>
                <a:close/>
              </a:path>
            </a:pathLst>
          </a:custGeom>
          <a:solidFill>
            <a:srgbClr val="C4B5FD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NNDV editable face scene_object_scene_template_unet_bottleneck_bb972d42 0008" descr="{&quot;architecture_direction&quot;:null,&quot;architecture_evidence_digest&quot;:null,&quot;architecture_role&quot;:&quot;bottleneck&quot;,&quot;architecture_role_graph_digest&quot;:null,&quot;architecture_role_graph_edge_id&quot;:null,&quot;architecture_role_id&quot;:null,&quot;architecture_route_id&quot;:null,&quot;architecture_route_role&quot;:null,&quot;depth&quot;:19.7462102,&quot;endpoint_object_ids&quot;:[],&quot;endpoint_role_ids&quot;:[],&quot;kind&quot;:&quot;face&quot;,&quot;object_id&quot;:&quot;scene_object_scene_template_unet_bottleneck_bb972d42&quot;,&quot;repeat_count&quot;:1,&quot;source_digest&quot;:&quot;efcd1d0ca6511165b57654c962ad15a541d917ebc40664e6966e79382ae146e1&quot;}"/>
          <p:cNvSpPr/>
          <p:nvPr/>
        </p:nvSpPr>
        <p:spPr>
          <a:xfrm>
            <a:off x="2485558" y="2879634"/>
            <a:ext cx="455267" cy="628206"/>
          </a:xfrm>
          <a:custGeom>
            <a:avLst/>
            <a:gdLst/>
            <a:ahLst/>
            <a:cxnLst/>
            <a:rect l="l" t="t" r="r" b="b"/>
            <a:pathLst>
              <a:path w="455267" h="628206">
                <a:moveTo>
                  <a:pt x="0" y="451247"/>
                </a:moveTo>
                <a:lnTo>
                  <a:pt x="455267" y="628206"/>
                </a:lnTo>
                <a:lnTo>
                  <a:pt x="455267" y="176960"/>
                </a:lnTo>
                <a:lnTo>
                  <a:pt x="0" y="0"/>
                </a:lnTo>
                <a:close/>
              </a:path>
            </a:pathLst>
          </a:custGeom>
          <a:solidFill>
            <a:srgbClr val="C4B5FD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NNDV editable face scene_object_scene_template_unet_dec_2_57c3fe05 0009" descr="{&quot;architecture_direction&quot;:null,&quot;architecture_evidence_digest&quot;:null,&quot;architecture_role&quot;:&quot;dec-2&quot;,&quot;architecture_role_graph_digest&quot;:null,&quot;architecture_role_graph_edge_id&quot;:null,&quot;architecture_role_id&quot;:null,&quot;architecture_route_id&quot;:null,&quot;architecture_route_role&quot;:null,&quot;depth&quot;:17.36255375,&quot;endpoint_object_ids&quot;:[],&quot;endpoint_role_ids&quot;:[],&quot;kind&quot;:&quot;face&quot;,&quot;object_id&quot;:&quot;scene_object_scene_template_unet_dec_2_57c3fe05&quot;,&quot;repeat_count&quot;:1,&quot;source_digest&quot;:&quot;efcd1d0ca6511165b57654c962ad15a541d917ebc40664e6966e79382ae146e1&quot;}"/>
          <p:cNvSpPr/>
          <p:nvPr/>
        </p:nvSpPr>
        <p:spPr>
          <a:xfrm>
            <a:off x="3848106" y="2362029"/>
            <a:ext cx="429251" cy="778620"/>
          </a:xfrm>
          <a:custGeom>
            <a:avLst/>
            <a:gdLst/>
            <a:ahLst/>
            <a:cxnLst/>
            <a:rect l="l" t="t" r="r" b="b"/>
            <a:pathLst>
              <a:path w="429251" h="778620">
                <a:moveTo>
                  <a:pt x="429251" y="551523"/>
                </a:moveTo>
                <a:lnTo>
                  <a:pt x="429251" y="0"/>
                </a:lnTo>
                <a:lnTo>
                  <a:pt x="0" y="227097"/>
                </a:lnTo>
                <a:lnTo>
                  <a:pt x="0" y="778620"/>
                </a:lnTo>
                <a:close/>
              </a:path>
            </a:pathLst>
          </a:custGeom>
          <a:solidFill>
            <a:srgbClr val="A7F3D0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NNDV editable face scene_object_scene_template_unet_dec_2_57c3fe05 0010" descr="{&quot;architecture_direction&quot;:null,&quot;architecture_evidence_digest&quot;:null,&quot;architecture_role&quot;:&quot;dec-2&quot;,&quot;architecture_role_graph_digest&quot;:null,&quot;architecture_role_graph_edge_id&quot;:null,&quot;architecture_role_id&quot;:null,&quot;architecture_route_id&quot;:null,&quot;architecture_route_role&quot;:null,&quot;depth&quot;:17.3530191,&quot;endpoint_object_ids&quot;:[],&quot;endpoint_role_ids&quot;:[],&quot;kind&quot;:&quot;face&quot;,&quot;object_id&quot;:&quot;scene_object_scene_template_unet_dec_2_57c3fe05&quot;,&quot;repeat_count&quot;:1,&quot;source_digest&quot;:&quot;efcd1d0ca6511165b57654c962ad15a541d917ebc40664e6966e79382ae146e1&quot;}"/>
          <p:cNvSpPr/>
          <p:nvPr/>
        </p:nvSpPr>
        <p:spPr>
          <a:xfrm>
            <a:off x="3438366" y="2202765"/>
            <a:ext cx="838991" cy="386361"/>
          </a:xfrm>
          <a:custGeom>
            <a:avLst/>
            <a:gdLst/>
            <a:ahLst/>
            <a:cxnLst/>
            <a:rect l="l" t="t" r="r" b="b"/>
            <a:pathLst>
              <a:path w="838991" h="386361">
                <a:moveTo>
                  <a:pt x="429251" y="0"/>
                </a:moveTo>
                <a:lnTo>
                  <a:pt x="0" y="227098"/>
                </a:lnTo>
                <a:lnTo>
                  <a:pt x="409740" y="386361"/>
                </a:lnTo>
                <a:lnTo>
                  <a:pt x="838991" y="159264"/>
                </a:lnTo>
                <a:close/>
              </a:path>
            </a:pathLst>
          </a:custGeom>
          <a:solidFill>
            <a:srgbClr val="A7F3D0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NNDV editable face scene_object_scene_template_unet_dec_2_57c3fe05 0011" descr="{&quot;architecture_direction&quot;:null,&quot;architecture_evidence_digest&quot;:null,&quot;architecture_role&quot;:&quot;dec-2&quot;,&quot;architecture_role_graph_digest&quot;:null,&quot;architecture_role_graph_edge_id&quot;:null,&quot;architecture_role_id&quot;:null,&quot;architecture_route_id&quot;:null,&quot;architecture_route_role&quot;:null,&quot;depth&quot;:17.14325735,&quot;endpoint_object_ids&quot;:[],&quot;endpoint_role_ids&quot;:[],&quot;kind&quot;:&quot;face&quot;,&quot;object_id&quot;:&quot;scene_object_scene_template_unet_dec_2_57c3fe05&quot;,&quot;repeat_count&quot;:1,&quot;source_digest&quot;:&quot;efcd1d0ca6511165b57654c962ad15a541d917ebc40664e6966e79382ae146e1&quot;}"/>
          <p:cNvSpPr/>
          <p:nvPr/>
        </p:nvSpPr>
        <p:spPr>
          <a:xfrm>
            <a:off x="3438366" y="2429863"/>
            <a:ext cx="409740" cy="710786"/>
          </a:xfrm>
          <a:custGeom>
            <a:avLst/>
            <a:gdLst/>
            <a:ahLst/>
            <a:cxnLst/>
            <a:rect l="l" t="t" r="r" b="b"/>
            <a:pathLst>
              <a:path w="409740" h="710786">
                <a:moveTo>
                  <a:pt x="0" y="551523"/>
                </a:moveTo>
                <a:lnTo>
                  <a:pt x="409740" y="710786"/>
                </a:lnTo>
                <a:lnTo>
                  <a:pt x="409740" y="159263"/>
                </a:lnTo>
                <a:lnTo>
                  <a:pt x="0" y="0"/>
                </a:lnTo>
                <a:close/>
              </a:path>
            </a:pathLst>
          </a:custGeom>
          <a:solidFill>
            <a:srgbClr val="A7F3D0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NNDV editable face scene_object_scene_template_unet_dec_1_58eceb1c 0012" descr="{&quot;architecture_direction&quot;:null,&quot;architecture_evidence_digest&quot;:null,&quot;architecture_role&quot;:&quot;dec-1&quot;,&quot;architecture_role_graph_digest&quot;:null,&quot;architecture_role_graph_edge_id&quot;:null,&quot;architecture_role_id&quot;:null,&quot;architecture_route_id&quot;:null,&quot;architecture_route_role&quot;:null,&quot;depth&quot;:15.5033017,&quot;endpoint_object_ids&quot;:[],&quot;endpoint_role_ids&quot;:[],&quot;kind&quot;:&quot;face&quot;,&quot;object_id&quot;:&quot;scene_object_scene_template_unet_dec_1_58eceb1c&quot;,&quot;repeat_count&quot;:1,&quot;source_digest&quot;:&quot;efcd1d0ca6511165b57654c962ad15a541d917ebc40664e6966e79382ae146e1&quot;}"/>
          <p:cNvSpPr/>
          <p:nvPr/>
        </p:nvSpPr>
        <p:spPr>
          <a:xfrm>
            <a:off x="4596044" y="2033179"/>
            <a:ext cx="429251" cy="778621"/>
          </a:xfrm>
          <a:custGeom>
            <a:avLst/>
            <a:gdLst/>
            <a:ahLst/>
            <a:cxnLst/>
            <a:rect l="l" t="t" r="r" b="b"/>
            <a:pathLst>
              <a:path w="429251" h="778621">
                <a:moveTo>
                  <a:pt x="429251" y="551523"/>
                </a:moveTo>
                <a:lnTo>
                  <a:pt x="429251" y="0"/>
                </a:lnTo>
                <a:lnTo>
                  <a:pt x="0" y="227098"/>
                </a:lnTo>
                <a:lnTo>
                  <a:pt x="0" y="778621"/>
                </a:lnTo>
                <a:close/>
              </a:path>
            </a:pathLst>
          </a:custGeom>
          <a:solidFill>
            <a:srgbClr val="A7F3D0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NNDV editable face scene_object_scene_template_unet_dec_1_58eceb1c 0013" descr="{&quot;architecture_direction&quot;:null,&quot;architecture_evidence_digest&quot;:null,&quot;architecture_role&quot;:&quot;dec-1&quot;,&quot;architecture_role_graph_digest&quot;:null,&quot;architecture_role_graph_edge_id&quot;:null,&quot;architecture_role_id&quot;:null,&quot;architecture_route_id&quot;:null,&quot;architecture_route_role&quot;:null,&quot;depth&quot;:15.4937671,&quot;endpoint_object_ids&quot;:[],&quot;endpoint_role_ids&quot;:[],&quot;kind&quot;:&quot;face&quot;,&quot;object_id&quot;:&quot;scene_object_scene_template_unet_dec_1_58eceb1c&quot;,&quot;repeat_count&quot;:1,&quot;source_digest&quot;:&quot;efcd1d0ca6511165b57654c962ad15a541d917ebc40664e6966e79382ae146e1&quot;}"/>
          <p:cNvSpPr/>
          <p:nvPr/>
        </p:nvSpPr>
        <p:spPr>
          <a:xfrm>
            <a:off x="4186304" y="1873916"/>
            <a:ext cx="838991" cy="386361"/>
          </a:xfrm>
          <a:custGeom>
            <a:avLst/>
            <a:gdLst/>
            <a:ahLst/>
            <a:cxnLst/>
            <a:rect l="l" t="t" r="r" b="b"/>
            <a:pathLst>
              <a:path w="838991" h="386361">
                <a:moveTo>
                  <a:pt x="429251" y="0"/>
                </a:moveTo>
                <a:lnTo>
                  <a:pt x="0" y="227098"/>
                </a:lnTo>
                <a:lnTo>
                  <a:pt x="409740" y="386361"/>
                </a:lnTo>
                <a:lnTo>
                  <a:pt x="838991" y="159263"/>
                </a:lnTo>
                <a:close/>
              </a:path>
            </a:pathLst>
          </a:custGeom>
          <a:solidFill>
            <a:srgbClr val="A7F3D0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NNDV editable face scene_object_scene_template_unet_dec_1_58eceb1c 0014" descr="{&quot;architecture_direction&quot;:null,&quot;architecture_evidence_digest&quot;:null,&quot;architecture_role&quot;:&quot;dec-1&quot;,&quot;architecture_role_graph_digest&quot;:null,&quot;architecture_role_graph_edge_id&quot;:null,&quot;architecture_role_id&quot;:null,&quot;architecture_route_id&quot;:null,&quot;architecture_route_role&quot;:null,&quot;depth&quot;:15.2840053,&quot;endpoint_object_ids&quot;:[],&quot;endpoint_role_ids&quot;:[],&quot;kind&quot;:&quot;face&quot;,&quot;object_id&quot;:&quot;scene_object_scene_template_unet_dec_1_58eceb1c&quot;,&quot;repeat_count&quot;:1,&quot;source_digest&quot;:&quot;efcd1d0ca6511165b57654c962ad15a541d917ebc40664e6966e79382ae146e1&quot;}"/>
          <p:cNvSpPr/>
          <p:nvPr/>
        </p:nvSpPr>
        <p:spPr>
          <a:xfrm>
            <a:off x="4186304" y="2101014"/>
            <a:ext cx="409740" cy="710786"/>
          </a:xfrm>
          <a:custGeom>
            <a:avLst/>
            <a:gdLst/>
            <a:ahLst/>
            <a:cxnLst/>
            <a:rect l="l" t="t" r="r" b="b"/>
            <a:pathLst>
              <a:path w="409740" h="710786">
                <a:moveTo>
                  <a:pt x="0" y="551523"/>
                </a:moveTo>
                <a:lnTo>
                  <a:pt x="409740" y="710786"/>
                </a:lnTo>
                <a:lnTo>
                  <a:pt x="409740" y="159263"/>
                </a:lnTo>
                <a:lnTo>
                  <a:pt x="0" y="0"/>
                </a:lnTo>
                <a:close/>
              </a:path>
            </a:pathLst>
          </a:custGeom>
          <a:solidFill>
            <a:srgbClr val="A7F3D0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NNDV editable edge scene_object_scene_template_unet_enc_1_4bb8aef9 000" descr="{&quot;architecture_direction&quot;:null,&quot;architecture_evidence_digest&quot;:null,&quot;architecture_role&quot;:&quot;enc-1&quot;,&quot;architecture_role_graph_digest&quot;:null,&quot;architecture_role_graph_edge_id&quot;:null,&quot;architecture_role_id&quot;:null,&quot;architecture_route_id&quot;:null,&quot;architecture_route_role&quot;:null,&quot;depth&quot;:23.10239855,&quot;endpoint_object_ids&quot;:[],&quot;endpoint_role_ids&quot;:[],&quot;kind&quot;:&quot;edge&quot;,&quot;object_id&quot;:&quot;scene_object_scene_template_unet_enc_1_4bb8aef9&quot;,&quot;repeat_count&quot;:1,&quot;source_digest&quot;:&quot;efcd1d0ca6511165b57654c962ad15a541d917ebc40664e6966e79382ae146e1&quot;}"/>
          <p:cNvCxnSpPr/>
          <p:nvPr/>
        </p:nvCxnSpPr>
        <p:spPr>
          <a:xfrm flipV="1">
            <a:off x="2293695" y="971423"/>
            <a:ext cx="0" cy="551523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NNDV editable edge scene_object_scene_template_unet_enc_1_4bb8aef9 000" descr="{&quot;architecture_direction&quot;:null,&quot;architecture_evidence_digest&quot;:null,&quot;architecture_role&quot;:&quot;enc-1&quot;,&quot;architecture_role_graph_digest&quot;:null,&quot;architecture_role_graph_edge_id&quot;:null,&quot;architecture_role_id&quot;:null,&quot;architecture_route_id&quot;:null,&quot;architecture_route_role&quot;:null,&quot;depth&quot;:23.0928639,&quot;endpoint_object_ids&quot;:[],&quot;endpoint_role_ids&quot;:[],&quot;kind&quot;:&quot;edge&quot;,&quot;object_id&quot;:&quot;scene_object_scene_template_unet_enc_1_4bb8aef9&quot;,&quot;repeat_count&quot;:1,&quot;source_digest&quot;:&quot;efcd1d0ca6511165b57654c962ad15a541d917ebc40664e6966e79382ae146e1&quot;}"/>
          <p:cNvCxnSpPr/>
          <p:nvPr/>
        </p:nvCxnSpPr>
        <p:spPr>
          <a:xfrm flipH="1" flipV="1">
            <a:off x="1883955" y="812160"/>
            <a:ext cx="409740" cy="159263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NNDV editable edge scene_object_scene_template_unet_enc_1_4bb8aef9 000" descr="{&quot;architecture_direction&quot;:null,&quot;architecture_evidence_digest&quot;:null,&quot;architecture_role&quot;:&quot;enc-1&quot;,&quot;architecture_role_graph_digest&quot;:null,&quot;architecture_role_graph_edge_id&quot;:null,&quot;architecture_role_id&quot;:null,&quot;architecture_route_id&quot;:null,&quot;architecture_route_role&quot;:null,&quot;depth&quot;:22.8926368,&quot;endpoint_object_ids&quot;:[],&quot;endpoint_role_ids&quot;:[],&quot;kind&quot;:&quot;edge&quot;,&quot;object_id&quot;:&quot;scene_object_scene_template_unet_enc_1_4bb8aef9&quot;,&quot;repeat_count&quot;:1,&quot;source_digest&quot;:&quot;efcd1d0ca6511165b57654c962ad15a541d917ebc40664e6966e79382ae146e1&quot;}"/>
          <p:cNvCxnSpPr/>
          <p:nvPr/>
        </p:nvCxnSpPr>
        <p:spPr>
          <a:xfrm flipH="1">
            <a:off x="1864444" y="1522946"/>
            <a:ext cx="429251" cy="227098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NNDV editable edge scene_object_scene_template_unet_enc_1_4bb8aef9 000" descr="{&quot;architecture_direction&quot;:null,&quot;architecture_evidence_digest&quot;:null,&quot;architecture_role&quot;:&quot;enc-1&quot;,&quot;architecture_role_graph_digest&quot;:null,&quot;architecture_role_graph_edge_id&quot;:null,&quot;architecture_role_id&quot;:null,&quot;architecture_route_id&quot;:null,&quot;architecture_route_role&quot;:null,&quot;depth&quot;:22.8735675,&quot;endpoint_object_ids&quot;:[],&quot;endpoint_role_ids&quot;:[],&quot;kind&quot;:&quot;edge&quot;,&quot;object_id&quot;:&quot;scene_object_scene_template_unet_enc_1_4bb8aef9&quot;,&quot;repeat_count&quot;:1,&quot;source_digest&quot;:&quot;efcd1d0ca6511165b57654c962ad15a541d917ebc40664e6966e79382ae146e1&quot;}"/>
          <p:cNvCxnSpPr/>
          <p:nvPr/>
        </p:nvCxnSpPr>
        <p:spPr>
          <a:xfrm flipH="1">
            <a:off x="1454704" y="812160"/>
            <a:ext cx="429251" cy="227097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NNDV editable edge scene_object_scene_template_unet_enc_1_4bb8aef9 000" descr="{&quot;architecture_direction&quot;:null,&quot;architecture_evidence_digest&quot;:null,&quot;architecture_role&quot;:&quot;enc-1&quot;,&quot;architecture_role_graph_digest&quot;:null,&quot;architecture_role_graph_edge_id&quot;:null,&quot;architecture_role_id&quot;:null,&quot;architecture_route_id&quot;:null,&quot;architecture_route_role&quot;:null,&quot;depth&quot;:22.6733404,&quot;endpoint_object_ids&quot;:[],&quot;endpoint_role_ids&quot;:[],&quot;kind&quot;:&quot;edge&quot;,&quot;object_id&quot;:&quot;scene_object_scene_template_unet_enc_1_4bb8aef9&quot;,&quot;repeat_count&quot;:1,&quot;source_digest&quot;:&quot;efcd1d0ca6511165b57654c962ad15a541d917ebc40664e6966e79382ae146e1&quot;}"/>
          <p:cNvCxnSpPr/>
          <p:nvPr/>
        </p:nvCxnSpPr>
        <p:spPr>
          <a:xfrm>
            <a:off x="1454704" y="1590780"/>
            <a:ext cx="409740" cy="159264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NNDV editable edge scene_object_scene_template_unet_enc_1_4bb8aef9 000" descr="{&quot;architecture_direction&quot;:null,&quot;architecture_evidence_digest&quot;:null,&quot;architecture_role&quot;:&quot;enc-1&quot;,&quot;architecture_role_graph_digest&quot;:null,&quot;architecture_role_graph_edge_id&quot;:null,&quot;architecture_role_id&quot;:null,&quot;architecture_route_id&quot;:null,&quot;architecture_route_role&quot;:null,&quot;depth&quot;:22.66380575,&quot;endpoint_object_ids&quot;:[],&quot;endpoint_role_ids&quot;:[],&quot;kind&quot;:&quot;edge&quot;,&quot;object_id&quot;:&quot;scene_object_scene_template_unet_enc_1_4bb8aef9&quot;,&quot;repeat_count&quot;:1,&quot;source_digest&quot;:&quot;efcd1d0ca6511165b57654c962ad15a541d917ebc40664e6966e79382ae146e1&quot;}"/>
          <p:cNvCxnSpPr/>
          <p:nvPr/>
        </p:nvCxnSpPr>
        <p:spPr>
          <a:xfrm flipV="1">
            <a:off x="1454704" y="1039257"/>
            <a:ext cx="0" cy="551523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NNDV editable arrow scene_object_scene_template_unet_main_0_77c4f293 000" descr="{&quot;architecture_direction&quot;:null,&quot;architecture_evidence_digest&quot;:null,&quot;architecture_role&quot;:&quot;main-0&quot;,&quot;architecture_role_graph_digest&quot;:null,&quot;architecture_role_graph_edge_id&quot;:null,&quot;architecture_role_id&quot;:null,&quot;architecture_route_id&quot;:null,&quot;architecture_route_role&quot;:null,&quot;depth&quot;:22.377617962499997,&quot;endpoint_object_ids&quot;:[&quot;scene_object_scene_template_unet_enc_1_4bb8aef9&quot;,&quot;scene_object_scene_template_unet_enc_2_82b4b36d&quot;],&quot;endpoint_role_ids&quot;:[],&quot;kind&quot;:&quot;arrow&quot;,&quot;object_id&quot;:&quot;scene_object_scene_template_unet_main_0_77c4f293&quot;,&quot;repeat_count&quot;:1,&quot;source_digest&quot;:&quot;efcd1d0ca6511165b57654c962ad15a541d917ebc40664e6966e79382ae146e1&quot;}"/>
          <p:cNvCxnSpPr/>
          <p:nvPr/>
        </p:nvCxnSpPr>
        <p:spPr>
          <a:xfrm>
            <a:off x="2037608" y="1576955"/>
            <a:ext cx="68087" cy="123273"/>
          </a:xfrm>
          <a:prstGeom prst="line">
            <a:avLst/>
          </a:prstGeom>
          <a:ln w="9525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NNDV editable edge scene_object_scene_template_unet_enc_2_82b4b36d 000" descr="{&quot;architecture_direction&quot;:null,&quot;architecture_evidence_digest&quot;:null,&quot;architecture_role&quot;:&quot;enc-2&quot;,&quot;architecture_role_graph_digest&quot;:null,&quot;architecture_role_graph_edge_id&quot;:null,&quot;architecture_role_id&quot;:null,&quot;architecture_route_id&quot;:null,&quot;architecture_route_role&quot;:null,&quot;depth&quot;:21.9868473,&quot;endpoint_object_ids&quot;:[],&quot;endpoint_role_ids&quot;:[],&quot;kind&quot;:&quot;edge&quot;,&quot;object_id&quot;:&quot;scene_object_scene_template_unet_enc_2_82b4b36d&quot;,&quot;repeat_count&quot;:1,&quot;source_digest&quot;:&quot;efcd1d0ca6511165b57654c962ad15a541d917ebc40664e6966e79382ae146e1&quot;}"/>
          <p:cNvCxnSpPr/>
          <p:nvPr/>
        </p:nvCxnSpPr>
        <p:spPr>
          <a:xfrm flipV="1">
            <a:off x="2729451" y="1760366"/>
            <a:ext cx="0" cy="551524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NNDV editable edge scene_object_scene_template_unet_enc_2_82b4b36d 000" descr="{&quot;architecture_direction&quot;:null,&quot;architecture_evidence_digest&quot;:null,&quot;architecture_role&quot;:&quot;enc-2&quot;,&quot;architecture_role_graph_digest&quot;:null,&quot;architecture_role_graph_edge_id&quot;:null,&quot;architecture_role_id&quot;:null,&quot;architecture_route_id&quot;:null,&quot;architecture_route_role&quot;:null,&quot;depth&quot;:21.9773127,&quot;endpoint_object_ids&quot;:[],&quot;endpoint_role_ids&quot;:[],&quot;kind&quot;:&quot;edge&quot;,&quot;object_id&quot;:&quot;scene_object_scene_template_unet_enc_2_82b4b36d&quot;,&quot;repeat_count&quot;:1,&quot;source_digest&quot;:&quot;efcd1d0ca6511165b57654c962ad15a541d917ebc40664e6966e79382ae146e1&quot;}"/>
          <p:cNvCxnSpPr/>
          <p:nvPr/>
        </p:nvCxnSpPr>
        <p:spPr>
          <a:xfrm flipH="1" flipV="1">
            <a:off x="2319711" y="1601103"/>
            <a:ext cx="409740" cy="159263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NNDV editable edge scene_object_scene_template_unet_enc_1_4bb8aef9 000" descr="{&quot;architecture_direction&quot;:null,&quot;architecture_evidence_digest&quot;:null,&quot;architecture_role&quot;:&quot;enc-1&quot;,&quot;architecture_role_graph_digest&quot;:null,&quot;architecture_role_graph_edge_id&quot;:null,&quot;architecture_role_id&quot;:null,&quot;architecture_route_id&quot;:null,&quot;architecture_route_role&quot;:null,&quot;depth&quot;:21.8438279,&quot;endpoint_object_ids&quot;:[],&quot;endpoint_role_ids&quot;:[],&quot;kind&quot;:&quot;edge&quot;,&quot;object_id&quot;:&quot;scene_object_scene_template_unet_enc_1_4bb8aef9&quot;,&quot;repeat_count&quot;:1,&quot;source_digest&quot;:&quot;efcd1d0ca6511165b57654c962ad15a541d917ebc40664e6966e79382ae146e1&quot;}"/>
          <p:cNvCxnSpPr/>
          <p:nvPr/>
        </p:nvCxnSpPr>
        <p:spPr>
          <a:xfrm flipH="1">
            <a:off x="1864444" y="971423"/>
            <a:ext cx="429251" cy="227098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NNDV editable edge scene_object_scene_template_unet_enc_2_82b4b36d 000" descr="{&quot;architecture_direction&quot;:null,&quot;architecture_evidence_digest&quot;:null,&quot;architecture_role&quot;:&quot;enc-2&quot;,&quot;architecture_role_graph_digest&quot;:null,&quot;architecture_role_graph_edge_id&quot;:null,&quot;architecture_role_id&quot;:null,&quot;architecture_route_id&quot;:null,&quot;architecture_route_role&quot;:null,&quot;depth&quot;:21.7770855,&quot;endpoint_object_ids&quot;:[],&quot;endpoint_role_ids&quot;:[],&quot;kind&quot;:&quot;edge&quot;,&quot;object_id&quot;:&quot;scene_object_scene_template_unet_enc_2_82b4b36d&quot;,&quot;repeat_count&quot;:1,&quot;source_digest&quot;:&quot;efcd1d0ca6511165b57654c962ad15a541d917ebc40664e6966e79382ae146e1&quot;}"/>
          <p:cNvCxnSpPr/>
          <p:nvPr/>
        </p:nvCxnSpPr>
        <p:spPr>
          <a:xfrm flipH="1">
            <a:off x="2300199" y="2311890"/>
            <a:ext cx="429252" cy="227097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NNDV editable edge scene_object_scene_template_unet_enc_2_82b4b36d 000" descr="{&quot;architecture_direction&quot;:null,&quot;architecture_evidence_digest&quot;:null,&quot;architecture_role&quot;:&quot;enc-2&quot;,&quot;architecture_role_graph_digest&quot;:null,&quot;architecture_role_graph_edge_id&quot;:null,&quot;architecture_role_id&quot;:null,&quot;architecture_route_id&quot;:null,&quot;architecture_route_role&quot;:null,&quot;depth&quot;:21.7580163,&quot;endpoint_object_ids&quot;:[],&quot;endpoint_role_ids&quot;:[],&quot;kind&quot;:&quot;edge&quot;,&quot;object_id&quot;:&quot;scene_object_scene_template_unet_enc_2_82b4b36d&quot;,&quot;repeat_count&quot;:1,&quot;source_digest&quot;:&quot;efcd1d0ca6511165b57654c962ad15a541d917ebc40664e6966e79382ae146e1&quot;}"/>
          <p:cNvCxnSpPr/>
          <p:nvPr/>
        </p:nvCxnSpPr>
        <p:spPr>
          <a:xfrm flipH="1">
            <a:off x="1890459" y="1601103"/>
            <a:ext cx="429252" cy="227098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NNDV editable edge scene_object_scene_template_unet_enc_1_4bb8aef9 000" descr="{&quot;architecture_direction&quot;:null,&quot;architecture_evidence_digest&quot;:null,&quot;architecture_role&quot;:&quot;enc-1&quot;,&quot;architecture_role_graph_digest&quot;:null,&quot;architecture_role_graph_edge_id&quot;:null,&quot;architecture_role_id&quot;:null,&quot;architecture_route_id&quot;:null,&quot;architecture_route_role&quot;:null,&quot;depth&quot;:21.634066150000002,&quot;endpoint_object_ids&quot;:[],&quot;endpoint_role_ids&quot;:[],&quot;kind&quot;:&quot;edge&quot;,&quot;object_id&quot;:&quot;scene_object_scene_template_unet_enc_1_4bb8aef9&quot;,&quot;repeat_count&quot;:1,&quot;source_digest&quot;:&quot;efcd1d0ca6511165b57654c962ad15a541d917ebc40664e6966e79382ae146e1&quot;}"/>
          <p:cNvCxnSpPr/>
          <p:nvPr/>
        </p:nvCxnSpPr>
        <p:spPr>
          <a:xfrm flipV="1">
            <a:off x="1864444" y="1198521"/>
            <a:ext cx="0" cy="551523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NNDV editable edge scene_object_scene_template_unet_enc_1_4bb8aef9 000" descr="{&quot;architecture_direction&quot;:null,&quot;architecture_evidence_digest&quot;:null,&quot;architecture_role&quot;:&quot;enc-1&quot;,&quot;architecture_role_graph_digest&quot;:null,&quot;architecture_role_graph_edge_id&quot;:null,&quot;architecture_role_id&quot;:null,&quot;architecture_route_id&quot;:null,&quot;architecture_route_role&quot;:null,&quot;depth&quot;:21.6245315,&quot;endpoint_object_ids&quot;:[],&quot;endpoint_role_ids&quot;:[],&quot;kind&quot;:&quot;edge&quot;,&quot;object_id&quot;:&quot;scene_object_scene_template_unet_enc_1_4bb8aef9&quot;,&quot;repeat_count&quot;:1,&quot;source_digest&quot;:&quot;efcd1d0ca6511165b57654c962ad15a541d917ebc40664e6966e79382ae146e1&quot;}"/>
          <p:cNvCxnSpPr/>
          <p:nvPr/>
        </p:nvCxnSpPr>
        <p:spPr>
          <a:xfrm flipH="1" flipV="1">
            <a:off x="1454704" y="1039257"/>
            <a:ext cx="409740" cy="159264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NNDV editable edge scene_object_scene_template_unet_enc_2_82b4b36d 000" descr="{&quot;architecture_direction&quot;:null,&quot;architecture_evidence_digest&quot;:null,&quot;architecture_role&quot;:&quot;enc-2&quot;,&quot;architecture_role_graph_digest&quot;:null,&quot;architecture_role_graph_edge_id&quot;:null,&quot;architecture_role_id&quot;:null,&quot;architecture_route_id&quot;:null,&quot;architecture_route_role&quot;:null,&quot;depth&quot;:21.5577891,&quot;endpoint_object_ids&quot;:[],&quot;endpoint_role_ids&quot;:[],&quot;kind&quot;:&quot;edge&quot;,&quot;object_id&quot;:&quot;scene_object_scene_template_unet_enc_2_82b4b36d&quot;,&quot;repeat_count&quot;:1,&quot;source_digest&quot;:&quot;efcd1d0ca6511165b57654c962ad15a541d917ebc40664e6966e79382ae146e1&quot;}"/>
          <p:cNvCxnSpPr/>
          <p:nvPr/>
        </p:nvCxnSpPr>
        <p:spPr>
          <a:xfrm>
            <a:off x="1890459" y="2379724"/>
            <a:ext cx="409740" cy="159263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NNDV editable edge scene_object_scene_template_unet_enc_2_82b4b36d 000" descr="{&quot;architecture_direction&quot;:null,&quot;architecture_evidence_digest&quot;:null,&quot;architecture_role&quot;:&quot;enc-2&quot;,&quot;architecture_role_graph_digest&quot;:null,&quot;architecture_role_graph_edge_id&quot;:null,&quot;architecture_role_id&quot;:null,&quot;architecture_route_id&quot;:null,&quot;architecture_route_role&quot;:null,&quot;depth&quot;:21.5482545,&quot;endpoint_object_ids&quot;:[],&quot;endpoint_role_ids&quot;:[],&quot;kind&quot;:&quot;edge&quot;,&quot;object_id&quot;:&quot;scene_object_scene_template_unet_enc_2_82b4b36d&quot;,&quot;repeat_count&quot;:1,&quot;source_digest&quot;:&quot;efcd1d0ca6511165b57654c962ad15a541d917ebc40664e6966e79382ae146e1&quot;}"/>
          <p:cNvCxnSpPr/>
          <p:nvPr/>
        </p:nvCxnSpPr>
        <p:spPr>
          <a:xfrm flipV="1">
            <a:off x="1890459" y="1828201"/>
            <a:ext cx="0" cy="551523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NNDV editable polyline scene_object_scene_template_unet_skip_1_ac1a90bb 000" descr="{&quot;architecture_direction&quot;:null,&quot;architecture_evidence_digest&quot;:null,&quot;architecture_role&quot;:&quot;skip-1&quot;,&quot;architecture_role_graph_digest&quot;:null,&quot;architecture_role_graph_edge_id&quot;:null,&quot;architecture_role_id&quot;:null,&quot;architecture_route_id&quot;:null,&quot;architecture_route_role&quot;:null,&quot;depth&quot;:23.7885936421875,&quot;endpoint_object_ids&quot;:[&quot;scene_object_scene_template_unet_enc_2_82b4b36d&quot;,&quot;scene_object_scene_template_unet_dec_2_57c3fe05&quot;],&quot;endpoint_role_ids&quot;:[],&quot;kind&quot;:&quot;polyline&quot;,&quot;object_id&quot;:&quot;scene_object_scene_template_unet_skip_1_ac1a90bb&quot;,&quot;repeat_count&quot;:1,&quot;source_digest&quot;:&quot;efcd1d0ca6511165b57654c962ad15a541d917ebc40664e6966e79382ae146e1&quot;}"/>
          <p:cNvCxnSpPr/>
          <p:nvPr/>
        </p:nvCxnSpPr>
        <p:spPr>
          <a:xfrm flipV="1">
            <a:off x="2750181" y="1677785"/>
            <a:ext cx="301208" cy="159356"/>
          </a:xfrm>
          <a:prstGeom prst="line">
            <a:avLst/>
          </a:prstGeom>
          <a:ln w="9525">
            <a:solidFill>
              <a:srgbClr val="EF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NNDV editable arrow scene_object_scene_template_unet_skip_1_ac1a90bb 000" descr="{&quot;architecture_direction&quot;:null,&quot;architecture_evidence_digest&quot;:null,&quot;architecture_role&quot;:&quot;skip-1&quot;,&quot;architecture_role_graph_digest&quot;:null,&quot;architecture_role_graph_edge_id&quot;:null,&quot;architecture_role_id&quot;:null,&quot;architecture_route_id&quot;:null,&quot;architecture_route_role&quot;:null,&quot;depth&quot;:22.905746865624998,&quot;endpoint_object_ids&quot;:[&quot;scene_object_scene_template_unet_enc_2_82b4b36d&quot;,&quot;scene_object_scene_template_unet_dec_2_57c3fe05&quot;],&quot;endpoint_role_ids&quot;:[],&quot;kind&quot;:&quot;arrow&quot;,&quot;object_id&quot;:&quot;scene_object_scene_template_unet_skip_1_ac1a90bb&quot;,&quot;repeat_count&quot;:1,&quot;source_digest&quot;:&quot;efcd1d0ca6511165b57654c962ad15a541d917ebc40664e6966e79382ae146e1&quot;}"/>
          <p:cNvCxnSpPr/>
          <p:nvPr/>
        </p:nvCxnSpPr>
        <p:spPr>
          <a:xfrm>
            <a:off x="3051389" y="1677785"/>
            <a:ext cx="1112558" cy="432445"/>
          </a:xfrm>
          <a:prstGeom prst="line">
            <a:avLst/>
          </a:prstGeom>
          <a:ln w="9525">
            <a:solidFill>
              <a:srgbClr val="EF444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NNDV editable arrow scene_object_scene_template_unet_main_1_20120a61 000" descr="{&quot;architecture_direction&quot;:null,&quot;architecture_evidence_digest&quot;:null,&quot;architecture_role&quot;:&quot;main-1&quot;,&quot;architecture_role_graph_digest&quot;:null,&quot;architecture_role_graph_edge_id&quot;:null,&quot;architecture_role_id&quot;:null,&quot;architecture_route_id&quot;:null,&quot;architecture_route_role&quot;:null,&quot;depth&quot;:21.101616900000003,&quot;endpoint_object_ids&quot;:[&quot;scene_object_scene_template_unet_enc_2_82b4b36d&quot;,&quot;scene_object_scene_template_unet_bottleneck_bb972d42&quot;],&quot;endpoint_role_ids&quot;:[],&quot;kind&quot;:&quot;arrow&quot;,&quot;object_id&quot;:&quot;scene_object_scene_template_unet_main_1_20120a61&quot;,&quot;repeat_count&quot;:1,&quot;source_digest&quot;:&quot;efcd1d0ca6511165b57654c962ad15a541d917ebc40664e6966e79382ae146e1&quot;}"/>
          <p:cNvCxnSpPr/>
          <p:nvPr/>
        </p:nvCxnSpPr>
        <p:spPr>
          <a:xfrm>
            <a:off x="2472753" y="2359954"/>
            <a:ext cx="217065" cy="386546"/>
          </a:xfrm>
          <a:prstGeom prst="line">
            <a:avLst/>
          </a:prstGeom>
          <a:ln w="9525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NNDV editable edge scene_object_scene_template_unet_enc_2_82b4b36d 000" descr="{&quot;architecture_direction&quot;:null,&quot;architecture_evidence_digest&quot;:null,&quot;architecture_role&quot;:&quot;enc-2&quot;,&quot;architecture_role_graph_digest&quot;:null,&quot;architecture_role_graph_edge_id&quot;:null,&quot;architecture_role_id&quot;:null,&quot;architecture_route_id&quot;:null,&quot;architecture_route_role&quot;:null,&quot;depth&quot;:20.728276700000002,&quot;endpoint_object_ids&quot;:[],&quot;endpoint_role_ids&quot;:[],&quot;kind&quot;:&quot;edge&quot;,&quot;object_id&quot;:&quot;scene_object_scene_template_unet_enc_2_82b4b36d&quot;,&quot;repeat_count&quot;:1,&quot;source_digest&quot;:&quot;efcd1d0ca6511165b57654c962ad15a541d917ebc40664e6966e79382ae146e1&quot;}"/>
          <p:cNvCxnSpPr/>
          <p:nvPr/>
        </p:nvCxnSpPr>
        <p:spPr>
          <a:xfrm flipH="1">
            <a:off x="2300199" y="1760366"/>
            <a:ext cx="429252" cy="227098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NNDV editable edge scene_object_scene_template_unet_bottleneck_bb972d42 000" descr="{&quot;architecture_direction&quot;:null,&quot;architecture_evidence_digest&quot;:null,&quot;architecture_role&quot;:&quot;bottleneck&quot;,&quot;architecture_role_graph_digest&quot;:null,&quot;architecture_role_graph_edge_id&quot;:null,&quot;architecture_role_id&quot;:null,&quot;architecture_route_id&quot;:null,&quot;architecture_route_role&quot;:null,&quot;depth&quot;:20.51851495,&quot;endpoint_object_ids&quot;:[],&quot;endpoint_role_ids&quot;:[],&quot;kind&quot;:&quot;edge&quot;,&quot;object_id&quot;:&quot;scene_object_scene_template_unet_bottleneck_bb972d42&quot;,&quot;repeat_count&quot;:1,&quot;source_digest&quot;:&quot;efcd1d0ca6511165b57654c962ad15a541d917ebc40664e6966e79382ae146e1&quot;}"/>
          <p:cNvCxnSpPr/>
          <p:nvPr/>
        </p:nvCxnSpPr>
        <p:spPr>
          <a:xfrm flipH="1" flipV="1">
            <a:off x="2836763" y="2693827"/>
            <a:ext cx="455267" cy="176959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NNDV editable edge scene_object_scene_template_unet_enc_2_82b4b36d 000" descr="{&quot;architecture_direction&quot;:null,&quot;architecture_evidence_digest&quot;:null,&quot;architecture_role&quot;:&quot;enc-2&quot;,&quot;architecture_role_graph_digest&quot;:null,&quot;architecture_role_graph_edge_id&quot;:null,&quot;architecture_role_id&quot;:null,&quot;architecture_route_id&quot;:null,&quot;architecture_route_role&quot;:null,&quot;depth&quot;:20.5185149,&quot;endpoint_object_ids&quot;:[],&quot;endpoint_role_ids&quot;:[],&quot;kind&quot;:&quot;edge&quot;,&quot;object_id&quot;:&quot;scene_object_scene_template_unet_enc_2_82b4b36d&quot;,&quot;repeat_count&quot;:1,&quot;source_digest&quot;:&quot;efcd1d0ca6511165b57654c962ad15a541d917ebc40664e6966e79382ae146e1&quot;}"/>
          <p:cNvCxnSpPr/>
          <p:nvPr/>
        </p:nvCxnSpPr>
        <p:spPr>
          <a:xfrm flipV="1">
            <a:off x="2300199" y="1987464"/>
            <a:ext cx="0" cy="551523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NNDV editable edge scene_object_scene_template_unet_enc_2_82b4b36d 000" descr="{&quot;architecture_direction&quot;:null,&quot;architecture_evidence_digest&quot;:null,&quot;architecture_role&quot;:&quot;enc-2&quot;,&quot;architecture_role_graph_digest&quot;:null,&quot;architecture_role_graph_edge_id&quot;:null,&quot;architecture_role_id&quot;:null,&quot;architecture_route_id&quot;:null,&quot;architecture_route_role&quot;:null,&quot;depth&quot;:20.5089803,&quot;endpoint_object_ids&quot;:[],&quot;endpoint_role_ids&quot;:[],&quot;kind&quot;:&quot;edge&quot;,&quot;object_id&quot;:&quot;scene_object_scene_template_unet_enc_2_82b4b36d&quot;,&quot;repeat_count&quot;:1,&quot;source_digest&quot;:&quot;efcd1d0ca6511165b57654c962ad15a541d917ebc40664e6966e79382ae146e1&quot;}"/>
          <p:cNvCxnSpPr/>
          <p:nvPr/>
        </p:nvCxnSpPr>
        <p:spPr>
          <a:xfrm flipH="1" flipV="1">
            <a:off x="1890459" y="1828201"/>
            <a:ext cx="409740" cy="159263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NNDV editable edge scene_object_scene_template_unet_bottleneck_bb972d42 000" descr="{&quot;architecture_direction&quot;:null,&quot;architecture_evidence_digest&quot;:null,&quot;architecture_role&quot;:&quot;bottleneck&quot;,&quot;architecture_role_graph_digest&quot;:null,&quot;architecture_role_graph_edge_id&quot;:null,&quot;architecture_role_id&quot;:null,&quot;architecture_route_id&quot;:null,&quot;architecture_route_role&quot;:null,&quot;depth&quot;:20.48991105,&quot;endpoint_object_ids&quot;:[],&quot;endpoint_role_ids&quot;:[],&quot;kind&quot;:&quot;edge&quot;,&quot;object_id&quot;:&quot;scene_object_scene_template_unet_bottleneck_bb972d42&quot;,&quot;repeat_count&quot;:1,&quot;source_digest&quot;:&quot;efcd1d0ca6511165b57654c962ad15a541d917ebc40664e6966e79382ae146e1&quot;}"/>
          <p:cNvCxnSpPr/>
          <p:nvPr/>
        </p:nvCxnSpPr>
        <p:spPr>
          <a:xfrm flipH="1">
            <a:off x="2485558" y="2693827"/>
            <a:ext cx="351205" cy="185807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NNDV editable edge scene_object_scene_template_unet_bottleneck_bb972d42 000" descr="{&quot;architecture_direction&quot;:null,&quot;architecture_evidence_digest&quot;:null,&quot;architecture_role&quot;:&quot;bottleneck&quot;,&quot;architecture_role_graph_digest&quot;:null,&quot;architecture_role_graph_edge_id&quot;:null,&quot;architecture_role_id&quot;:null,&quot;architecture_route_id&quot;:null,&quot;architecture_route_role&quot;:null,&quot;depth&quot;:20.37549555,&quot;endpoint_object_ids&quot;:[],&quot;endpoint_role_ids&quot;:[],&quot;kind&quot;:&quot;edge&quot;,&quot;object_id&quot;:&quot;scene_object_scene_template_unet_bottleneck_bb972d42&quot;,&quot;repeat_count&quot;:1,&quot;source_digest&quot;:&quot;efcd1d0ca6511165b57654c962ad15a541d917ebc40664e6966e79382ae146e1&quot;}"/>
          <p:cNvCxnSpPr/>
          <p:nvPr/>
        </p:nvCxnSpPr>
        <p:spPr>
          <a:xfrm flipV="1">
            <a:off x="3292030" y="2870786"/>
            <a:ext cx="0" cy="451246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NNDV editable edge scene_object_scene_template_unet_bottleneck_bb972d42 000" descr="{&quot;architecture_direction&quot;:null,&quot;architecture_evidence_digest&quot;:null,&quot;architecture_role&quot;:&quot;bottleneck&quot;,&quot;architecture_role_graph_digest&quot;:null,&quot;architecture_role_graph_edge_id&quot;:null,&quot;architecture_role_id&quot;:null,&quot;architecture_route_id&quot;:null,&quot;architecture_route_role&quot;:null,&quot;depth&quot;:20.31828775,&quot;endpoint_object_ids&quot;:[],&quot;endpoint_role_ids&quot;:[],&quot;kind&quot;:&quot;edge&quot;,&quot;object_id&quot;:&quot;scene_object_scene_template_unet_bottleneck_bb972d42&quot;,&quot;repeat_count&quot;:1,&quot;source_digest&quot;:&quot;efcd1d0ca6511165b57654c962ad15a541d917ebc40664e6966e79382ae146e1&quot;}"/>
          <p:cNvCxnSpPr/>
          <p:nvPr/>
        </p:nvCxnSpPr>
        <p:spPr>
          <a:xfrm flipV="1">
            <a:off x="2485558" y="2879634"/>
            <a:ext cx="0" cy="451246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NNDV editable edge scene_object_scene_template_unet_bottleneck_bb972d42 000" descr="{&quot;architecture_direction&quot;:null,&quot;architecture_evidence_digest&quot;:null,&quot;architecture_role&quot;:&quot;bottleneck&quot;,&quot;architecture_role_graph_digest&quot;:null,&quot;architecture_role_graph_edge_id&quot;:null,&quot;architecture_role_id&quot;:null,&quot;architecture_route_id&quot;:null,&quot;architecture_route_role&quot;:null,&quot;depth&quot;:20.20387225,&quot;endpoint_object_ids&quot;:[],&quot;endpoint_role_ids&quot;:[],&quot;kind&quot;:&quot;edge&quot;,&quot;object_id&quot;:&quot;scene_object_scene_template_unet_bottleneck_bb972d42&quot;,&quot;repeat_count&quot;:1,&quot;source_digest&quot;:&quot;efcd1d0ca6511165b57654c962ad15a541d917ebc40664e6966e79382ae146e1&quot;}"/>
          <p:cNvCxnSpPr/>
          <p:nvPr/>
        </p:nvCxnSpPr>
        <p:spPr>
          <a:xfrm flipH="1">
            <a:off x="2940824" y="3322032"/>
            <a:ext cx="351206" cy="185808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NNDV editable edge scene_object_scene_template_unet_bottleneck_bb972d42 000" descr="{&quot;architecture_direction&quot;:null,&quot;architecture_evidence_digest&quot;:null,&quot;architecture_role&quot;:&quot;bottleneck&quot;,&quot;architecture_role_graph_digest&quot;:null,&quot;architecture_role_graph_edge_id&quot;:null,&quot;architecture_role_id&quot;:null,&quot;architecture_route_id&quot;:null,&quot;architecture_route_role&quot;:null,&quot;depth&quot;:20.17526835,&quot;endpoint_object_ids&quot;:[],&quot;endpoint_role_ids&quot;:[],&quot;kind&quot;:&quot;edge&quot;,&quot;object_id&quot;:&quot;scene_object_scene_template_unet_bottleneck_bb972d42&quot;,&quot;repeat_count&quot;:1,&quot;source_digest&quot;:&quot;efcd1d0ca6511165b57654c962ad15a541d917ebc40664e6966e79382ae146e1&quot;}"/>
          <p:cNvCxnSpPr/>
          <p:nvPr/>
        </p:nvCxnSpPr>
        <p:spPr>
          <a:xfrm>
            <a:off x="2485558" y="3330880"/>
            <a:ext cx="455266" cy="17696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NNDV editable arrow scene_object_scene_template_unet_skip_0_8cd1c395 000" descr="{&quot;architecture_direction&quot;:null,&quot;architecture_evidence_digest&quot;:null,&quot;architecture_role&quot;:&quot;skip-0&quot;,&quot;architecture_role_graph_digest&quot;:null,&quot;architecture_role_graph_edge_id&quot;:null,&quot;architecture_role_id&quot;:null,&quot;architecture_route_id&quot;:null,&quot;architecture_route_role&quot;:null,&quot;depth&quot;:21.321807160937503,&quot;endpoint_object_ids&quot;:[&quot;scene_object_scene_template_unet_enc_1_4bb8aef9&quot;,&quot;scene_object_scene_template_unet_dec_1_58eceb1c&quot;],&quot;endpoint_role_ids&quot;:[],&quot;kind&quot;:&quot;arrow&quot;,&quot;object_id&quot;:&quot;scene_object_scene_template_unet_skip_0_8cd1c395&quot;,&quot;repeat_count&quot;:1,&quot;source_digest&quot;:&quot;efcd1d0ca6511165b57654c962ad15a541d917ebc40664e6966e79382ae146e1&quot;}"/>
          <p:cNvCxnSpPr/>
          <p:nvPr/>
        </p:nvCxnSpPr>
        <p:spPr>
          <a:xfrm>
            <a:off x="2349791" y="1107829"/>
            <a:ext cx="2134062" cy="829497"/>
          </a:xfrm>
          <a:prstGeom prst="line">
            <a:avLst/>
          </a:prstGeom>
          <a:ln w="9525">
            <a:solidFill>
              <a:srgbClr val="EF444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NNDV editable edge scene_object_scene_template_unet_bottleneck_bb972d42 000" descr="{&quot;architecture_direction&quot;:null,&quot;architecture_evidence_digest&quot;:null,&quot;architecture_role&quot;:&quot;bottleneck&quot;,&quot;architecture_role_graph_digest&quot;:null,&quot;architecture_role_graph_edge_id&quot;:null,&quot;architecture_role_id&quot;:null,&quot;architecture_route_id&quot;:null,&quot;architecture_route_role&quot;:null,&quot;depth&quot;:19.34575595,&quot;endpoint_object_ids&quot;:[],&quot;endpoint_role_ids&quot;:[],&quot;kind&quot;:&quot;edge&quot;,&quot;object_id&quot;:&quot;scene_object_scene_template_unet_bottleneck_bb972d42&quot;,&quot;repeat_count&quot;:1,&quot;source_digest&quot;:&quot;efcd1d0ca6511165b57654c962ad15a541d917ebc40664e6966e79382ae146e1&quot;}"/>
          <p:cNvCxnSpPr/>
          <p:nvPr/>
        </p:nvCxnSpPr>
        <p:spPr>
          <a:xfrm flipH="1">
            <a:off x="2940824" y="2870786"/>
            <a:ext cx="351206" cy="185807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NNDV editable edge scene_object_scene_template_unet_bottleneck_bb972d42 000" descr="{&quot;architecture_direction&quot;:null,&quot;architecture_evidence_digest&quot;:null,&quot;architecture_role&quot;:&quot;bottleneck&quot;,&quot;architecture_role_graph_digest&quot;:null,&quot;architecture_role_graph_edge_id&quot;:null,&quot;architecture_role_id&quot;:null,&quot;architecture_route_id&quot;:null,&quot;architecture_route_role&quot;:null,&quot;depth&quot;:19.31715205,&quot;endpoint_object_ids&quot;:[],&quot;endpoint_role_ids&quot;:[],&quot;kind&quot;:&quot;edge&quot;,&quot;object_id&quot;:&quot;scene_object_scene_template_unet_bottleneck_bb972d42&quot;,&quot;repeat_count&quot;:1,&quot;source_digest&quot;:&quot;efcd1d0ca6511165b57654c962ad15a541d917ebc40664e6966e79382ae146e1&quot;}"/>
          <p:cNvCxnSpPr/>
          <p:nvPr/>
        </p:nvCxnSpPr>
        <p:spPr>
          <a:xfrm flipH="1" flipV="1">
            <a:off x="2485558" y="2879634"/>
            <a:ext cx="455266" cy="176959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NNDV editable edge scene_object_scene_template_unet_bottleneck_bb972d42 000" descr="{&quot;architecture_direction&quot;:null,&quot;architecture_evidence_digest&quot;:null,&quot;architecture_role&quot;:&quot;bottleneck&quot;,&quot;architecture_role_graph_digest&quot;:null,&quot;architecture_role_graph_edge_id&quot;:null,&quot;architecture_role_id&quot;:null,&quot;architecture_route_id&quot;:null,&quot;architecture_route_role&quot;:null,&quot;depth&quot;:19.17413265,&quot;endpoint_object_ids&quot;:[],&quot;endpoint_role_ids&quot;:[],&quot;kind&quot;:&quot;edge&quot;,&quot;object_id&quot;:&quot;scene_object_scene_template_unet_bottleneck_bb972d42&quot;,&quot;repeat_count&quot;:1,&quot;source_digest&quot;:&quot;efcd1d0ca6511165b57654c962ad15a541d917ebc40664e6966e79382ae146e1&quot;}"/>
          <p:cNvCxnSpPr/>
          <p:nvPr/>
        </p:nvCxnSpPr>
        <p:spPr>
          <a:xfrm flipV="1">
            <a:off x="2940824" y="3056593"/>
            <a:ext cx="0" cy="451247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NNDV editable arrow scene_object_scene_template_unet_main_2_764ef70a 000" descr="{&quot;architecture_direction&quot;:null,&quot;architecture_evidence_digest&quot;:null,&quot;architecture_role&quot;:&quot;main-2&quot;,&quot;architecture_role_graph_digest&quot;:null,&quot;architecture_role_graph_edge_id&quot;:null,&quot;architecture_role_id&quot;:null,&quot;architecture_route_id&quot;:null,&quot;architecture_route_role&quot;:null,&quot;depth&quot;:19.2664993625,&quot;endpoint_object_ids&quot;:[&quot;scene_object_scene_template_unet_bottleneck_bb972d42&quot;,&quot;scene_object_scene_template_unet_dec_2_57c3fe05&quot;],&quot;endpoint_role_ids&quot;:[],&quot;kind&quot;:&quot;arrow&quot;,&quot;object_id&quot;:&quot;scene_object_scene_template_unet_main_2_764ef70a&quot;,&quot;repeat_count&quot;:1,&quot;source_digest&quot;:&quot;efcd1d0ca6511165b57654c962ad15a541d917ebc40664e6966e79382ae146e1&quot;}"/>
          <p:cNvCxnSpPr/>
          <p:nvPr/>
        </p:nvCxnSpPr>
        <p:spPr>
          <a:xfrm flipV="1">
            <a:off x="3191627" y="2859450"/>
            <a:ext cx="242267" cy="107281"/>
          </a:xfrm>
          <a:prstGeom prst="line">
            <a:avLst/>
          </a:prstGeom>
          <a:ln w="9525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NNDV editable edge scene_object_scene_template_unet_dec_2_57c3fe05 000" descr="{&quot;architecture_direction&quot;:null,&quot;architecture_evidence_digest&quot;:null,&quot;architecture_role&quot;:&quot;dec-2&quot;,&quot;architecture_role_graph_digest&quot;:null,&quot;architecture_role_graph_edge_id&quot;:null,&quot;architecture_role_id&quot;:null,&quot;architecture_route_id&quot;:null,&quot;architecture_route_role&quot;:null,&quot;depth&quot;:18.4080850921875,&quot;endpoint_object_ids&quot;:[],&quot;endpoint_role_ids&quot;:[],&quot;kind&quot;:&quot;edge&quot;,&quot;object_id&quot;:&quot;scene_object_scene_template_unet_dec_2_57c3fe05&quot;,&quot;repeat_count&quot;:1,&quot;source_digest&quot;:&quot;efcd1d0ca6511165b57654c962ad15a541d917ebc40664e6966e79382ae146e1&quot;}"/>
          <p:cNvCxnSpPr/>
          <p:nvPr/>
        </p:nvCxnSpPr>
        <p:spPr>
          <a:xfrm flipV="1">
            <a:off x="4277357" y="2689495"/>
            <a:ext cx="0" cy="224056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NNDV editable edge scene_object_scene_template_unet_dec_2_57c3fe05 000" descr="{&quot;architecture_direction&quot;:null,&quot;architecture_evidence_digest&quot;:null,&quot;architecture_role&quot;:&quot;dec-2&quot;,&quot;architecture_role_graph_digest&quot;:null,&quot;architecture_role_graph_edge_id&quot;:null,&quot;architecture_role_id&quot;:null,&quot;architecture_route_id&quot;:null,&quot;architecture_route_role&quot;:null,&quot;depth&quot;:18.215902749999998,&quot;endpoint_object_ids&quot;:[],&quot;endpoint_role_ids&quot;:[],&quot;kind&quot;:&quot;edge&quot;,&quot;object_id&quot;:&quot;scene_object_scene_template_unet_dec_2_57c3fe05&quot;,&quot;repeat_count&quot;:1,&quot;source_digest&quot;:&quot;efcd1d0ca6511165b57654c962ad15a541d917ebc40664e6966e79382ae146e1&quot;}"/>
          <p:cNvCxnSpPr/>
          <p:nvPr/>
        </p:nvCxnSpPr>
        <p:spPr>
          <a:xfrm flipH="1" flipV="1">
            <a:off x="3867617" y="2202765"/>
            <a:ext cx="307305" cy="119447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NNDV editable edge scene_object_scene_template_unet_dec_2_57c3fe05 000" descr="{&quot;architecture_direction&quot;:null,&quot;architecture_evidence_digest&quot;:null,&quot;architecture_role&quot;:&quot;dec-2&quot;,&quot;architecture_role_graph_digest&quot;:null,&quot;architecture_role_graph_edge_id&quot;:null,&quot;architecture_role_id&quot;:null,&quot;architecture_route_id&quot;:null,&quot;architecture_route_role&quot;:null,&quot;depth&quot;:17.886958200000002,&quot;endpoint_object_ids&quot;:[],&quot;endpoint_role_ids&quot;:[],&quot;kind&quot;:&quot;edge&quot;,&quot;object_id&quot;:&quot;scene_object_scene_template_unet_dec_2_57c3fe05&quot;,&quot;repeat_count&quot;:1,&quot;source_digest&quot;:&quot;efcd1d0ca6511165b57654c962ad15a541d917ebc40664e6966e79382ae146e1&quot;}"/>
          <p:cNvCxnSpPr/>
          <p:nvPr/>
        </p:nvCxnSpPr>
        <p:spPr>
          <a:xfrm flipH="1">
            <a:off x="3848106" y="2913551"/>
            <a:ext cx="429251" cy="227098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NNDV editable edge scene_object_scene_template_unet_dec_2_57c3fe05 000" descr="{&quot;architecture_direction&quot;:null,&quot;architecture_evidence_digest&quot;:null,&quot;architecture_role&quot;:&quot;dec-2&quot;,&quot;architecture_role_graph_digest&quot;:null,&quot;architecture_role_graph_edge_id&quot;:null,&quot;architecture_role_id&quot;:null,&quot;architecture_route_id&quot;:null,&quot;architecture_route_role&quot;:null,&quot;depth&quot;:17.8678889,&quot;endpoint_object_ids&quot;:[],&quot;endpoint_role_ids&quot;:[],&quot;kind&quot;:&quot;edge&quot;,&quot;object_id&quot;:&quot;scene_object_scene_template_unet_dec_2_57c3fe05&quot;,&quot;repeat_count&quot;:1,&quot;source_digest&quot;:&quot;efcd1d0ca6511165b57654c962ad15a541d917ebc40664e6966e79382ae146e1&quot;}"/>
          <p:cNvCxnSpPr/>
          <p:nvPr/>
        </p:nvCxnSpPr>
        <p:spPr>
          <a:xfrm flipH="1">
            <a:off x="3438366" y="2202765"/>
            <a:ext cx="429251" cy="227097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NNDV editable edge scene_object_scene_template_unet_dec_2_57c3fe05 000" descr="{&quot;architecture_direction&quot;:null,&quot;architecture_evidence_digest&quot;:null,&quot;architecture_role&quot;:&quot;dec-2&quot;,&quot;architecture_role_graph_digest&quot;:null,&quot;architecture_role_graph_edge_id&quot;:null,&quot;architecture_role_id&quot;:null,&quot;architecture_route_id&quot;:null,&quot;architecture_route_role&quot;:null,&quot;depth&quot;:17.6676618,&quot;endpoint_object_ids&quot;:[],&quot;endpoint_role_ids&quot;:[],&quot;kind&quot;:&quot;edge&quot;,&quot;object_id&quot;:&quot;scene_object_scene_template_unet_dec_2_57c3fe05&quot;,&quot;repeat_count&quot;:1,&quot;source_digest&quot;:&quot;efcd1d0ca6511165b57654c962ad15a541d917ebc40664e6966e79382ae146e1&quot;}"/>
          <p:cNvCxnSpPr/>
          <p:nvPr/>
        </p:nvCxnSpPr>
        <p:spPr>
          <a:xfrm>
            <a:off x="3438366" y="2981386"/>
            <a:ext cx="409740" cy="159263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NNDV editable edge scene_object_scene_template_unet_dec_2_57c3fe05 000" descr="{&quot;architecture_direction&quot;:null,&quot;architecture_evidence_digest&quot;:null,&quot;architecture_role&quot;:&quot;dec-2&quot;,&quot;architecture_role_graph_digest&quot;:null,&quot;architecture_role_graph_edge_id&quot;:null,&quot;architecture_role_id&quot;:null,&quot;architecture_route_id&quot;:null,&quot;architecture_route_role&quot;:null,&quot;depth&quot;:17.65812715,&quot;endpoint_object_ids&quot;:[],&quot;endpoint_role_ids&quot;:[],&quot;kind&quot;:&quot;edge&quot;,&quot;object_id&quot;:&quot;scene_object_scene_template_unet_dec_2_57c3fe05&quot;,&quot;repeat_count&quot;:1,&quot;source_digest&quot;:&quot;efcd1d0ca6511165b57654c962ad15a541d917ebc40664e6966e79382ae146e1&quot;}"/>
          <p:cNvCxnSpPr/>
          <p:nvPr/>
        </p:nvCxnSpPr>
        <p:spPr>
          <a:xfrm flipV="1">
            <a:off x="3438366" y="2429862"/>
            <a:ext cx="0" cy="551524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NNDV editable arrow scene_object_scene_template_unet_main_3_5b248fa0 000" descr="{&quot;architecture_direction&quot;:null,&quot;architecture_evidence_digest&quot;:null,&quot;architecture_role&quot;:&quot;main-3&quot;,&quot;architecture_role_graph_digest&quot;:null,&quot;architecture_role_graph_edge_id&quot;:null,&quot;architecture_role_id&quot;:null,&quot;architecture_route_id&quot;:null,&quot;architecture_route_role&quot;:null,&quot;depth&quot;:17.122102374999997,&quot;endpoint_object_ids&quot;:[&quot;scene_object_scene_template_unet_dec_2_57c3fe05&quot;,&quot;scene_object_scene_template_unet_dec_1_58eceb1c&quot;],&quot;endpoint_role_ids&quot;:[],&quot;kind&quot;:&quot;arrow&quot;,&quot;object_id&quot;:&quot;scene_object_scene_template_unet_main_3_5b248fa0&quot;,&quot;repeat_count&quot;:1,&quot;source_digest&quot;:&quot;efcd1d0ca6511165b57654c962ad15a541d917ebc40664e6966e79382ae146e1&quot;}"/>
          <p:cNvCxnSpPr/>
          <p:nvPr/>
        </p:nvCxnSpPr>
        <p:spPr>
          <a:xfrm flipV="1">
            <a:off x="4138338" y="2527835"/>
            <a:ext cx="46746" cy="20553"/>
          </a:xfrm>
          <a:prstGeom prst="line">
            <a:avLst/>
          </a:prstGeom>
          <a:ln w="9525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NNDV editable edge scene_object_scene_template_unet_dec_2_57c3fe05 000" descr="{&quot;architecture_direction&quot;:null,&quot;architecture_evidence_digest&quot;:null,&quot;architecture_role&quot;:&quot;dec-2&quot;,&quot;architecture_role_graph_digest&quot;:null,&quot;architecture_role_graph_edge_id&quot;:null,&quot;architecture_role_id&quot;:null,&quot;architecture_route_id&quot;:null,&quot;architecture_route_role&quot;:null,&quot;depth&quot;:16.67755044375,&quot;endpoint_object_ids&quot;:[],&quot;endpoint_role_ids&quot;:[],&quot;kind&quot;:&quot;edge&quot;,&quot;object_id&quot;:&quot;scene_object_scene_template_unet_dec_2_57c3fe05&quot;,&quot;repeat_count&quot;:1,&quot;source_digest&quot;:&quot;efcd1d0ca6511165b57654c962ad15a541d917ebc40664e6966e79382ae146e1&quot;}"/>
          <p:cNvCxnSpPr/>
          <p:nvPr/>
        </p:nvCxnSpPr>
        <p:spPr>
          <a:xfrm flipH="1">
            <a:off x="3848106" y="2411706"/>
            <a:ext cx="335352" cy="17742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NNDV editable edge scene_object_scene_template_unet_dec_2_57c3fe05 000" descr="{&quot;architecture_direction&quot;:null,&quot;architecture_evidence_digest&quot;:null,&quot;architecture_role&quot;:&quot;dec-2&quot;,&quot;architecture_role_graph_digest&quot;:null,&quot;architecture_role_graph_edge_id&quot;:null,&quot;architecture_role_id&quot;:null,&quot;architecture_route_id&quot;:null,&quot;architecture_route_role&quot;:null,&quot;depth&quot;:16.62838755,&quot;endpoint_object_ids&quot;:[],&quot;endpoint_role_ids&quot;:[],&quot;kind&quot;:&quot;edge&quot;,&quot;object_id&quot;:&quot;scene_object_scene_template_unet_dec_2_57c3fe05&quot;,&quot;repeat_count&quot;:1,&quot;source_digest&quot;:&quot;efcd1d0ca6511165b57654c962ad15a541d917ebc40664e6966e79382ae146e1&quot;}"/>
          <p:cNvCxnSpPr/>
          <p:nvPr/>
        </p:nvCxnSpPr>
        <p:spPr>
          <a:xfrm flipV="1">
            <a:off x="3848106" y="2589126"/>
            <a:ext cx="0" cy="551523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NNDV editable edge scene_object_scene_template_unet_dec_2_57c3fe05 000" descr="{&quot;architecture_direction&quot;:null,&quot;architecture_evidence_digest&quot;:null,&quot;architecture_role&quot;:&quot;dec-2&quot;,&quot;architecture_role_graph_digest&quot;:null,&quot;architecture_role_graph_edge_id&quot;:null,&quot;architecture_role_id&quot;:null,&quot;architecture_route_id&quot;:null,&quot;architecture_route_role&quot;:null,&quot;depth&quot;:16.6188529,&quot;endpoint_object_ids&quot;:[],&quot;endpoint_role_ids&quot;:[],&quot;kind&quot;:&quot;edge&quot;,&quot;object_id&quot;:&quot;scene_object_scene_template_unet_dec_2_57c3fe05&quot;,&quot;repeat_count&quot;:1,&quot;source_digest&quot;:&quot;efcd1d0ca6511165b57654c962ad15a541d917ebc40664e6966e79382ae146e1&quot;}"/>
          <p:cNvCxnSpPr/>
          <p:nvPr/>
        </p:nvCxnSpPr>
        <p:spPr>
          <a:xfrm flipH="1" flipV="1">
            <a:off x="3438366" y="2429862"/>
            <a:ext cx="409740" cy="159264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NNDV editable edge scene_object_scene_template_unet_dec_1_58eceb1c 000" descr="{&quot;architecture_direction&quot;:null,&quot;architecture_evidence_digest&quot;:null,&quot;architecture_role&quot;:&quot;dec-1&quot;,&quot;architecture_role_graph_digest&quot;:null,&quot;architecture_role_graph_edge_id&quot;:null,&quot;architecture_role_id&quot;:null,&quot;architecture_route_id&quot;:null,&quot;architecture_route_role&quot;:null,&quot;depth&quot;:16.2374679,&quot;endpoint_object_ids&quot;:[],&quot;endpoint_role_ids&quot;:[],&quot;kind&quot;:&quot;edge&quot;,&quot;object_id&quot;:&quot;scene_object_scene_template_unet_dec_1_58eceb1c&quot;,&quot;repeat_count&quot;:1,&quot;source_digest&quot;:&quot;efcd1d0ca6511165b57654c962ad15a541d917ebc40664e6966e79382ae146e1&quot;}"/>
          <p:cNvCxnSpPr/>
          <p:nvPr/>
        </p:nvCxnSpPr>
        <p:spPr>
          <a:xfrm flipV="1">
            <a:off x="5025295" y="2033179"/>
            <a:ext cx="0" cy="551523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NNDV editable edge scene_object_scene_template_unet_dec_1_58eceb1c 000" descr="{&quot;architecture_direction&quot;:null,&quot;architecture_evidence_digest&quot;:null,&quot;architecture_role&quot;:&quot;dec-1&quot;,&quot;architecture_role_graph_digest&quot;:null,&quot;architecture_role_graph_edge_id&quot;:null,&quot;architecture_role_id&quot;:null,&quot;architecture_route_id&quot;:null,&quot;architecture_route_role&quot;:null,&quot;depth&quot;:16.2279333,&quot;endpoint_object_ids&quot;:[],&quot;endpoint_role_ids&quot;:[],&quot;kind&quot;:&quot;edge&quot;,&quot;object_id&quot;:&quot;scene_object_scene_template_unet_dec_1_58eceb1c&quot;,&quot;repeat_count&quot;:1,&quot;source_digest&quot;:&quot;efcd1d0ca6511165b57654c962ad15a541d917ebc40664e6966e79382ae146e1&quot;}"/>
          <p:cNvCxnSpPr/>
          <p:nvPr/>
        </p:nvCxnSpPr>
        <p:spPr>
          <a:xfrm flipH="1" flipV="1">
            <a:off x="4615555" y="1873915"/>
            <a:ext cx="409740" cy="159264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NNDV editable edge scene_object_scene_template_unet_dec_1_58eceb1c 000" descr="{&quot;architecture_direction&quot;:null,&quot;architecture_evidence_digest&quot;:null,&quot;architecture_role&quot;:&quot;dec-1&quot;,&quot;architecture_role_graph_digest&quot;:null,&quot;architecture_role_graph_edge_id&quot;:null,&quot;architecture_role_id&quot;:null,&quot;architecture_route_id&quot;:null,&quot;architecture_route_role&quot;:null,&quot;depth&quot;:16.0277061,&quot;endpoint_object_ids&quot;:[],&quot;endpoint_role_ids&quot;:[],&quot;kind&quot;:&quot;edge&quot;,&quot;object_id&quot;:&quot;scene_object_scene_template_unet_dec_1_58eceb1c&quot;,&quot;repeat_count&quot;:1,&quot;source_digest&quot;:&quot;efcd1d0ca6511165b57654c962ad15a541d917ebc40664e6966e79382ae146e1&quot;}"/>
          <p:cNvCxnSpPr/>
          <p:nvPr/>
        </p:nvCxnSpPr>
        <p:spPr>
          <a:xfrm flipH="1">
            <a:off x="4596044" y="2584702"/>
            <a:ext cx="429251" cy="227098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NNDV editable edge scene_object_scene_template_unet_dec_1_58eceb1c 000" descr="{&quot;architecture_direction&quot;:null,&quot;architecture_evidence_digest&quot;:null,&quot;architecture_role&quot;:&quot;dec-1&quot;,&quot;architecture_role_graph_digest&quot;:null,&quot;architecture_role_graph_edge_id&quot;:null,&quot;architecture_role_id&quot;:null,&quot;architecture_route_id&quot;:null,&quot;architecture_route_role&quot;:null,&quot;depth&quot;:16.0086369,&quot;endpoint_object_ids&quot;:[],&quot;endpoint_role_ids&quot;:[],&quot;kind&quot;:&quot;edge&quot;,&quot;object_id&quot;:&quot;scene_object_scene_template_unet_dec_1_58eceb1c&quot;,&quot;repeat_count&quot;:1,&quot;source_digest&quot;:&quot;efcd1d0ca6511165b57654c962ad15a541d917ebc40664e6966e79382ae146e1&quot;}"/>
          <p:cNvCxnSpPr/>
          <p:nvPr/>
        </p:nvCxnSpPr>
        <p:spPr>
          <a:xfrm flipH="1">
            <a:off x="4186304" y="1873915"/>
            <a:ext cx="429251" cy="227098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NNDV editable edge scene_object_scene_template_unet_dec_1_58eceb1c 000" descr="{&quot;architecture_direction&quot;:null,&quot;architecture_evidence_digest&quot;:null,&quot;architecture_role&quot;:&quot;dec-1&quot;,&quot;architecture_role_graph_digest&quot;:null,&quot;architecture_role_graph_edge_id&quot;:null,&quot;architecture_role_id&quot;:null,&quot;architecture_route_id&quot;:null,&quot;architecture_route_role&quot;:null,&quot;depth&quot;:15.808409700000002,&quot;endpoint_object_ids&quot;:[],&quot;endpoint_role_ids&quot;:[],&quot;kind&quot;:&quot;edge&quot;,&quot;object_id&quot;:&quot;scene_object_scene_template_unet_dec_1_58eceb1c&quot;,&quot;repeat_count&quot;:1,&quot;source_digest&quot;:&quot;efcd1d0ca6511165b57654c962ad15a541d917ebc40664e6966e79382ae146e1&quot;}"/>
          <p:cNvCxnSpPr/>
          <p:nvPr/>
        </p:nvCxnSpPr>
        <p:spPr>
          <a:xfrm>
            <a:off x="4186304" y="2652536"/>
            <a:ext cx="409740" cy="159264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NNDV editable edge scene_object_scene_template_unet_dec_1_58eceb1c 000" descr="{&quot;architecture_direction&quot;:null,&quot;architecture_evidence_digest&quot;:null,&quot;architecture_role&quot;:&quot;dec-1&quot;,&quot;architecture_role_graph_digest&quot;:null,&quot;architecture_role_graph_edge_id&quot;:null,&quot;architecture_role_id&quot;:null,&quot;architecture_route_id&quot;:null,&quot;architecture_route_role&quot;:null,&quot;depth&quot;:15.7988751,&quot;endpoint_object_ids&quot;:[],&quot;endpoint_role_ids&quot;:[],&quot;kind&quot;:&quot;edge&quot;,&quot;object_id&quot;:&quot;scene_object_scene_template_unet_dec_1_58eceb1c&quot;,&quot;repeat_count&quot;:1,&quot;source_digest&quot;:&quot;efcd1d0ca6511165b57654c962ad15a541d917ebc40664e6966e79382ae146e1&quot;}"/>
          <p:cNvCxnSpPr/>
          <p:nvPr/>
        </p:nvCxnSpPr>
        <p:spPr>
          <a:xfrm flipV="1">
            <a:off x="4186304" y="2101013"/>
            <a:ext cx="0" cy="551523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NNDV editable edge scene_object_scene_template_unet_dec_1_58eceb1c 000" descr="{&quot;architecture_direction&quot;:null,&quot;architecture_evidence_digest&quot;:null,&quot;architecture_role&quot;:&quot;dec-1&quot;,&quot;architecture_role_graph_digest&quot;:null,&quot;architecture_role_graph_edge_id&quot;:null,&quot;architecture_role_id&quot;:null,&quot;architecture_route_id&quot;:null,&quot;architecture_route_role&quot;:null,&quot;depth&quot;:14.9788973,&quot;endpoint_object_ids&quot;:[],&quot;endpoint_role_ids&quot;:[],&quot;kind&quot;:&quot;edge&quot;,&quot;object_id&quot;:&quot;scene_object_scene_template_unet_dec_1_58eceb1c&quot;,&quot;repeat_count&quot;:1,&quot;source_digest&quot;:&quot;efcd1d0ca6511165b57654c962ad15a541d917ebc40664e6966e79382ae146e1&quot;}"/>
          <p:cNvCxnSpPr/>
          <p:nvPr/>
        </p:nvCxnSpPr>
        <p:spPr>
          <a:xfrm flipH="1">
            <a:off x="4596044" y="2033179"/>
            <a:ext cx="429251" cy="227097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NNDV editable edge scene_object_scene_template_unet_dec_1_58eceb1c 000" descr="{&quot;architecture_direction&quot;:null,&quot;architecture_evidence_digest&quot;:null,&quot;architecture_role&quot;:&quot;dec-1&quot;,&quot;architecture_role_graph_digest&quot;:null,&quot;architecture_role_graph_edge_id&quot;:null,&quot;architecture_role_id&quot;:null,&quot;architecture_route_id&quot;:null,&quot;architecture_route_role&quot;:null,&quot;depth&quot;:14.7691355,&quot;endpoint_object_ids&quot;:[],&quot;endpoint_role_ids&quot;:[],&quot;kind&quot;:&quot;edge&quot;,&quot;object_id&quot;:&quot;scene_object_scene_template_unet_dec_1_58eceb1c&quot;,&quot;repeat_count&quot;:1,&quot;source_digest&quot;:&quot;efcd1d0ca6511165b57654c962ad15a541d917ebc40664e6966e79382ae146e1&quot;}"/>
          <p:cNvCxnSpPr/>
          <p:nvPr/>
        </p:nvCxnSpPr>
        <p:spPr>
          <a:xfrm flipV="1">
            <a:off x="4596044" y="2260276"/>
            <a:ext cx="0" cy="551524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NNDV editable edge scene_object_scene_template_unet_dec_1_58eceb1c 000" descr="{&quot;architecture_direction&quot;:null,&quot;architecture_evidence_digest&quot;:null,&quot;architecture_role&quot;:&quot;dec-1&quot;,&quot;architecture_role_graph_digest&quot;:null,&quot;architecture_role_graph_edge_id&quot;:null,&quot;architecture_role_id&quot;:null,&quot;architecture_route_id&quot;:null,&quot;architecture_route_role&quot;:null,&quot;depth&quot;:14.759600899999999,&quot;endpoint_object_ids&quot;:[],&quot;endpoint_role_ids&quot;:[],&quot;kind&quot;:&quot;edge&quot;,&quot;object_id&quot;:&quot;scene_object_scene_template_unet_dec_1_58eceb1c&quot;,&quot;repeat_count&quot;:1,&quot;source_digest&quot;:&quot;efcd1d0ca6511165b57654c962ad15a541d917ebc40664e6966e79382ae146e1&quot;}"/>
          <p:cNvCxnSpPr/>
          <p:nvPr/>
        </p:nvCxnSpPr>
        <p:spPr>
          <a:xfrm flipH="1" flipV="1">
            <a:off x="4186304" y="2101013"/>
            <a:ext cx="409740" cy="159263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NNDV editable label scene_object_scene_template_unet_geometry_legend_120564ac 0067" descr="{&quot;architecture_direction&quot;:null,&quot;architecture_evidence_digest&quot;:null,&quot;architecture_role&quot;:&quot;legend&quot;,&quot;architecture_role_graph_digest&quot;:null,&quot;architecture_role_graph_edge_id&quot;:null,&quot;architecture_role_id&quot;:null,&quot;architecture_route_id&quot;:null,&quot;architecture_route_role&quot;:null,&quot;depth&quot;:23.3598334,&quot;endpoint_object_ids&quot;:[],&quot;endpoint_role_ids&quot;:[],&quot;kind&quot;:&quot;label&quot;,&quot;object_id&quot;:&quot;scene_object_scene_template_unet_geometry_legend_120564ac&quot;,&quot;repeat_count&quot;:1,&quot;source_digest&quot;:&quot;efcd1d0ca6511165b57654c962ad15a541d917ebc40664e6966e79382ae146e1&quot;}"/>
          <p:cNvSpPr txBox="1"/>
          <p:nvPr/>
        </p:nvSpPr>
        <p:spPr>
          <a:xfrm>
            <a:off x="288000" y="3920875"/>
            <a:ext cx="1488185" cy="111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700">
                <a:solidFill>
                  <a:srgbClr val="0F172A"/>
                </a:solidFill>
                <a:latin typeface="Arial"/>
              </a:defRPr>
            </a:pPr>
            <a:r>
              <a:t>Depth/thickness are visual.</a:t>
            </a:r>
          </a:p>
        </p:txBody>
      </p:sp>
      <p:cxnSp>
        <p:nvCxnSpPr>
          <p:cNvPr id="71" name="NNDV editable leader scene_object_scene_template_unet_enc_1_4bb8aef9 000" descr="{&quot;architecture_direction&quot;:null,&quot;architecture_evidence_digest&quot;:null,&quot;architecture_role&quot;:&quot;enc-1&quot;,&quot;architecture_role_graph_digest&quot;:null,&quot;architecture_role_graph_edge_id&quot;:null,&quot;architecture_role_id&quot;:null,&quot;architecture_route_id&quot;:null,&quot;architecture_route_role&quot;:null,&quot;depth&quot;:22.8831021,&quot;endpoint_object_ids&quot;:[],&quot;endpoint_role_ids&quot;:[],&quot;kind&quot;:&quot;leader&quot;,&quot;object_id&quot;:&quot;scene_object_scene_template_unet_enc_1_4bb8aef9&quot;,&quot;repeat_count&quot;:1,&quot;source_digest&quot;:&quot;efcd1d0ca6511165b57654c962ad15a541d917ebc40664e6966e79382ae146e1&quot;}"/>
          <p:cNvCxnSpPr/>
          <p:nvPr/>
        </p:nvCxnSpPr>
        <p:spPr>
          <a:xfrm>
            <a:off x="1874200" y="756359"/>
            <a:ext cx="0" cy="4320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NNDV editable label scene_object_scene_template_unet_enc_1_4bb8aef9 0069" descr="{&quot;architecture_direction&quot;:null,&quot;architecture_evidence_digest&quot;:null,&quot;architecture_role&quot;:&quot;enc-1&quot;,&quot;architecture_role_graph_digest&quot;:null,&quot;architecture_role_graph_edge_id&quot;:null,&quot;architecture_role_id&quot;:null,&quot;architecture_route_id&quot;:null,&quot;architecture_route_role&quot;:null,&quot;depth&quot;:22.8831021,&quot;endpoint_object_ids&quot;:[],&quot;endpoint_role_ids&quot;:[],&quot;kind&quot;:&quot;label&quot;,&quot;object_id&quot;:&quot;scene_object_scene_template_unet_enc_1_4bb8aef9&quot;,&quot;repeat_count&quot;:1,&quot;source_digest&quot;:&quot;efcd1d0ca6511165b57654c962ad15a541d917ebc40664e6966e79382ae146e1&quot;}"/>
          <p:cNvSpPr txBox="1"/>
          <p:nvPr/>
        </p:nvSpPr>
        <p:spPr>
          <a:xfrm>
            <a:off x="1626169" y="645234"/>
            <a:ext cx="496061" cy="111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700">
                <a:solidFill>
                  <a:srgbClr val="0F172A"/>
                </a:solidFill>
                <a:latin typeface="Arial"/>
              </a:defRPr>
            </a:pPr>
            <a:r>
              <a:t>Encoder 1</a:t>
            </a:r>
          </a:p>
        </p:txBody>
      </p:sp>
      <p:cxnSp>
        <p:nvCxnSpPr>
          <p:cNvPr id="73" name="NNDV editable leader scene_object_scene_template_unet_enc_2_82b4b36d 000" descr="{&quot;architecture_direction&quot;:null,&quot;architecture_evidence_digest&quot;:null,&quot;architecture_role&quot;:&quot;enc-2&quot;,&quot;architecture_role_graph_digest&quot;:null,&quot;architecture_role_graph_edge_id&quot;:null,&quot;architecture_role_id&quot;:null,&quot;architecture_route_id&quot;:null,&quot;architecture_route_role&quot;:null,&quot;depth&quot;:21.7675509,&quot;endpoint_object_ids&quot;:[],&quot;endpoint_role_ids&quot;:[],&quot;kind&quot;:&quot;leader&quot;,&quot;object_id&quot;:&quot;scene_object_scene_template_unet_enc_2_82b4b36d&quot;,&quot;repeat_count&quot;:1,&quot;source_digest&quot;:&quot;efcd1d0ca6511165b57654c962ad15a541d917ebc40664e6966e79382ae146e1&quot;}"/>
          <p:cNvCxnSpPr/>
          <p:nvPr/>
        </p:nvCxnSpPr>
        <p:spPr>
          <a:xfrm>
            <a:off x="1834659" y="2070045"/>
            <a:ext cx="43200" cy="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NNDV editable label scene_object_scene_template_unet_enc_2_82b4b36d 0071" descr="{&quot;architecture_direction&quot;:null,&quot;architecture_evidence_digest&quot;:null,&quot;architecture_role&quot;:&quot;enc-2&quot;,&quot;architecture_role_graph_digest&quot;:null,&quot;architecture_role_graph_edge_id&quot;:null,&quot;architecture_role_id&quot;:null,&quot;architecture_route_id&quot;:null,&quot;architecture_route_role&quot;:null,&quot;depth&quot;:21.7675509,&quot;endpoint_object_ids&quot;:[],&quot;endpoint_role_ids&quot;:[],&quot;kind&quot;:&quot;label&quot;,&quot;object_id&quot;:&quot;scene_object_scene_template_unet_enc_2_82b4b36d&quot;,&quot;repeat_count&quot;:1,&quot;source_digest&quot;:&quot;efcd1d0ca6511165b57654c962ad15a541d917ebc40664e6966e79382ae146e1&quot;}"/>
          <p:cNvSpPr txBox="1"/>
          <p:nvPr/>
        </p:nvSpPr>
        <p:spPr>
          <a:xfrm>
            <a:off x="1338597" y="2014483"/>
            <a:ext cx="496061" cy="111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700">
                <a:solidFill>
                  <a:srgbClr val="0F172A"/>
                </a:solidFill>
                <a:latin typeface="Arial"/>
              </a:defRPr>
            </a:pPr>
            <a:r>
              <a:t>Encoder 2</a:t>
            </a:r>
          </a:p>
        </p:txBody>
      </p:sp>
      <p:cxnSp>
        <p:nvCxnSpPr>
          <p:cNvPr id="75" name="NNDV editable leader scene_object_scene_template_unet_bottleneck_bb972d42 000" descr="{&quot;architecture_direction&quot;:null,&quot;architecture_evidence_digest&quot;:null,&quot;architecture_role&quot;:&quot;bottleneck&quot;,&quot;architecture_role_graph_digest&quot;:null,&quot;architecture_role_graph_edge_id&quot;:null,&quot;architecture_role_id&quot;:null,&quot;architecture_route_id&quot;:null,&quot;architecture_route_role&quot;:null,&quot;depth&quot;:20.3468917,&quot;endpoint_object_ids&quot;:[],&quot;endpoint_role_ids&quot;:[],&quot;kind&quot;:&quot;leader&quot;,&quot;object_id&quot;:&quot;scene_object_scene_template_unet_bottleneck_bb972d42&quot;,&quot;repeat_count&quot;:1,&quot;source_digest&quot;:&quot;efcd1d0ca6511165b57654c962ad15a541d917ebc40664e6966e79382ae146e1&quot;}"/>
          <p:cNvCxnSpPr/>
          <p:nvPr/>
        </p:nvCxnSpPr>
        <p:spPr>
          <a:xfrm flipV="1">
            <a:off x="2888794" y="3520439"/>
            <a:ext cx="0" cy="43201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NNDV editable label scene_object_scene_template_unet_bottleneck_bb972d42 0073" descr="{&quot;architecture_direction&quot;:null,&quot;architecture_evidence_digest&quot;:null,&quot;architecture_role&quot;:&quot;bottleneck&quot;,&quot;architecture_role_graph_digest&quot;:null,&quot;architecture_role_graph_edge_id&quot;:null,&quot;architecture_role_id&quot;:null,&quot;architecture_route_id&quot;:null,&quot;architecture_route_role&quot;:null,&quot;depth&quot;:20.3468917,&quot;endpoint_object_ids&quot;:[],&quot;endpoint_role_ids&quot;:[],&quot;kind&quot;:&quot;label&quot;,&quot;object_id&quot;:&quot;scene_object_scene_template_unet_bottleneck_bb972d42&quot;,&quot;repeat_count&quot;:1,&quot;source_digest&quot;:&quot;efcd1d0ca6511165b57654c962ad15a541d917ebc40664e6966e79382ae146e1&quot;}"/>
          <p:cNvSpPr txBox="1"/>
          <p:nvPr/>
        </p:nvSpPr>
        <p:spPr>
          <a:xfrm>
            <a:off x="2613204" y="3563640"/>
            <a:ext cx="551179" cy="111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700">
                <a:solidFill>
                  <a:srgbClr val="0F172A"/>
                </a:solidFill>
                <a:latin typeface="Arial"/>
              </a:defRPr>
            </a:pPr>
            <a:r>
              <a:t>Bottleneck</a:t>
            </a:r>
          </a:p>
        </p:txBody>
      </p:sp>
      <p:cxnSp>
        <p:nvCxnSpPr>
          <p:cNvPr id="77" name="NNDV editable leader scene_object_scene_template_unet_dec_2_57c3fe05 000" descr="{&quot;architecture_direction&quot;:null,&quot;architecture_evidence_digest&quot;:null,&quot;architecture_role&quot;:&quot;dec-2&quot;,&quot;architecture_role_graph_digest&quot;:null,&quot;architecture_role_graph_edge_id&quot;:null,&quot;architecture_role_id&quot;:null,&quot;architecture_route_id&quot;:null,&quot;architecture_route_role&quot;:null,&quot;depth&quot;:17.8774235,&quot;endpoint_object_ids&quot;:[],&quot;endpoint_role_ids&quot;:[],&quot;kind&quot;:&quot;leader&quot;,&quot;object_id&quot;:&quot;scene_object_scene_template_unet_dec_2_57c3fe05&quot;,&quot;repeat_count&quot;:1,&quot;source_digest&quot;:&quot;efcd1d0ca6511165b57654c962ad15a541d917ebc40664e6966e79382ae146e1&quot;}"/>
          <p:cNvCxnSpPr/>
          <p:nvPr/>
        </p:nvCxnSpPr>
        <p:spPr>
          <a:xfrm flipV="1">
            <a:off x="3857861" y="3153249"/>
            <a:ext cx="0" cy="4320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NNDV editable label scene_object_scene_template_unet_dec_2_57c3fe05 0075" descr="{&quot;architecture_direction&quot;:null,&quot;architecture_evidence_digest&quot;:null,&quot;architecture_role&quot;:&quot;dec-2&quot;,&quot;architecture_role_graph_digest&quot;:null,&quot;architecture_role_graph_edge_id&quot;:null,&quot;architecture_role_id&quot;:null,&quot;architecture_route_id&quot;:null,&quot;architecture_route_role&quot;:null,&quot;depth&quot;:17.8774235,&quot;endpoint_object_ids&quot;:[],&quot;endpoint_role_ids&quot;:[],&quot;kind&quot;:&quot;label&quot;,&quot;object_id&quot;:&quot;scene_object_scene_template_unet_dec_2_57c3fe05&quot;,&quot;repeat_count&quot;:1,&quot;source_digest&quot;:&quot;efcd1d0ca6511165b57654c962ad15a541d917ebc40664e6966e79382ae146e1&quot;}"/>
          <p:cNvSpPr txBox="1"/>
          <p:nvPr/>
        </p:nvSpPr>
        <p:spPr>
          <a:xfrm>
            <a:off x="3609830" y="3196449"/>
            <a:ext cx="496061" cy="111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700">
                <a:solidFill>
                  <a:srgbClr val="0F172A"/>
                </a:solidFill>
                <a:latin typeface="Arial"/>
              </a:defRPr>
            </a:pPr>
            <a:r>
              <a:t>Decoder 2</a:t>
            </a:r>
          </a:p>
        </p:txBody>
      </p:sp>
      <p:cxnSp>
        <p:nvCxnSpPr>
          <p:cNvPr id="79" name="NNDV editable leader scene_object_scene_template_unet_dec_1_58eceb1c 000" descr="{&quot;architecture_direction&quot;:null,&quot;architecture_evidence_digest&quot;:null,&quot;architecture_role&quot;:&quot;dec-1&quot;,&quot;architecture_role_graph_digest&quot;:null,&quot;architecture_role_graph_edge_id&quot;:null,&quot;architecture_role_id&quot;:null,&quot;architecture_route_id&quot;:null,&quot;architecture_route_role&quot;:null,&quot;depth&quot;:16.0181715,&quot;endpoint_object_ids&quot;:[],&quot;endpoint_role_ids&quot;:[],&quot;kind&quot;:&quot;leader&quot;,&quot;object_id&quot;:&quot;scene_object_scene_template_unet_dec_1_58eceb1c&quot;,&quot;repeat_count&quot;:1,&quot;source_digest&quot;:&quot;efcd1d0ca6511165b57654c962ad15a541d917ebc40664e6966e79382ae146e1&quot;}"/>
          <p:cNvCxnSpPr/>
          <p:nvPr/>
        </p:nvCxnSpPr>
        <p:spPr>
          <a:xfrm>
            <a:off x="4605799" y="1818115"/>
            <a:ext cx="0" cy="4320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NNDV editable label scene_object_scene_template_unet_dec_1_58eceb1c 0077" descr="{&quot;architecture_direction&quot;:null,&quot;architecture_evidence_digest&quot;:null,&quot;architecture_role&quot;:&quot;dec-1&quot;,&quot;architecture_role_graph_digest&quot;:null,&quot;architecture_role_graph_edge_id&quot;:null,&quot;architecture_role_id&quot;:null,&quot;architecture_route_id&quot;:null,&quot;architecture_route_role&quot;:null,&quot;depth&quot;:16.0181715,&quot;endpoint_object_ids&quot;:[],&quot;endpoint_role_ids&quot;:[],&quot;kind&quot;:&quot;label&quot;,&quot;object_id&quot;:&quot;scene_object_scene_template_unet_dec_1_58eceb1c&quot;,&quot;repeat_count&quot;:1,&quot;source_digest&quot;:&quot;efcd1d0ca6511165b57654c962ad15a541d917ebc40664e6966e79382ae146e1&quot;}"/>
          <p:cNvSpPr txBox="1"/>
          <p:nvPr/>
        </p:nvSpPr>
        <p:spPr>
          <a:xfrm>
            <a:off x="4357768" y="1706990"/>
            <a:ext cx="496061" cy="111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700">
                <a:solidFill>
                  <a:srgbClr val="0F172A"/>
                </a:solidFill>
                <a:latin typeface="Arial"/>
              </a:defRPr>
            </a:pPr>
            <a:r>
              <a:t>Decoder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NN_DaVinci Scene scene_unet_editable_3d_template_ca99299d</dc:title>
  <dc:subject>Editable deterministic CPU projection of Scene IR 1.0</dc:subject>
  <dc:creator/>
  <cp:keywords/>
  <dc:description>NN_DaVinci 0.7.3;nndv-scene-export-1;camera=scene_camera_unet_editable_3d_template_camera_isometric_8e3e8925;digest=efcd1d0ca6511165b57654c962ad15a541d917ebc40664e6966e79382ae146e1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