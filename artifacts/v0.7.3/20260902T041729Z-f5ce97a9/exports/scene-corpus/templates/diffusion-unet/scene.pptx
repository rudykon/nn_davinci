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scene_template_diffusion_unet_noisy_latent_1f256134 0000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3.03565615,&quot;endpoint_object_ids&quot;:[],&quot;endpoint_role_ids&quot;:[],&quot;kind&quot;:&quot;face&quot;,&quot;object_id&quot;:&quot;scene_object_scene_template_diffusion_unet_noisy_latent_1f256134&quot;,&quot;repeat_count&quot;:1,&quot;source_digest&quot;:&quot;fec14eebe89d70f03bbbdb5d4b0061d9f33f7693f5f92298dd2a972fb21820cc&quot;}"/>
          <p:cNvSpPr/>
          <p:nvPr/>
        </p:nvSpPr>
        <p:spPr>
          <a:xfrm>
            <a:off x="1699067" y="963398"/>
            <a:ext cx="444678" cy="806604"/>
          </a:xfrm>
          <a:custGeom>
            <a:avLst/>
            <a:gdLst/>
            <a:ahLst/>
            <a:cxnLst/>
            <a:rect l="l" t="t" r="r" b="b"/>
            <a:pathLst>
              <a:path w="444678" h="806604">
                <a:moveTo>
                  <a:pt x="444678" y="571344"/>
                </a:moveTo>
                <a:lnTo>
                  <a:pt x="444678" y="0"/>
                </a:lnTo>
                <a:lnTo>
                  <a:pt x="0" y="235259"/>
                </a:lnTo>
                <a:lnTo>
                  <a:pt x="0" y="806604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scene_template_diffusion_unet_noisy_latent_1f256134 0001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2.9784484,&quot;endpoint_object_ids&quot;:[],&quot;endpoint_role_ids&quot;:[],&quot;kind&quot;:&quot;face&quot;,&quot;object_id&quot;:&quot;scene_object_scene_template_diffusion_unet_noisy_latent_1f256134&quot;,&quot;repeat_count&quot;:1,&quot;source_digest&quot;:&quot;fec14eebe89d70f03bbbdb5d4b0061d9f33f7693f5f92298dd2a972fb21820cc&quot;}"/>
          <p:cNvSpPr/>
          <p:nvPr/>
        </p:nvSpPr>
        <p:spPr>
          <a:xfrm>
            <a:off x="1309974" y="812160"/>
            <a:ext cx="833771" cy="386497"/>
          </a:xfrm>
          <a:custGeom>
            <a:avLst/>
            <a:gdLst/>
            <a:ahLst/>
            <a:cxnLst/>
            <a:rect l="l" t="t" r="r" b="b"/>
            <a:pathLst>
              <a:path w="833771" h="386497">
                <a:moveTo>
                  <a:pt x="444678" y="0"/>
                </a:moveTo>
                <a:lnTo>
                  <a:pt x="0" y="235259"/>
                </a:lnTo>
                <a:lnTo>
                  <a:pt x="389093" y="386497"/>
                </a:lnTo>
                <a:lnTo>
                  <a:pt x="833771" y="151238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scene_template_diffusion_unet_noisy_latent_1f256134 0002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2.74961735,&quot;endpoint_object_ids&quot;:[],&quot;endpoint_role_ids&quot;:[],&quot;kind&quot;:&quot;face&quot;,&quot;object_id&quot;:&quot;scene_object_scene_template_diffusion_unet_noisy_latent_1f256134&quot;,&quot;repeat_count&quot;:1,&quot;source_digest&quot;:&quot;fec14eebe89d70f03bbbdb5d4b0061d9f33f7693f5f92298dd2a972fb21820cc&quot;}"/>
          <p:cNvSpPr/>
          <p:nvPr/>
        </p:nvSpPr>
        <p:spPr>
          <a:xfrm>
            <a:off x="1309974" y="1047419"/>
            <a:ext cx="389093" cy="722583"/>
          </a:xfrm>
          <a:custGeom>
            <a:avLst/>
            <a:gdLst/>
            <a:ahLst/>
            <a:cxnLst/>
            <a:rect l="l" t="t" r="r" b="b"/>
            <a:pathLst>
              <a:path w="389093" h="722583">
                <a:moveTo>
                  <a:pt x="0" y="571344"/>
                </a:moveTo>
                <a:lnTo>
                  <a:pt x="389093" y="722583"/>
                </a:lnTo>
                <a:lnTo>
                  <a:pt x="389093" y="151238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scene_template_diffusion_unet_encoder_be6c2383 0003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1.6149969,&quot;endpoint_object_ids&quot;:[],&quot;endpoint_role_ids&quot;:[],&quot;kind&quot;:&quot;face&quot;,&quot;object_id&quot;:&quot;scene_object_scene_template_diffusion_unet_encoder_be6c2383&quot;,&quot;repeat_count&quot;:1,&quot;source_digest&quot;:&quot;fec14eebe89d70f03bbbdb5d4b0061d9f33f7693f5f92298dd2a972fb21820cc&quot;}"/>
          <p:cNvSpPr/>
          <p:nvPr/>
        </p:nvSpPr>
        <p:spPr>
          <a:xfrm>
            <a:off x="1839573" y="1656573"/>
            <a:ext cx="861564" cy="392099"/>
          </a:xfrm>
          <a:custGeom>
            <a:avLst/>
            <a:gdLst/>
            <a:ahLst/>
            <a:cxnLst/>
            <a:rect l="l" t="t" r="r" b="b"/>
            <a:pathLst>
              <a:path w="861564" h="392099">
                <a:moveTo>
                  <a:pt x="407622" y="0"/>
                </a:moveTo>
                <a:lnTo>
                  <a:pt x="0" y="215654"/>
                </a:lnTo>
                <a:lnTo>
                  <a:pt x="453942" y="392099"/>
                </a:lnTo>
                <a:lnTo>
                  <a:pt x="861564" y="176445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scene_template_diffusion_unet_encoder_be6c2383 0004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1.5387199,&quot;endpoint_object_ids&quot;:[],&quot;endpoint_role_ids&quot;:[],&quot;kind&quot;:&quot;face&quot;,&quot;object_id&quot;:&quot;scene_object_scene_template_diffusion_unet_encoder_be6c2383&quot;,&quot;repeat_count&quot;:1,&quot;source_digest&quot;:&quot;fec14eebe89d70f03bbbdb5d4b0061d9f33f7693f5f92298dd2a972fb21820cc&quot;}"/>
          <p:cNvSpPr/>
          <p:nvPr/>
        </p:nvSpPr>
        <p:spPr>
          <a:xfrm>
            <a:off x="2293515" y="1833018"/>
            <a:ext cx="407622" cy="739386"/>
          </a:xfrm>
          <a:custGeom>
            <a:avLst/>
            <a:gdLst/>
            <a:ahLst/>
            <a:cxnLst/>
            <a:rect l="l" t="t" r="r" b="b"/>
            <a:pathLst>
              <a:path w="407622" h="739386">
                <a:moveTo>
                  <a:pt x="407622" y="523732"/>
                </a:moveTo>
                <a:lnTo>
                  <a:pt x="407622" y="0"/>
                </a:lnTo>
                <a:lnTo>
                  <a:pt x="0" y="215654"/>
                </a:lnTo>
                <a:lnTo>
                  <a:pt x="0" y="739386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scene_template_diffusion_unet_encoder_be6c2383 0005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1.405235125,&quot;endpoint_object_ids&quot;:[],&quot;endpoint_role_ids&quot;:[],&quot;kind&quot;:&quot;face&quot;,&quot;object_id&quot;:&quot;scene_object_scene_template_diffusion_unet_encoder_be6c2383&quot;,&quot;repeat_count&quot;:1,&quot;source_digest&quot;:&quot;fec14eebe89d70f03bbbdb5d4b0061d9f33f7693f5f92298dd2a972fb21820cc&quot;}"/>
          <p:cNvSpPr/>
          <p:nvPr/>
        </p:nvSpPr>
        <p:spPr>
          <a:xfrm>
            <a:off x="1839573" y="1872227"/>
            <a:ext cx="453942" cy="700177"/>
          </a:xfrm>
          <a:custGeom>
            <a:avLst/>
            <a:gdLst/>
            <a:ahLst/>
            <a:cxnLst/>
            <a:rect l="l" t="t" r="r" b="b"/>
            <a:pathLst>
              <a:path w="453942" h="700177">
                <a:moveTo>
                  <a:pt x="0" y="523733"/>
                </a:moveTo>
                <a:lnTo>
                  <a:pt x="453942" y="700177"/>
                </a:lnTo>
                <a:lnTo>
                  <a:pt x="453942" y="176445"/>
                </a:lnTo>
                <a:lnTo>
                  <a:pt x="0" y="0"/>
                </a:lnTo>
                <a:close/>
              </a:path>
            </a:pathLst>
          </a:custGeom>
          <a:solidFill>
            <a:srgbClr val="93C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scene_template_diffusion_unet_bottleneck_0cf844e1 0006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9178335,&quot;endpoint_object_ids&quot;:[],&quot;endpoint_role_ids&quot;:[],&quot;kind&quot;:&quot;face&quot;,&quot;object_id&quot;:&quot;scene_object_scene_template_diffusion_unet_bottleneck_0cf844e1&quot;,&quot;repeat_count&quot;:1,&quot;source_digest&quot;:&quot;fec14eebe89d70f03bbbdb5d4b0061d9f33f7693f5f92298dd2a972fb21820cc&quot;}"/>
          <p:cNvSpPr/>
          <p:nvPr/>
        </p:nvSpPr>
        <p:spPr>
          <a:xfrm>
            <a:off x="2483430" y="2650824"/>
            <a:ext cx="846123" cy="380896"/>
          </a:xfrm>
          <a:custGeom>
            <a:avLst/>
            <a:gdLst/>
            <a:ahLst/>
            <a:cxnLst/>
            <a:rect l="l" t="t" r="r" b="b"/>
            <a:pathLst>
              <a:path w="846123" h="380896">
                <a:moveTo>
                  <a:pt x="370565" y="0"/>
                </a:moveTo>
                <a:lnTo>
                  <a:pt x="0" y="196049"/>
                </a:lnTo>
                <a:lnTo>
                  <a:pt x="475558" y="380896"/>
                </a:lnTo>
                <a:lnTo>
                  <a:pt x="846123" y="184846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scene_template_diffusion_unet_bottleneck_0cf844e1 0007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7652795,&quot;endpoint_object_ids&quot;:[],&quot;endpoint_role_ids&quot;:[],&quot;kind&quot;:&quot;face&quot;,&quot;object_id&quot;:&quot;scene_object_scene_template_diffusion_unet_bottleneck_0cf844e1&quot;,&quot;repeat_count&quot;:1,&quot;source_digest&quot;:&quot;fec14eebe89d70f03bbbdb5d4b0061d9f33f7693f5f92298dd2a972fb21820cc&quot;}"/>
          <p:cNvSpPr/>
          <p:nvPr/>
        </p:nvSpPr>
        <p:spPr>
          <a:xfrm>
            <a:off x="2958988" y="2835670"/>
            <a:ext cx="370565" cy="672170"/>
          </a:xfrm>
          <a:custGeom>
            <a:avLst/>
            <a:gdLst/>
            <a:ahLst/>
            <a:cxnLst/>
            <a:rect l="l" t="t" r="r" b="b"/>
            <a:pathLst>
              <a:path w="370565" h="672170">
                <a:moveTo>
                  <a:pt x="370565" y="476121"/>
                </a:moveTo>
                <a:lnTo>
                  <a:pt x="370565" y="0"/>
                </a:lnTo>
                <a:lnTo>
                  <a:pt x="0" y="196050"/>
                </a:lnTo>
                <a:lnTo>
                  <a:pt x="0" y="672170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scene_template_diffusion_unet_bottleneck_0cf844e1 0008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727141,&quot;endpoint_object_ids&quot;:[],&quot;endpoint_role_ids&quot;:[],&quot;kind&quot;:&quot;face&quot;,&quot;object_id&quot;:&quot;scene_object_scene_template_diffusion_unet_bottleneck_0cf844e1&quot;,&quot;repeat_count&quot;:1,&quot;source_digest&quot;:&quot;fec14eebe89d70f03bbbdb5d4b0061d9f33f7693f5f92298dd2a972fb21820cc&quot;}"/>
          <p:cNvSpPr/>
          <p:nvPr/>
        </p:nvSpPr>
        <p:spPr>
          <a:xfrm>
            <a:off x="2483430" y="2846873"/>
            <a:ext cx="475558" cy="660967"/>
          </a:xfrm>
          <a:custGeom>
            <a:avLst/>
            <a:gdLst/>
            <a:ahLst/>
            <a:cxnLst/>
            <a:rect l="l" t="t" r="r" b="b"/>
            <a:pathLst>
              <a:path w="475558" h="660967">
                <a:moveTo>
                  <a:pt x="0" y="476120"/>
                </a:moveTo>
                <a:lnTo>
                  <a:pt x="475558" y="660967"/>
                </a:lnTo>
                <a:lnTo>
                  <a:pt x="475558" y="184847"/>
                </a:lnTo>
                <a:lnTo>
                  <a:pt x="0" y="0"/>
                </a:lnTo>
                <a:close/>
              </a:path>
            </a:pathLst>
          </a:custGeom>
          <a:solidFill>
            <a:srgbClr val="C4B5FD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scene_template_diffusion_unet_decoder_271a11ff 0009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7.2672075,&quot;endpoint_object_ids&quot;:[],&quot;endpoint_role_ids&quot;:[],&quot;kind&quot;:&quot;face&quot;,&quot;object_id&quot;:&quot;scene_object_scene_template_diffusion_unet_decoder_271a11ff&quot;,&quot;repeat_count&quot;:1,&quot;source_digest&quot;:&quot;fec14eebe89d70f03bbbdb5d4b0061d9f33f7693f5f92298dd2a972fb21820cc&quot;}"/>
          <p:cNvSpPr/>
          <p:nvPr/>
        </p:nvSpPr>
        <p:spPr>
          <a:xfrm>
            <a:off x="3482411" y="2295134"/>
            <a:ext cx="861564" cy="392099"/>
          </a:xfrm>
          <a:custGeom>
            <a:avLst/>
            <a:gdLst/>
            <a:ahLst/>
            <a:cxnLst/>
            <a:rect l="l" t="t" r="r" b="b"/>
            <a:pathLst>
              <a:path w="861564" h="392099">
                <a:moveTo>
                  <a:pt x="407622" y="0"/>
                </a:moveTo>
                <a:lnTo>
                  <a:pt x="0" y="215654"/>
                </a:lnTo>
                <a:lnTo>
                  <a:pt x="453942" y="392099"/>
                </a:lnTo>
                <a:lnTo>
                  <a:pt x="861564" y="176445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scene_template_diffusion_unet_decoder_271a11ff 0010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7.1909305,&quot;endpoint_object_ids&quot;:[],&quot;endpoint_role_ids&quot;:[],&quot;kind&quot;:&quot;face&quot;,&quot;object_id&quot;:&quot;scene_object_scene_template_diffusion_unet_decoder_271a11ff&quot;,&quot;repeat_count&quot;:1,&quot;source_digest&quot;:&quot;fec14eebe89d70f03bbbdb5d4b0061d9f33f7693f5f92298dd2a972fb21820cc&quot;}"/>
          <p:cNvSpPr/>
          <p:nvPr/>
        </p:nvSpPr>
        <p:spPr>
          <a:xfrm>
            <a:off x="3936353" y="2471579"/>
            <a:ext cx="407622" cy="739386"/>
          </a:xfrm>
          <a:custGeom>
            <a:avLst/>
            <a:gdLst/>
            <a:ahLst/>
            <a:cxnLst/>
            <a:rect l="l" t="t" r="r" b="b"/>
            <a:pathLst>
              <a:path w="407622" h="739386">
                <a:moveTo>
                  <a:pt x="407622" y="523732"/>
                </a:moveTo>
                <a:lnTo>
                  <a:pt x="407622" y="0"/>
                </a:lnTo>
                <a:lnTo>
                  <a:pt x="0" y="215654"/>
                </a:lnTo>
                <a:lnTo>
                  <a:pt x="0" y="739386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scene_template_diffusion_unet_decoder_271a11ff 0011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7.057445725,&quot;endpoint_object_ids&quot;:[],&quot;endpoint_role_ids&quot;:[],&quot;kind&quot;:&quot;face&quot;,&quot;object_id&quot;:&quot;scene_object_scene_template_diffusion_unet_decoder_271a11ff&quot;,&quot;repeat_count&quot;:1,&quot;source_digest&quot;:&quot;fec14eebe89d70f03bbbdb5d4b0061d9f33f7693f5f92298dd2a972fb21820cc&quot;}"/>
          <p:cNvSpPr/>
          <p:nvPr/>
        </p:nvSpPr>
        <p:spPr>
          <a:xfrm>
            <a:off x="3482411" y="2510788"/>
            <a:ext cx="453942" cy="700177"/>
          </a:xfrm>
          <a:custGeom>
            <a:avLst/>
            <a:gdLst/>
            <a:ahLst/>
            <a:cxnLst/>
            <a:rect l="l" t="t" r="r" b="b"/>
            <a:pathLst>
              <a:path w="453942" h="700177">
                <a:moveTo>
                  <a:pt x="0" y="523733"/>
                </a:moveTo>
                <a:lnTo>
                  <a:pt x="453942" y="700177"/>
                </a:lnTo>
                <a:lnTo>
                  <a:pt x="453942" y="176445"/>
                </a:lnTo>
                <a:lnTo>
                  <a:pt x="0" y="0"/>
                </a:lnTo>
                <a:close/>
              </a:path>
            </a:pathLst>
          </a:custGeom>
          <a:solidFill>
            <a:srgbClr val="A7F3D0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scene_template_diffusion_unet_timestep_2d5d3a0f 0012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5.97049835,&quot;endpoint_object_ids&quot;:[],&quot;endpoint_role_ids&quot;:[],&quot;kind&quot;:&quot;face&quot;,&quot;object_id&quot;:&quot;scene_object_scene_template_diffusion_unet_timestep_2d5d3a0f&quot;,&quot;repeat_count&quot;:1,&quot;source_digest&quot;:&quot;fec14eebe89d70f03bbbdb5d4b0061d9f33f7693f5f92298dd2a972fb21820cc&quot;}"/>
          <p:cNvSpPr/>
          <p:nvPr/>
        </p:nvSpPr>
        <p:spPr>
          <a:xfrm>
            <a:off x="2112865" y="1648171"/>
            <a:ext cx="772010" cy="341686"/>
          </a:xfrm>
          <a:custGeom>
            <a:avLst/>
            <a:gdLst/>
            <a:ahLst/>
            <a:cxnLst/>
            <a:rect l="l" t="t" r="r" b="b"/>
            <a:pathLst>
              <a:path w="772010" h="341686">
                <a:moveTo>
                  <a:pt x="296452" y="0"/>
                </a:moveTo>
                <a:lnTo>
                  <a:pt x="0" y="156839"/>
                </a:lnTo>
                <a:lnTo>
                  <a:pt x="475558" y="341686"/>
                </a:lnTo>
                <a:lnTo>
                  <a:pt x="772010" y="184847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scene_template_diffusion_unet_timestep_2d5d3a0f 0013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5.7702712,&quot;endpoint_object_ids&quot;:[],&quot;endpoint_role_ids&quot;:[],&quot;kind&quot;:&quot;face&quot;,&quot;object_id&quot;:&quot;scene_object_scene_template_diffusion_unet_timestep_2d5d3a0f&quot;,&quot;repeat_count&quot;:1,&quot;source_digest&quot;:&quot;fec14eebe89d70f03bbbdb5d4b0061d9f33f7693f5f92298dd2a972fb21820cc&quot;}"/>
          <p:cNvSpPr/>
          <p:nvPr/>
        </p:nvSpPr>
        <p:spPr>
          <a:xfrm>
            <a:off x="2112865" y="1805010"/>
            <a:ext cx="475558" cy="518131"/>
          </a:xfrm>
          <a:custGeom>
            <a:avLst/>
            <a:gdLst/>
            <a:ahLst/>
            <a:cxnLst/>
            <a:rect l="l" t="t" r="r" b="b"/>
            <a:pathLst>
              <a:path w="475558" h="518131">
                <a:moveTo>
                  <a:pt x="0" y="333285"/>
                </a:moveTo>
                <a:lnTo>
                  <a:pt x="475558" y="518131"/>
                </a:lnTo>
                <a:lnTo>
                  <a:pt x="475558" y="184847"/>
                </a:lnTo>
                <a:lnTo>
                  <a:pt x="0" y="0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scene_template_diffusion_unet_timestep_2d5d3a0f 0014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5.67492495,&quot;endpoint_object_ids&quot;:[],&quot;endpoint_role_ids&quot;:[],&quot;kind&quot;:&quot;face&quot;,&quot;object_id&quot;:&quot;scene_object_scene_template_diffusion_unet_timestep_2d5d3a0f&quot;,&quot;repeat_count&quot;:1,&quot;source_digest&quot;:&quot;fec14eebe89d70f03bbbdb5d4b0061d9f33f7693f5f92298dd2a972fb21820cc&quot;}"/>
          <p:cNvSpPr/>
          <p:nvPr/>
        </p:nvSpPr>
        <p:spPr>
          <a:xfrm>
            <a:off x="2588423" y="1833018"/>
            <a:ext cx="296452" cy="490123"/>
          </a:xfrm>
          <a:custGeom>
            <a:avLst/>
            <a:gdLst/>
            <a:ahLst/>
            <a:cxnLst/>
            <a:rect l="l" t="t" r="r" b="b"/>
            <a:pathLst>
              <a:path w="296452" h="490123">
                <a:moveTo>
                  <a:pt x="296452" y="333284"/>
                </a:moveTo>
                <a:lnTo>
                  <a:pt x="296452" y="0"/>
                </a:lnTo>
                <a:lnTo>
                  <a:pt x="0" y="156839"/>
                </a:lnTo>
                <a:lnTo>
                  <a:pt x="0" y="490123"/>
                </a:lnTo>
                <a:close/>
              </a:path>
            </a:pathLst>
          </a:custGeom>
          <a:solidFill>
            <a:srgbClr val="FBBF24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NDV editable face scene_object_scene_template_diffusion_unet_denoised_1ef60736 0015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5.0265704,&quot;endpoint_object_ids&quot;:[],&quot;endpoint_role_ids&quot;:[],&quot;kind&quot;:&quot;face&quot;,&quot;object_id&quot;:&quot;scene_object_scene_template_diffusion_unet_denoised_1ef60736&quot;,&quot;repeat_count&quot;:1,&quot;source_digest&quot;:&quot;fec14eebe89d70f03bbbdb5d4b0061d9f33f7693f5f92298dd2a972fb21820cc&quot;}"/>
          <p:cNvSpPr/>
          <p:nvPr/>
        </p:nvSpPr>
        <p:spPr>
          <a:xfrm>
            <a:off x="4725348" y="2139695"/>
            <a:ext cx="444678" cy="806603"/>
          </a:xfrm>
          <a:custGeom>
            <a:avLst/>
            <a:gdLst/>
            <a:ahLst/>
            <a:cxnLst/>
            <a:rect l="l" t="t" r="r" b="b"/>
            <a:pathLst>
              <a:path w="444678" h="806603">
                <a:moveTo>
                  <a:pt x="444678" y="571344"/>
                </a:moveTo>
                <a:lnTo>
                  <a:pt x="444678" y="0"/>
                </a:lnTo>
                <a:lnTo>
                  <a:pt x="0" y="235259"/>
                </a:lnTo>
                <a:lnTo>
                  <a:pt x="0" y="806603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NDV editable face scene_object_scene_template_diffusion_unet_denoised_1ef60736 0016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4.96936265,&quot;endpoint_object_ids&quot;:[],&quot;endpoint_role_ids&quot;:[],&quot;kind&quot;:&quot;face&quot;,&quot;object_id&quot;:&quot;scene_object_scene_template_diffusion_unet_denoised_1ef60736&quot;,&quot;repeat_count&quot;:1,&quot;source_digest&quot;:&quot;fec14eebe89d70f03bbbdb5d4b0061d9f33f7693f5f92298dd2a972fb21820cc&quot;}"/>
          <p:cNvSpPr/>
          <p:nvPr/>
        </p:nvSpPr>
        <p:spPr>
          <a:xfrm>
            <a:off x="4336255" y="1988457"/>
            <a:ext cx="833771" cy="386497"/>
          </a:xfrm>
          <a:custGeom>
            <a:avLst/>
            <a:gdLst/>
            <a:ahLst/>
            <a:cxnLst/>
            <a:rect l="l" t="t" r="r" b="b"/>
            <a:pathLst>
              <a:path w="833771" h="386497">
                <a:moveTo>
                  <a:pt x="444678" y="0"/>
                </a:moveTo>
                <a:lnTo>
                  <a:pt x="0" y="235259"/>
                </a:lnTo>
                <a:lnTo>
                  <a:pt x="389093" y="386497"/>
                </a:lnTo>
                <a:lnTo>
                  <a:pt x="833771" y="151238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NDV editable face scene_object_scene_template_diffusion_unet_denoised_1ef60736 0017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4.74053165,&quot;endpoint_object_ids&quot;:[],&quot;endpoint_role_ids&quot;:[],&quot;kind&quot;:&quot;face&quot;,&quot;object_id&quot;:&quot;scene_object_scene_template_diffusion_unet_denoised_1ef60736&quot;,&quot;repeat_count&quot;:1,&quot;source_digest&quot;:&quot;fec14eebe89d70f03bbbdb5d4b0061d9f33f7693f5f92298dd2a972fb21820cc&quot;}"/>
          <p:cNvSpPr/>
          <p:nvPr/>
        </p:nvSpPr>
        <p:spPr>
          <a:xfrm>
            <a:off x="4336255" y="2223716"/>
            <a:ext cx="389093" cy="722582"/>
          </a:xfrm>
          <a:custGeom>
            <a:avLst/>
            <a:gdLst/>
            <a:ahLst/>
            <a:cxnLst/>
            <a:rect l="l" t="t" r="r" b="b"/>
            <a:pathLst>
              <a:path w="389093" h="722582">
                <a:moveTo>
                  <a:pt x="0" y="571344"/>
                </a:moveTo>
                <a:lnTo>
                  <a:pt x="389093" y="722582"/>
                </a:lnTo>
                <a:lnTo>
                  <a:pt x="389093" y="151238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NNDV editable edge scene_object_scene_template_diffusion_unet_noisy_latent_1f256134 000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3.83656475,&quot;endpoint_object_ids&quot;:[],&quot;endpoint_role_ids&quot;:[],&quot;kind&quot;:&quot;edge&quot;,&quot;object_id&quot;:&quot;scene_object_scene_template_diffusion_unet_noisy_latent_1f256134&quot;,&quot;repeat_count&quot;:1,&quot;source_digest&quot;:&quot;fec14eebe89d70f03bbbdb5d4b0061d9f33f7693f5f92298dd2a972fb21820cc&quot;}"/>
          <p:cNvCxnSpPr/>
          <p:nvPr/>
        </p:nvCxnSpPr>
        <p:spPr>
          <a:xfrm flipV="1">
            <a:off x="2143745" y="963398"/>
            <a:ext cx="0" cy="57134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scene_template_diffusion_unet_noisy_latent_1f256134 000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3.779357,&quot;endpoint_object_ids&quot;:[],&quot;endpoint_role_ids&quot;:[],&quot;kind&quot;:&quot;edge&quot;,&quot;object_id&quot;:&quot;scene_object_scene_template_diffusion_unet_noisy_latent_1f256134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1754651" y="812160"/>
            <a:ext cx="389094" cy="151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scene_template_diffusion_unet_noisy_latent_1f256134 000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3.6077337,&quot;endpoint_object_ids&quot;:[],&quot;endpoint_role_ids&quot;:[],&quot;kind&quot;:&quot;edge&quot;,&quot;object_id&quot;:&quot;scene_object_scene_template_diffusion_unet_noisy_latent_1f256134&quot;,&quot;repeat_count&quot;:1,&quot;source_digest&quot;:&quot;fec14eebe89d70f03bbbdb5d4b0061d9f33f7693f5f92298dd2a972fb21820cc&quot;}"/>
          <p:cNvCxnSpPr/>
          <p:nvPr/>
        </p:nvCxnSpPr>
        <p:spPr>
          <a:xfrm flipH="1">
            <a:off x="1699067" y="1534742"/>
            <a:ext cx="444678" cy="23525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scene_template_diffusion_unet_noisy_latent_1f256134 000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3.4933182,&quot;endpoint_object_ids&quot;:[],&quot;endpoint_role_ids&quot;:[],&quot;kind&quot;:&quot;edge&quot;,&quot;object_id&quot;:&quot;scene_object_scene_template_diffusion_unet_noisy_latent_1f256134&quot;,&quot;repeat_count&quot;:1,&quot;source_digest&quot;:&quot;fec14eebe89d70f03bbbdb5d4b0061d9f33f7693f5f92298dd2a972fb21820cc&quot;}"/>
          <p:cNvCxnSpPr/>
          <p:nvPr/>
        </p:nvCxnSpPr>
        <p:spPr>
          <a:xfrm flipH="1">
            <a:off x="1309973" y="812160"/>
            <a:ext cx="444678" cy="23525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scene_template_diffusion_unet_noisy_latent_1f256134 000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3.3216949,&quot;endpoint_object_ids&quot;:[],&quot;endpoint_role_ids&quot;:[],&quot;kind&quot;:&quot;edge&quot;,&quot;object_id&quot;:&quot;scene_object_scene_template_diffusion_unet_noisy_latent_1f256134&quot;,&quot;repeat_count&quot;:1,&quot;source_digest&quot;:&quot;fec14eebe89d70f03bbbdb5d4b0061d9f33f7693f5f92298dd2a972fb21820cc&quot;}"/>
          <p:cNvCxnSpPr/>
          <p:nvPr/>
        </p:nvCxnSpPr>
        <p:spPr>
          <a:xfrm>
            <a:off x="1309973" y="1618763"/>
            <a:ext cx="389094" cy="151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scene_template_diffusion_unet_noisy_latent_1f256134 000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3.26448715,&quot;endpoint_object_ids&quot;:[],&quot;endpoint_role_ids&quot;:[],&quot;kind&quot;:&quot;edge&quot;,&quot;object_id&quot;:&quot;scene_object_scene_template_diffusion_unet_noisy_latent_1f256134&quot;,&quot;repeat_count&quot;:1,&quot;source_digest&quot;:&quot;fec14eebe89d70f03bbbdb5d4b0061d9f33f7693f5f92298dd2a972fb21820cc&quot;}"/>
          <p:cNvCxnSpPr/>
          <p:nvPr/>
        </p:nvCxnSpPr>
        <p:spPr>
          <a:xfrm flipV="1">
            <a:off x="1309973" y="1047419"/>
            <a:ext cx="0" cy="57134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arrow scene_object_scene_template_diffusion_unet_main_0_37d3f5a1 000" descr="{&quot;architecture_direction&quot;:null,&quot;architecture_evidence_digest&quot;:null,&quot;architecture_role&quot;:&quot;main-0&quot;,&quot;architecture_role_graph_digest&quot;:null,&quot;architecture_role_graph_edge_id&quot;:null,&quot;architecture_role_id&quot;:null,&quot;architecture_route_id&quot;:null,&quot;architecture_route_role&quot;:null,&quot;depth&quot;:22.955207767187503,&quot;endpoint_object_ids&quot;:[&quot;scene_object_scene_template_diffusion_unet_noisy_latent_1f256134&quot;,&quot;scene_object_scene_template_diffusion_unet_encoder_be6c2383&quot;],&quot;endpoint_role_ids&quot;:[],&quot;kind&quot;:&quot;arrow&quot;,&quot;object_id&quot;:&quot;scene_object_scene_template_diffusion_unet_main_0_37d3f5a1&quot;,&quot;repeat_count&quot;:1,&quot;source_digest&quot;:&quot;fec14eebe89d70f03bbbdb5d4b0061d9f33f7693f5f92298dd2a972fb21820cc&quot;}"/>
          <p:cNvCxnSpPr/>
          <p:nvPr/>
        </p:nvCxnSpPr>
        <p:spPr>
          <a:xfrm>
            <a:off x="1879717" y="1522664"/>
            <a:ext cx="152858" cy="231583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scene_template_diffusion_unet_noisy_latent_1f256134 000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2.463578599999998,&quot;endpoint_object_ids&quot;:[],&quot;endpoint_role_ids&quot;:[],&quot;kind&quot;:&quot;edge&quot;,&quot;object_id&quot;:&quot;scene_object_scene_template_diffusion_unet_noisy_latent_1f256134&quot;,&quot;repeat_count&quot;:1,&quot;source_digest&quot;:&quot;fec14eebe89d70f03bbbdb5d4b0061d9f33f7693f5f92298dd2a972fb21820cc&quot;}"/>
          <p:cNvCxnSpPr/>
          <p:nvPr/>
        </p:nvCxnSpPr>
        <p:spPr>
          <a:xfrm flipH="1">
            <a:off x="1699067" y="963398"/>
            <a:ext cx="444678" cy="23525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scene_template_diffusion_unet_encoder_be6c2383 000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2.85598803125,&quot;endpoint_object_ids&quot;:[],&quot;endpoint_role_ids&quot;:[],&quot;kind&quot;:&quot;edge&quot;,&quot;object_id&quot;:&quot;scene_object_scene_template_diffusion_unet_encoder_be6c2383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2247194" y="1656573"/>
            <a:ext cx="70928" cy="2756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edge scene_object_scene_template_diffusion_unet_encoder_be6c2383 000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2.7153523125,&quot;endpoint_object_ids&quot;:[],&quot;endpoint_role_ids&quot;:[],&quot;kind&quot;:&quot;edge&quot;,&quot;object_id&quot;:&quot;scene_object_scene_template_diffusion_unet_encoder_be6c2383&quot;,&quot;repeat_count&quot;:1,&quot;source_digest&quot;:&quot;fec14eebe89d70f03bbbdb5d4b0061d9f33f7693f5f92298dd2a972fb21820cc&quot;}"/>
          <p:cNvCxnSpPr/>
          <p:nvPr/>
        </p:nvCxnSpPr>
        <p:spPr>
          <a:xfrm flipV="1">
            <a:off x="2701136" y="2274916"/>
            <a:ext cx="0" cy="8183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edge scene_object_scene_template_diffusion_unet_noisy_latent_1f256134 000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2.23474755,&quot;endpoint_object_ids&quot;:[],&quot;endpoint_role_ids&quot;:[],&quot;kind&quot;:&quot;edge&quot;,&quot;object_id&quot;:&quot;scene_object_scene_template_diffusion_unet_noisy_latent_1f256134&quot;,&quot;repeat_count&quot;:1,&quot;source_digest&quot;:&quot;fec14eebe89d70f03bbbdb5d4b0061d9f33f7693f5f92298dd2a972fb21820cc&quot;}"/>
          <p:cNvCxnSpPr/>
          <p:nvPr/>
        </p:nvCxnSpPr>
        <p:spPr>
          <a:xfrm flipV="1">
            <a:off x="1699067" y="1198657"/>
            <a:ext cx="0" cy="57134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edge scene_object_scene_template_diffusion_unet_encoder_be6c2383 000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2.2156783,&quot;endpoint_object_ids&quot;:[],&quot;endpoint_role_ids&quot;:[],&quot;kind&quot;:&quot;edge&quot;,&quot;object_id&quot;:&quot;scene_object_scene_template_diffusion_unet_encoder_be6c2383&quot;,&quot;repeat_count&quot;:1,&quot;source_digest&quot;:&quot;fec14eebe89d70f03bbbdb5d4b0061d9f33f7693f5f92298dd2a972fb21820cc&quot;}"/>
          <p:cNvCxnSpPr/>
          <p:nvPr/>
        </p:nvCxnSpPr>
        <p:spPr>
          <a:xfrm flipH="1">
            <a:off x="1839572" y="1656573"/>
            <a:ext cx="407622" cy="21565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edge scene_object_scene_template_diffusion_unet_noisy_latent_1f256134 000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2.177539799999998,&quot;endpoint_object_ids&quot;:[],&quot;endpoint_role_ids&quot;:[],&quot;kind&quot;:&quot;edge&quot;,&quot;object_id&quot;:&quot;scene_object_scene_template_diffusion_unet_noisy_latent_1f256134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1309973" y="1047419"/>
            <a:ext cx="389094" cy="151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edge scene_object_scene_template_diffusion_unet_encoder_be6c2383 000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2.0631243,&quot;endpoint_object_ids&quot;:[],&quot;endpoint_role_ids&quot;:[],&quot;kind&quot;:&quot;edge&quot;,&quot;object_id&quot;:&quot;scene_object_scene_template_diffusion_unet_encoder_be6c2383&quot;,&quot;repeat_count&quot;:1,&quot;source_digest&quot;:&quot;fec14eebe89d70f03bbbdb5d4b0061d9f33f7693f5f92298dd2a972fb21820cc&quot;}"/>
          <p:cNvCxnSpPr/>
          <p:nvPr/>
        </p:nvCxnSpPr>
        <p:spPr>
          <a:xfrm flipH="1">
            <a:off x="2293515" y="2356749"/>
            <a:ext cx="407621" cy="2156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scene_template_diffusion_unet_encoder_be6c2383 000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2.005916550000002,&quot;endpoint_object_ids&quot;:[],&quot;endpoint_role_ids&quot;:[],&quot;kind&quot;:&quot;edge&quot;,&quot;object_id&quot;:&quot;scene_object_scene_template_diffusion_unet_encoder_be6c2383&quot;,&quot;repeat_count&quot;:1,&quot;source_digest&quot;:&quot;fec14eebe89d70f03bbbdb5d4b0061d9f33f7693f5f92298dd2a972fb21820cc&quot;}"/>
          <p:cNvCxnSpPr/>
          <p:nvPr/>
        </p:nvCxnSpPr>
        <p:spPr>
          <a:xfrm flipV="1">
            <a:off x="1839572" y="1872227"/>
            <a:ext cx="0" cy="5237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scene_template_diffusion_unet_encoder_be6c2383 000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1.92963955,&quot;endpoint_object_ids&quot;:[],&quot;endpoint_role_ids&quot;:[],&quot;kind&quot;:&quot;edge&quot;,&quot;object_id&quot;:&quot;scene_object_scene_template_diffusion_unet_encoder_be6c2383&quot;,&quot;repeat_count&quot;:1,&quot;source_digest&quot;:&quot;fec14eebe89d70f03bbbdb5d4b0061d9f33f7693f5f92298dd2a972fb21820cc&quot;}"/>
          <p:cNvCxnSpPr/>
          <p:nvPr/>
        </p:nvCxnSpPr>
        <p:spPr>
          <a:xfrm>
            <a:off x="1839572" y="2395959"/>
            <a:ext cx="453943" cy="1764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arrow scene_object_scene_template_diffusion_unet_main_1_b9473125 000" descr="{&quot;architecture_direction&quot;:null,&quot;architecture_evidence_digest&quot;:null,&quot;architecture_role&quot;:&quot;main-1&quot;,&quot;architecture_role_graph_digest&quot;:null,&quot;architecture_role_graph_edge_id&quot;:null,&quot;architecture_role_id&quot;:null,&quot;architecture_route_id&quot;:null,&quot;architecture_route_role&quot;:null,&quot;depth&quot;:21.3487722609375,&quot;endpoint_object_ids&quot;:[&quot;scene_object_scene_template_diffusion_unet_encoder_be6c2383&quot;,&quot;scene_object_scene_template_diffusion_unet_bottleneck_0cf844e1&quot;],&quot;endpoint_role_ids&quot;:[],&quot;kind&quot;:&quot;arrow&quot;,&quot;object_id&quot;:&quot;scene_object_scene_template_diffusion_unet_main_1_b9473125&quot;,&quot;repeat_count&quot;:1,&quot;source_digest&quot;:&quot;fec14eebe89d70f03bbbdb5d4b0061d9f33f7693f5f92298dd2a972fb21820cc&quot;}"/>
          <p:cNvCxnSpPr/>
          <p:nvPr/>
        </p:nvCxnSpPr>
        <p:spPr>
          <a:xfrm>
            <a:off x="2449268" y="2385850"/>
            <a:ext cx="218672" cy="331665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edge scene_object_scene_template_diffusion_unet_encoder_be6c2383 000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1.124857518749998,&quot;endpoint_object_ids&quot;:[],&quot;endpoint_role_ids&quot;:[],&quot;kind&quot;:&quot;edge&quot;,&quot;object_id&quot;:&quot;scene_object_scene_template_diffusion_unet_encoder_be6c2383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1839572" y="1872227"/>
            <a:ext cx="269529" cy="1047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edge scene_object_scene_template_diffusion_unet_encoder_be6c2383 000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0.968430075,&quot;endpoint_object_ids&quot;:[],&quot;endpoint_role_ids&quot;:[],&quot;kind&quot;:&quot;edge&quot;,&quot;object_id&quot;:&quot;scene_object_scene_template_diffusion_unet_encoder_be6c2383&quot;,&quot;repeat_count&quot;:1,&quot;source_digest&quot;:&quot;fec14eebe89d70f03bbbdb5d4b0061d9f33f7693f5f92298dd2a972fb21820cc&quot;}"/>
          <p:cNvCxnSpPr/>
          <p:nvPr/>
        </p:nvCxnSpPr>
        <p:spPr>
          <a:xfrm flipV="1">
            <a:off x="2293515" y="2212338"/>
            <a:ext cx="0" cy="3600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scene_template_diffusion_unet_bottleneck_0cf844e1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585257300000002,&quot;endpoint_object_ids&quot;:[],&quot;endpoint_role_ids&quot;:[],&quot;kind&quot;:&quot;edge&quot;,&quot;object_id&quot;:&quot;scene_object_scene_template_diffusion_unet_bottleneck_0cf844e1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2853994" y="2650823"/>
            <a:ext cx="475559" cy="1848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scene_template_diffusion_unet_bottleneck_0cf844e1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5471188,&quot;endpoint_object_ids&quot;:[],&quot;endpoint_role_ids&quot;:[],&quot;kind&quot;:&quot;edge&quot;,&quot;object_id&quot;:&quot;scene_object_scene_template_diffusion_unet_bottleneck_0cf844e1&quot;,&quot;repeat_count&quot;:1,&quot;source_digest&quot;:&quot;fec14eebe89d70f03bbbdb5d4b0061d9f33f7693f5f92298dd2a972fb21820cc&quot;}"/>
          <p:cNvCxnSpPr/>
          <p:nvPr/>
        </p:nvCxnSpPr>
        <p:spPr>
          <a:xfrm flipH="1">
            <a:off x="2483429" y="2650823"/>
            <a:ext cx="370565" cy="1960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scene_template_diffusion_unet_bottleneck_0cf844e1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4327033,&quot;endpoint_object_ids&quot;:[],&quot;endpoint_role_ids&quot;:[],&quot;kind&quot;:&quot;edge&quot;,&quot;object_id&quot;:&quot;scene_object_scene_template_diffusion_unet_bottleneck_0cf844e1&quot;,&quot;repeat_count&quot;:1,&quot;source_digest&quot;:&quot;fec14eebe89d70f03bbbdb5d4b0061d9f33f7693f5f92298dd2a972fb21820cc&quot;}"/>
          <p:cNvCxnSpPr/>
          <p:nvPr/>
        </p:nvCxnSpPr>
        <p:spPr>
          <a:xfrm flipV="1">
            <a:off x="3329553" y="2835670"/>
            <a:ext cx="0" cy="4761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scene_template_diffusion_unet_bottleneck_0cf844e1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356426300000003,&quot;endpoint_object_ids&quot;:[],&quot;endpoint_role_ids&quot;:[],&quot;kind&quot;:&quot;edge&quot;,&quot;object_id&quot;:&quot;scene_object_scene_template_diffusion_unet_bottleneck_0cf844e1&quot;,&quot;repeat_count&quot;:1,&quot;source_digest&quot;:&quot;fec14eebe89d70f03bbbdb5d4b0061d9f33f7693f5f92298dd2a972fb21820cc&quot;}"/>
          <p:cNvCxnSpPr/>
          <p:nvPr/>
        </p:nvCxnSpPr>
        <p:spPr>
          <a:xfrm flipV="1">
            <a:off x="2483429" y="2846873"/>
            <a:ext cx="0" cy="47612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scene_template_diffusion_unet_bottleneck_0cf844e1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242010800000003,&quot;endpoint_object_ids&quot;:[],&quot;endpoint_role_ids&quot;:[],&quot;kind&quot;:&quot;edge&quot;,&quot;object_id&quot;:&quot;scene_object_scene_template_diffusion_unet_bottleneck_0cf844e1&quot;,&quot;repeat_count&quot;:1,&quot;source_digest&quot;:&quot;fec14eebe89d70f03bbbdb5d4b0061d9f33f7693f5f92298dd2a972fb21820cc&quot;}"/>
          <p:cNvCxnSpPr/>
          <p:nvPr/>
        </p:nvCxnSpPr>
        <p:spPr>
          <a:xfrm flipH="1">
            <a:off x="2958988" y="3311790"/>
            <a:ext cx="370565" cy="19605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scene_template_diffusion_unet_bottleneck_0cf844e1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2038723,&quot;endpoint_object_ids&quot;:[],&quot;endpoint_role_ids&quot;:[],&quot;kind&quot;:&quot;edge&quot;,&quot;object_id&quot;:&quot;scene_object_scene_template_diffusion_unet_bottleneck_0cf844e1&quot;,&quot;repeat_count&quot;:1,&quot;source_digest&quot;:&quot;fec14eebe89d70f03bbbdb5d4b0061d9f33f7693f5f92298dd2a972fb21820cc&quot;}"/>
          <p:cNvCxnSpPr/>
          <p:nvPr/>
        </p:nvCxnSpPr>
        <p:spPr>
          <a:xfrm>
            <a:off x="2483429" y="3322993"/>
            <a:ext cx="475559" cy="1848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polyline scene_object_scene_template_diffusion_unet_time_encoder_77d81dc0 000" descr="{&quot;architecture_direction&quot;:null,&quot;architecture_evidence_digest&quot;:null,&quot;architecture_role&quot;:&quot;time-encoder&quot;,&quot;architecture_role_graph_digest&quot;:null,&quot;architecture_role_graph_edge_id&quot;:null,&quot;architecture_role_id&quot;:null,&quot;architecture_route_id&quot;:null,&quot;architecture_route_role&quot;:null,&quot;depth&quot;:19.820103581250002,&quot;endpoint_object_ids&quot;:[&quot;scene_object_scene_template_diffusion_unet_timestep_2d5d3a0f&quot;,&quot;scene_object_scene_template_diffusion_unet_encoder_be6c2383&quot;],&quot;endpoint_role_ids&quot;:[],&quot;kind&quot;:&quot;polyline&quot;,&quot;object_id&quot;:&quot;scene_object_scene_template_diffusion_unet_time_encoder_77d81dc0&quot;,&quot;repeat_count&quot;:1,&quot;source_digest&quot;:&quot;fec14eebe89d70f03bbbdb5d4b0061d9f33f7693f5f92298dd2a972fb21820cc&quot;}"/>
          <p:cNvCxnSpPr/>
          <p:nvPr/>
        </p:nvCxnSpPr>
        <p:spPr>
          <a:xfrm flipH="1">
            <a:off x="1899789" y="2168402"/>
            <a:ext cx="262098" cy="142135"/>
          </a:xfrm>
          <a:prstGeom prst="line">
            <a:avLst/>
          </a:prstGeom>
          <a:ln w="952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polyline scene_object_scene_template_diffusion_unet_time_encoder_77d81dc0 000" descr="{&quot;architecture_direction&quot;:null,&quot;architecture_evidence_digest&quot;:null,&quot;architecture_role&quot;:&quot;time-encoder&quot;,&quot;architecture_role_graph_digest&quot;:null,&quot;architecture_role_graph_edge_id&quot;:null,&quot;architecture_role_id&quot;:null,&quot;architecture_route_id&quot;:null,&quot;architecture_route_role&quot;:null,&quot;depth&quot;:21.0965516125,&quot;endpoint_object_ids&quot;:[&quot;scene_object_scene_template_diffusion_unet_timestep_2d5d3a0f&quot;,&quot;scene_object_scene_template_diffusion_unet_encoder_be6c2383&quot;],&quot;endpoint_role_ids&quot;:[],&quot;kind&quot;:&quot;polyline&quot;,&quot;object_id&quot;:&quot;scene_object_scene_template_diffusion_unet_time_encoder_77d81dc0&quot;,&quot;repeat_count&quot;:1,&quot;source_digest&quot;:&quot;fec14eebe89d70f03bbbdb5d4b0061d9f33f7693f5f92298dd2a972fb21820cc&quot;}"/>
          <p:cNvCxnSpPr/>
          <p:nvPr/>
        </p:nvCxnSpPr>
        <p:spPr>
          <a:xfrm flipV="1">
            <a:off x="1899789" y="2224766"/>
            <a:ext cx="162122" cy="85771"/>
          </a:xfrm>
          <a:prstGeom prst="line">
            <a:avLst/>
          </a:prstGeom>
          <a:ln w="952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edge scene_object_scene_template_diffusion_unet_bottleneck_0cf844e1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2885482,&quot;endpoint_object_ids&quot;:[],&quot;endpoint_role_ids&quot;:[],&quot;kind&quot;:&quot;edge&quot;,&quot;object_id&quot;:&quot;scene_object_scene_template_diffusion_unet_bottleneck_0cf844e1&quot;,&quot;repeat_count&quot;:1,&quot;source_digest&quot;:&quot;fec14eebe89d70f03bbbdb5d4b0061d9f33f7693f5f92298dd2a972fb21820cc&quot;}"/>
          <p:cNvCxnSpPr/>
          <p:nvPr/>
        </p:nvCxnSpPr>
        <p:spPr>
          <a:xfrm flipH="1">
            <a:off x="2958988" y="2835670"/>
            <a:ext cx="370565" cy="19604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scene_template_diffusion_unet_bottleneck_0cf844e1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2504097,&quot;endpoint_object_ids&quot;:[],&quot;endpoint_role_ids&quot;:[],&quot;kind&quot;:&quot;edge&quot;,&quot;object_id&quot;:&quot;scene_object_scene_template_diffusion_unet_bottleneck_0cf844e1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2483429" y="2846873"/>
            <a:ext cx="475559" cy="18484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scene_template_diffusion_unet_bottleneck_0cf844e1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19.0978557,&quot;endpoint_object_ids&quot;:[],&quot;endpoint_role_ids&quot;:[],&quot;kind&quot;:&quot;edge&quot;,&quot;object_id&quot;:&quot;scene_object_scene_template_diffusion_unet_bottleneck_0cf844e1&quot;,&quot;repeat_count&quot;:1,&quot;source_digest&quot;:&quot;fec14eebe89d70f03bbbdb5d4b0061d9f33f7693f5f92298dd2a972fb21820cc&quot;}"/>
          <p:cNvCxnSpPr/>
          <p:nvPr/>
        </p:nvCxnSpPr>
        <p:spPr>
          <a:xfrm flipV="1">
            <a:off x="2958988" y="3031719"/>
            <a:ext cx="0" cy="47612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arrow scene_object_scene_template_diffusion_unet_main_2_080331af 000" descr="{&quot;architecture_direction&quot;:null,&quot;architecture_evidence_digest&quot;:null,&quot;architecture_role&quot;:&quot;main-2&quot;,&quot;architecture_role_graph_digest&quot;:null,&quot;architecture_role_graph_edge_id&quot;:null,&quot;architecture_role_id&quot;:null,&quot;architecture_route_id&quot;:null,&quot;architecture_route_role&quot;:null,&quot;depth&quot;:19.25577290625,&quot;endpoint_object_ids&quot;:[&quot;scene_object_scene_template_diffusion_unet_bottleneck_0cf844e1&quot;,&quot;scene_object_scene_template_diffusion_unet_decoder_271a11ff&quot;],&quot;endpoint_role_ids&quot;:[],&quot;kind&quot;:&quot;arrow&quot;,&quot;object_id&quot;:&quot;scene_object_scene_template_diffusion_unet_main_2_080331af&quot;,&quot;repeat_count&quot;:1,&quot;source_digest&quot;:&quot;fec14eebe89d70f03bbbdb5d4b0061d9f33f7693f5f92298dd2a972fb21820cc&quot;}"/>
          <p:cNvCxnSpPr/>
          <p:nvPr/>
        </p:nvCxnSpPr>
        <p:spPr>
          <a:xfrm flipV="1">
            <a:off x="3221085" y="2895798"/>
            <a:ext cx="251676" cy="81570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polyline scene_object_scene_template_diffusion_unet_unet_skip_c8fa2bb5 000" descr="{&quot;architecture_direction&quot;:null,&quot;architecture_evidence_digest&quot;:null,&quot;architecture_role&quot;:&quot;unet-skip&quot;,&quot;architecture_role_graph_digest&quot;:null,&quot;architecture_role_graph_edge_id&quot;:null,&quot;architecture_role_id&quot;:null,&quot;architecture_route_id&quot;:null,&quot;architecture_route_role&quot;:null,&quot;depth&quot;:20.1278932140625,&quot;endpoint_object_ids&quot;:[&quot;scene_object_scene_template_diffusion_unet_encoder_be6c2383&quot;,&quot;scene_object_scene_template_diffusion_unet_decoder_271a11ff&quot;],&quot;endpoint_role_ids&quot;:[],&quot;kind&quot;:&quot;polyline&quot;,&quot;object_id&quot;:&quot;scene_object_scene_template_diffusion_unet_unet_skip_c8fa2bb5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1677450" y="1999659"/>
            <a:ext cx="389094" cy="75357"/>
          </a:xfrm>
          <a:prstGeom prst="line">
            <a:avLst/>
          </a:prstGeom>
          <a:ln w="9525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polyline scene_object_scene_template_diffusion_unet_unet_skip_c8fa2bb5 000" descr="{&quot;architecture_direction&quot;:null,&quot;architecture_evidence_digest&quot;:null,&quot;architecture_role&quot;:&quot;unet-skip&quot;,&quot;architecture_role_graph_digest&quot;:null,&quot;architecture_role_graph_edge_id&quot;:null,&quot;architecture_role_id&quot;:null,&quot;architecture_route_id&quot;:null,&quot;architecture_route_role&quot;:null,&quot;depth&quot;:16.9716341,&quot;endpoint_object_ids&quot;:[&quot;scene_object_scene_template_diffusion_unet_encoder_be6c2383&quot;,&quot;scene_object_scene_template_diffusion_unet_decoder_271a11ff&quot;],&quot;endpoint_role_ids&quot;:[],&quot;kind&quot;:&quot;polyline&quot;,&quot;object_id&quot;:&quot;scene_object_scene_template_diffusion_unet_unet_skip_c8fa2bb5&quot;,&quot;repeat_count&quot;:1,&quot;source_digest&quot;:&quot;fec14eebe89d70f03bbbdb5d4b0061d9f33f7693f5f92298dd2a972fb21820cc&quot;}"/>
          <p:cNvCxnSpPr/>
          <p:nvPr/>
        </p:nvCxnSpPr>
        <p:spPr>
          <a:xfrm>
            <a:off x="1677450" y="1999659"/>
            <a:ext cx="1642839" cy="638561"/>
          </a:xfrm>
          <a:prstGeom prst="line">
            <a:avLst/>
          </a:prstGeom>
          <a:ln w="9525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arrow scene_object_scene_template_diffusion_unet_unet_skip_c8fa2bb5 000" descr="{&quot;architecture_direction&quot;:null,&quot;architecture_evidence_digest&quot;:null,&quot;architecture_role&quot;:&quot;unet-skip&quot;,&quot;architecture_role_graph_digest&quot;:null,&quot;architecture_role_graph_edge_id&quot;:null,&quot;architecture_role_id&quot;:null,&quot;architecture_route_id&quot;:null,&quot;architecture_route_role&quot;:null,&quot;depth&quot;:15.7801038140625,&quot;endpoint_object_ids&quot;:[&quot;scene_object_scene_template_diffusion_unet_encoder_be6c2383&quot;,&quot;scene_object_scene_template_diffusion_unet_decoder_271a11ff&quot;],&quot;endpoint_role_ids&quot;:[],&quot;kind&quot;:&quot;arrow&quot;,&quot;object_id&quot;:&quot;scene_object_scene_template_diffusion_unet_unet_skip_c8fa2bb5&quot;,&quot;repeat_count&quot;:1,&quot;source_digest&quot;:&quot;fec14eebe89d70f03bbbdb5d4b0061d9f33f7693f5f92298dd2a972fb21820cc&quot;}"/>
          <p:cNvCxnSpPr/>
          <p:nvPr/>
        </p:nvCxnSpPr>
        <p:spPr>
          <a:xfrm>
            <a:off x="3320289" y="2638220"/>
            <a:ext cx="389093" cy="75357"/>
          </a:xfrm>
          <a:prstGeom prst="line">
            <a:avLst/>
          </a:prstGeom>
          <a:ln w="9525">
            <a:solidFill>
              <a:srgbClr val="EF444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scene_template_diffusion_unet_decoder_271a11ff 000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8.02014499375,&quot;endpoint_object_ids&quot;:[],&quot;endpoint_role_ids&quot;:[],&quot;kind&quot;:&quot;edge&quot;,&quot;object_id&quot;:&quot;scene_object_scene_template_diffusion_unet_decoder_271a11ff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3890032" y="2295134"/>
            <a:ext cx="439757" cy="17093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scene_template_diffusion_unet_decoder_271a11ff 000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8.25284945,&quot;endpoint_object_ids&quot;:[],&quot;endpoint_role_ids&quot;:[],&quot;kind&quot;:&quot;edge&quot;,&quot;object_id&quot;:&quot;scene_object_scene_template_diffusion_unet_decoder_271a11ff&quot;,&quot;repeat_count&quot;:1,&quot;source_digest&quot;:&quot;fec14eebe89d70f03bbbdb5d4b0061d9f33f7693f5f92298dd2a972fb21820cc&quot;}"/>
          <p:cNvCxnSpPr/>
          <p:nvPr/>
        </p:nvCxnSpPr>
        <p:spPr>
          <a:xfrm flipV="1">
            <a:off x="4343974" y="2798911"/>
            <a:ext cx="0" cy="19639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edge scene_object_scene_template_diffusion_unet_decoder_271a11ff 000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7.8678889,&quot;endpoint_object_ids&quot;:[],&quot;endpoint_role_ids&quot;:[],&quot;kind&quot;:&quot;edge&quot;,&quot;object_id&quot;:&quot;scene_object_scene_template_diffusion_unet_decoder_271a11ff&quot;,&quot;repeat_count&quot;:1,&quot;source_digest&quot;:&quot;fec14eebe89d70f03bbbdb5d4b0061d9f33f7693f5f92298dd2a972fb21820cc&quot;}"/>
          <p:cNvCxnSpPr/>
          <p:nvPr/>
        </p:nvCxnSpPr>
        <p:spPr>
          <a:xfrm flipH="1">
            <a:off x="3482411" y="2295134"/>
            <a:ext cx="407621" cy="21565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edge scene_object_scene_template_diffusion_unet_decoder_271a11ff 000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7.715334900000002,&quot;endpoint_object_ids&quot;:[],&quot;endpoint_role_ids&quot;:[],&quot;kind&quot;:&quot;edge&quot;,&quot;object_id&quot;:&quot;scene_object_scene_template_diffusion_unet_decoder_271a11ff&quot;,&quot;repeat_count&quot;:1,&quot;source_digest&quot;:&quot;fec14eebe89d70f03bbbdb5d4b0061d9f33f7693f5f92298dd2a972fb21820cc&quot;}"/>
          <p:cNvCxnSpPr/>
          <p:nvPr/>
        </p:nvCxnSpPr>
        <p:spPr>
          <a:xfrm flipH="1">
            <a:off x="3936353" y="2995310"/>
            <a:ext cx="407621" cy="21565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edge scene_object_scene_template_diffusion_unet_decoder_271a11ff 000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7.65812715,&quot;endpoint_object_ids&quot;:[],&quot;endpoint_role_ids&quot;:[],&quot;kind&quot;:&quot;edge&quot;,&quot;object_id&quot;:&quot;scene_object_scene_template_diffusion_unet_decoder_271a11ff&quot;,&quot;repeat_count&quot;:1,&quot;source_digest&quot;:&quot;fec14eebe89d70f03bbbdb5d4b0061d9f33f7693f5f92298dd2a972fb21820cc&quot;}"/>
          <p:cNvCxnSpPr/>
          <p:nvPr/>
        </p:nvCxnSpPr>
        <p:spPr>
          <a:xfrm flipV="1">
            <a:off x="3482411" y="2510788"/>
            <a:ext cx="0" cy="52373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edge scene_object_scene_template_diffusion_unet_decoder_271a11ff 000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7.58185015,&quot;endpoint_object_ids&quot;:[],&quot;endpoint_role_ids&quot;:[],&quot;kind&quot;:&quot;edge&quot;,&quot;object_id&quot;:&quot;scene_object_scene_template_diffusion_unet_decoder_271a11ff&quot;,&quot;repeat_count&quot;:1,&quot;source_digest&quot;:&quot;fec14eebe89d70f03bbbdb5d4b0061d9f33f7693f5f92298dd2a972fb21820cc&quot;}"/>
          <p:cNvCxnSpPr/>
          <p:nvPr/>
        </p:nvCxnSpPr>
        <p:spPr>
          <a:xfrm>
            <a:off x="3482411" y="3034520"/>
            <a:ext cx="453942" cy="1764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polyline scene_object_scene_template_diffusion_unet_time_decoder_9dae0df1 000" descr="{&quot;architecture_direction&quot;:null,&quot;architecture_evidence_digest&quot;:null,&quot;architecture_role&quot;:&quot;time-decoder&quot;,&quot;architecture_role_graph_digest&quot;:null,&quot;architecture_role_graph_edge_id&quot;:null,&quot;architecture_role_id&quot;:null,&quot;architecture_route_id&quot;:null,&quot;architecture_route_role&quot;:null,&quot;depth&quot;:16.40194020625,&quot;endpoint_object_ids&quot;:[&quot;scene_object_scene_template_diffusion_unet_timestep_2d5d3a0f&quot;,&quot;scene_object_scene_template_diffusion_unet_decoder_271a11ff&quot;],&quot;endpoint_role_ids&quot;:[],&quot;kind&quot;:&quot;polyline&quot;,&quot;object_id&quot;:&quot;scene_object_scene_template_diffusion_unet_time_decoder_9dae0df1&quot;,&quot;repeat_count&quot;:1,&quot;source_digest&quot;:&quot;fec14eebe89d70f03bbbdb5d4b0061d9f33f7693f5f92298dd2a972fb21820cc&quot;}"/>
          <p:cNvCxnSpPr/>
          <p:nvPr/>
        </p:nvCxnSpPr>
        <p:spPr>
          <a:xfrm>
            <a:off x="2792426" y="2256624"/>
            <a:ext cx="750202" cy="692475"/>
          </a:xfrm>
          <a:prstGeom prst="line">
            <a:avLst/>
          </a:prstGeom>
          <a:ln w="952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polyline scene_object_scene_template_diffusion_unet_time_decoder_9dae0df1 000" descr="{&quot;architecture_direction&quot;:null,&quot;architecture_evidence_digest&quot;:null,&quot;architecture_role&quot;:&quot;time-decoder&quot;,&quot;architecture_role_graph_digest&quot;:null,&quot;architecture_role_graph_edge_id&quot;:null,&quot;architecture_role_id&quot;:null,&quot;architecture_route_id&quot;:null,&quot;architecture_route_role&quot;:null,&quot;depth&quot;:16.748762212499997,&quot;endpoint_object_ids&quot;:[&quot;scene_object_scene_template_diffusion_unet_timestep_2d5d3a0f&quot;,&quot;scene_object_scene_template_diffusion_unet_decoder_271a11ff&quot;],&quot;endpoint_role_ids&quot;:[],&quot;kind&quot;:&quot;polyline&quot;,&quot;object_id&quot;:&quot;scene_object_scene_template_diffusion_unet_time_decoder_9dae0df1&quot;,&quot;repeat_count&quot;:1,&quot;source_digest&quot;:&quot;fec14eebe89d70f03bbbdb5d4b0061d9f33f7693f5f92298dd2a972fb21820cc&quot;}"/>
          <p:cNvCxnSpPr/>
          <p:nvPr/>
        </p:nvCxnSpPr>
        <p:spPr>
          <a:xfrm flipV="1">
            <a:off x="3542628" y="2863327"/>
            <a:ext cx="162122" cy="85772"/>
          </a:xfrm>
          <a:prstGeom prst="line">
            <a:avLst/>
          </a:prstGeom>
          <a:ln w="9525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scene_template_diffusion_unet_decoder_271a11ff 000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6.64358340625,&quot;endpoint_object_ids&quot;:[],&quot;endpoint_role_ids&quot;:[],&quot;kind&quot;:&quot;edge&quot;,&quot;object_id&quot;:&quot;scene_object_scene_template_diffusion_unet_decoder_271a11ff&quot;,&quot;repeat_count&quot;:1,&quot;source_digest&quot;:&quot;fec14eebe89d70f03bbbdb5d4b0061d9f33f7693f5f92298dd2a972fb21820cc&quot;}"/>
          <p:cNvCxnSpPr/>
          <p:nvPr/>
        </p:nvCxnSpPr>
        <p:spPr>
          <a:xfrm flipH="1">
            <a:off x="3936353" y="2478317"/>
            <a:ext cx="394883" cy="20891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arrow scene_object_scene_template_diffusion_unet_main_3_c95ba36b 000" descr="{&quot;architecture_direction&quot;:null,&quot;architecture_evidence_digest&quot;:null,&quot;architecture_role&quot;:&quot;main-3&quot;,&quot;architecture_role_graph_digest&quot;:null,&quot;architecture_role_graph_edge_id&quot;:null,&quot;architecture_role_id&quot;:null,&quot;architecture_route_id&quot;:null,&quot;architecture_route_role&quot;:null,&quot;depth&quot;:16.842320714062502,&quot;endpoint_object_ids&quot;:[&quot;scene_object_scene_template_diffusion_unet_decoder_271a11ff&quot;,&quot;scene_object_scene_template_diffusion_unet_denoised_1ef60736&quot;],&quot;endpoint_role_ids&quot;:[],&quot;kind&quot;:&quot;arrow&quot;,&quot;object_id&quot;:&quot;scene_object_scene_template_diffusion_unet_main_3_c95ba36b&quot;,&quot;repeat_count&quot;:1,&quot;source_digest&quot;:&quot;fec14eebe89d70f03bbbdb5d4b0061d9f33f7693f5f92298dd2a972fb21820cc&quot;}"/>
          <p:cNvCxnSpPr/>
          <p:nvPr/>
        </p:nvCxnSpPr>
        <p:spPr>
          <a:xfrm flipV="1">
            <a:off x="4201925" y="2610213"/>
            <a:ext cx="131241" cy="44636"/>
          </a:xfrm>
          <a:prstGeom prst="line">
            <a:avLst/>
          </a:prstGeom>
          <a:ln w="9525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scene_template_diffusion_unet_timestep_2d5d3a0f 000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6.59978365,&quot;endpoint_object_ids&quot;:[],&quot;endpoint_role_ids&quot;:[],&quot;kind&quot;:&quot;edge&quot;,&quot;object_id&quot;:&quot;scene_object_scene_template_diffusion_unet_timestep_2d5d3a0f&quot;,&quot;repeat_count&quot;:1,&quot;source_digest&quot;:&quot;fec14eebe89d70f03bbbdb5d4b0061d9f33f7693f5f92298dd2a972fb21820cc&quot;}"/>
          <p:cNvCxnSpPr/>
          <p:nvPr/>
        </p:nvCxnSpPr>
        <p:spPr>
          <a:xfrm flipH="1">
            <a:off x="2112864" y="1648170"/>
            <a:ext cx="296452" cy="15684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scene_template_diffusion_unet_decoder_271a11ff 000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6.5330413,&quot;endpoint_object_ids&quot;:[],&quot;endpoint_role_ids&quot;:[],&quot;kind&quot;:&quot;edge&quot;,&quot;object_id&quot;:&quot;scene_object_scene_template_diffusion_unet_decoder_271a11ff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3482411" y="2510788"/>
            <a:ext cx="453942" cy="17644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scene_template_diffusion_unet_timestep_2d5d3a0f 000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6.5044374,&quot;endpoint_object_ids&quot;:[],&quot;endpoint_role_ids&quot;:[],&quot;kind&quot;:&quot;edge&quot;,&quot;object_id&quot;:&quot;scene_object_scene_template_diffusion_unet_timestep_2d5d3a0f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2409316" y="1648170"/>
            <a:ext cx="475559" cy="1848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scene_template_diffusion_unet_decoder_271a11ff 000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6.4567643,&quot;endpoint_object_ids&quot;:[],&quot;endpoint_role_ids&quot;:[],&quot;kind&quot;:&quot;edge&quot;,&quot;object_id&quot;:&quot;scene_object_scene_template_diffusion_unet_decoder_271a11ff&quot;,&quot;repeat_count&quot;:1,&quot;source_digest&quot;:&quot;fec14eebe89d70f03bbbdb5d4b0061d9f33f7693f5f92298dd2a972fb21820cc&quot;}"/>
          <p:cNvCxnSpPr/>
          <p:nvPr/>
        </p:nvCxnSpPr>
        <p:spPr>
          <a:xfrm flipV="1">
            <a:off x="3936353" y="2687232"/>
            <a:ext cx="0" cy="52373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scene_template_diffusion_unet_timestep_2d5d3a0f 000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6.3995565,&quot;endpoint_object_ids&quot;:[],&quot;endpoint_role_ids&quot;:[],&quot;kind&quot;:&quot;edge&quot;,&quot;object_id&quot;:&quot;scene_object_scene_template_diffusion_unet_timestep_2d5d3a0f&quot;,&quot;repeat_count&quot;:1,&quot;source_digest&quot;:&quot;fec14eebe89d70f03bbbdb5d4b0061d9f33f7693f5f92298dd2a972fb21820cc&quot;}"/>
          <p:cNvCxnSpPr/>
          <p:nvPr/>
        </p:nvCxnSpPr>
        <p:spPr>
          <a:xfrm flipV="1">
            <a:off x="2112864" y="1805010"/>
            <a:ext cx="0" cy="33328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scene_template_diffusion_unet_timestep_2d5d3a0f 000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6.208864,&quot;endpoint_object_ids&quot;:[],&quot;endpoint_role_ids&quot;:[],&quot;kind&quot;:&quot;edge&quot;,&quot;object_id&quot;:&quot;scene_object_scene_template_diffusion_unet_timestep_2d5d3a0f&quot;,&quot;repeat_count&quot;:1,&quot;source_digest&quot;:&quot;fec14eebe89d70f03bbbdb5d4b0061d9f33f7693f5f92298dd2a972fb21820cc&quot;}"/>
          <p:cNvCxnSpPr/>
          <p:nvPr/>
        </p:nvCxnSpPr>
        <p:spPr>
          <a:xfrm flipV="1">
            <a:off x="2884875" y="1833017"/>
            <a:ext cx="0" cy="33328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edge scene_object_scene_template_diffusion_unet_timestep_2d5d3a0f 000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6.1039831,&quot;endpoint_object_ids&quot;:[],&quot;endpoint_role_ids&quot;:[],&quot;kind&quot;:&quot;edge&quot;,&quot;object_id&quot;:&quot;scene_object_scene_template_diffusion_unet_timestep_2d5d3a0f&quot;,&quot;repeat_count&quot;:1,&quot;source_digest&quot;:&quot;fec14eebe89d70f03bbbdb5d4b0061d9f33f7693f5f92298dd2a972fb21820cc&quot;}"/>
          <p:cNvCxnSpPr/>
          <p:nvPr/>
        </p:nvCxnSpPr>
        <p:spPr>
          <a:xfrm>
            <a:off x="2112864" y="2138294"/>
            <a:ext cx="475559" cy="1848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edge scene_object_scene_template_diffusion_unet_timestep_2d5d3a0f 000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6.00863685,&quot;endpoint_object_ids&quot;:[],&quot;endpoint_role_ids&quot;:[],&quot;kind&quot;:&quot;edge&quot;,&quot;object_id&quot;:&quot;scene_object_scene_template_diffusion_unet_timestep_2d5d3a0f&quot;,&quot;repeat_count&quot;:1,&quot;source_digest&quot;:&quot;fec14eebe89d70f03bbbdb5d4b0061d9f33f7693f5f92298dd2a972fb21820cc&quot;}"/>
          <p:cNvCxnSpPr/>
          <p:nvPr/>
        </p:nvCxnSpPr>
        <p:spPr>
          <a:xfrm flipH="1">
            <a:off x="2588423" y="2166301"/>
            <a:ext cx="296452" cy="15684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edge scene_object_scene_template_diffusion_unet_denoised_1ef60736 000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5.82747895,&quot;endpoint_object_ids&quot;:[],&quot;endpoint_role_ids&quot;:[],&quot;kind&quot;:&quot;edge&quot;,&quot;object_id&quot;:&quot;scene_object_scene_template_diffusion_unet_denoised_1ef60736&quot;,&quot;repeat_count&quot;:1,&quot;source_digest&quot;:&quot;fec14eebe89d70f03bbbdb5d4b0061d9f33f7693f5f92298dd2a972fb21820cc&quot;}"/>
          <p:cNvCxnSpPr/>
          <p:nvPr/>
        </p:nvCxnSpPr>
        <p:spPr>
          <a:xfrm flipV="1">
            <a:off x="5170026" y="2139694"/>
            <a:ext cx="0" cy="57134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edge scene_object_scene_template_diffusion_unet_denoised_1ef60736 000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5.7702712,&quot;endpoint_object_ids&quot;:[],&quot;endpoint_role_ids&quot;:[],&quot;kind&quot;:&quot;edge&quot;,&quot;object_id&quot;:&quot;scene_object_scene_template_diffusion_unet_denoised_1ef60736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4780932" y="1988456"/>
            <a:ext cx="389094" cy="151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scene_template_diffusion_unet_denoised_1ef60736 000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5.59864795,&quot;endpoint_object_ids&quot;:[],&quot;endpoint_role_ids&quot;:[],&quot;kind&quot;:&quot;edge&quot;,&quot;object_id&quot;:&quot;scene_object_scene_template_diffusion_unet_denoised_1ef60736&quot;,&quot;repeat_count&quot;:1,&quot;source_digest&quot;:&quot;fec14eebe89d70f03bbbdb5d4b0061d9f33f7693f5f92298dd2a972fb21820cc&quot;}"/>
          <p:cNvCxnSpPr/>
          <p:nvPr/>
        </p:nvCxnSpPr>
        <p:spPr>
          <a:xfrm flipH="1">
            <a:off x="4725348" y="2711039"/>
            <a:ext cx="444678" cy="23525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scene_template_diffusion_unet_denoised_1ef60736 000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5.48423245,&quot;endpoint_object_ids&quot;:[],&quot;endpoint_role_ids&quot;:[],&quot;kind&quot;:&quot;edge&quot;,&quot;object_id&quot;:&quot;scene_object_scene_template_diffusion_unet_denoised_1ef60736&quot;,&quot;repeat_count&quot;:1,&quot;source_digest&quot;:&quot;fec14eebe89d70f03bbbdb5d4b0061d9f33f7693f5f92298dd2a972fb21820cc&quot;}"/>
          <p:cNvCxnSpPr/>
          <p:nvPr/>
        </p:nvCxnSpPr>
        <p:spPr>
          <a:xfrm flipH="1">
            <a:off x="4336254" y="1988456"/>
            <a:ext cx="444678" cy="23526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scene_template_diffusion_unet_timestep_2d5d3a0f 000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5.436559299999999,&quot;endpoint_object_ids&quot;:[],&quot;endpoint_role_ids&quot;:[],&quot;kind&quot;:&quot;edge&quot;,&quot;object_id&quot;:&quot;scene_object_scene_template_diffusion_unet_timestep_2d5d3a0f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2112864" y="1805010"/>
            <a:ext cx="475559" cy="18484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scene_template_diffusion_unet_timestep_2d5d3a0f 000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5.34121305,&quot;endpoint_object_ids&quot;:[],&quot;endpoint_role_ids&quot;:[],&quot;kind&quot;:&quot;edge&quot;,&quot;object_id&quot;:&quot;scene_object_scene_template_diffusion_unet_timestep_2d5d3a0f&quot;,&quot;repeat_count&quot;:1,&quot;source_digest&quot;:&quot;fec14eebe89d70f03bbbdb5d4b0061d9f33f7693f5f92298dd2a972fb21820cc&quot;}"/>
          <p:cNvCxnSpPr/>
          <p:nvPr/>
        </p:nvCxnSpPr>
        <p:spPr>
          <a:xfrm flipH="1">
            <a:off x="2588423" y="1833017"/>
            <a:ext cx="296452" cy="15684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scene_template_diffusion_unet_denoised_1ef60736 000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5.3126092,&quot;endpoint_object_ids&quot;:[],&quot;endpoint_role_ids&quot;:[],&quot;kind&quot;:&quot;edge&quot;,&quot;object_id&quot;:&quot;scene_object_scene_template_diffusion_unet_denoised_1ef60736&quot;,&quot;repeat_count&quot;:1,&quot;source_digest&quot;:&quot;fec14eebe89d70f03bbbdb5d4b0061d9f33f7693f5f92298dd2a972fb21820cc&quot;}"/>
          <p:cNvCxnSpPr/>
          <p:nvPr/>
        </p:nvCxnSpPr>
        <p:spPr>
          <a:xfrm>
            <a:off x="4336254" y="2795060"/>
            <a:ext cx="389094" cy="151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scene_template_diffusion_unet_denoised_1ef60736 000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5.25540145,&quot;endpoint_object_ids&quot;:[],&quot;endpoint_role_ids&quot;:[],&quot;kind&quot;:&quot;edge&quot;,&quot;object_id&quot;:&quot;scene_object_scene_template_diffusion_unet_denoised_1ef60736&quot;,&quot;repeat_count&quot;:1,&quot;source_digest&quot;:&quot;fec14eebe89d70f03bbbdb5d4b0061d9f33f7693f5f92298dd2a972fb21820cc&quot;}"/>
          <p:cNvCxnSpPr/>
          <p:nvPr/>
        </p:nvCxnSpPr>
        <p:spPr>
          <a:xfrm flipV="1">
            <a:off x="4336254" y="2223716"/>
            <a:ext cx="0" cy="57134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edge scene_object_scene_template_diffusion_unet_timestep_2d5d3a0f 000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5.1409859,&quot;endpoint_object_ids&quot;:[],&quot;endpoint_role_ids&quot;:[],&quot;kind&quot;:&quot;edge&quot;,&quot;object_id&quot;:&quot;scene_object_scene_template_diffusion_unet_timestep_2d5d3a0f&quot;,&quot;repeat_count&quot;:1,&quot;source_digest&quot;:&quot;fec14eebe89d70f03bbbdb5d4b0061d9f33f7693f5f92298dd2a972fb21820cc&quot;}"/>
          <p:cNvCxnSpPr/>
          <p:nvPr/>
        </p:nvCxnSpPr>
        <p:spPr>
          <a:xfrm flipV="1">
            <a:off x="2588423" y="1989857"/>
            <a:ext cx="0" cy="33328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NNDV editable edge scene_object_scene_template_diffusion_unet_denoised_1ef60736 000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4.454492850000001,&quot;endpoint_object_ids&quot;:[],&quot;endpoint_role_ids&quot;:[],&quot;kind&quot;:&quot;edge&quot;,&quot;object_id&quot;:&quot;scene_object_scene_template_diffusion_unet_denoised_1ef60736&quot;,&quot;repeat_count&quot;:1,&quot;source_digest&quot;:&quot;fec14eebe89d70f03bbbdb5d4b0061d9f33f7693f5f92298dd2a972fb21820cc&quot;}"/>
          <p:cNvCxnSpPr/>
          <p:nvPr/>
        </p:nvCxnSpPr>
        <p:spPr>
          <a:xfrm flipH="1">
            <a:off x="4725348" y="2139694"/>
            <a:ext cx="444678" cy="23526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NNDV editable edge scene_object_scene_template_diffusion_unet_denoised_1ef60736 000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4.22566185,&quot;endpoint_object_ids&quot;:[],&quot;endpoint_role_ids&quot;:[],&quot;kind&quot;:&quot;edge&quot;,&quot;object_id&quot;:&quot;scene_object_scene_template_diffusion_unet_denoised_1ef60736&quot;,&quot;repeat_count&quot;:1,&quot;source_digest&quot;:&quot;fec14eebe89d70f03bbbdb5d4b0061d9f33f7693f5f92298dd2a972fb21820cc&quot;}"/>
          <p:cNvCxnSpPr/>
          <p:nvPr/>
        </p:nvCxnSpPr>
        <p:spPr>
          <a:xfrm flipV="1">
            <a:off x="4725348" y="2374954"/>
            <a:ext cx="0" cy="57134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NNDV editable edge scene_object_scene_template_diffusion_unet_denoised_1ef60736 000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4.1684541,&quot;endpoint_object_ids&quot;:[],&quot;endpoint_role_ids&quot;:[],&quot;kind&quot;:&quot;edge&quot;,&quot;object_id&quot;:&quot;scene_object_scene_template_diffusion_unet_denoised_1ef60736&quot;,&quot;repeat_count&quot;:1,&quot;source_digest&quot;:&quot;fec14eebe89d70f03bbbdb5d4b0061d9f33f7693f5f92298dd2a972fb21820cc&quot;}"/>
          <p:cNvCxnSpPr/>
          <p:nvPr/>
        </p:nvCxnSpPr>
        <p:spPr>
          <a:xfrm flipH="1" flipV="1">
            <a:off x="4336254" y="2223716"/>
            <a:ext cx="389094" cy="15123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NNDV editable label scene_object_scene_template_diffusion_unet_geometry_leg_ee4cc7fc 0082" descr="{&quot;architecture_direction&quot;:null,&quot;architecture_evidence_digest&quot;:null,&quot;architecture_role&quot;:&quot;legend&quot;,&quot;architecture_role_graph_digest&quot;:null,&quot;architecture_role_graph_edge_id&quot;:null,&quot;architecture_role_id&quot;:null,&quot;architecture_route_id&quot;:null,&quot;architecture_route_role&quot;:null,&quot;depth&quot;:23.3598334,&quot;endpoint_object_ids&quot;:[],&quot;endpoint_role_ids&quot;:[],&quot;kind&quot;:&quot;label&quot;,&quot;object_id&quot;:&quot;scene_object_scene_template_diffusion_unet_geometry_leg_ee4cc7fc&quot;,&quot;repeat_count&quot;:1,&quot;source_digest&quot;:&quot;fec14eebe89d70f03bbbdb5d4b0061d9f33f7693f5f92298dd2a972fb21820cc&quot;}"/>
          <p:cNvSpPr txBox="1"/>
          <p:nvPr/>
        </p:nvSpPr>
        <p:spPr>
          <a:xfrm>
            <a:off x="288000" y="3920875"/>
            <a:ext cx="1488185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Depth/thickness are visual.</a:t>
            </a:r>
          </a:p>
        </p:txBody>
      </p:sp>
      <p:cxnSp>
        <p:nvCxnSpPr>
          <p:cNvPr id="86" name="NNDV editable leader scene_object_scene_template_diffusion_unet_denoised_1ef60736 000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5.5414402,&quot;endpoint_object_ids&quot;:[],&quot;endpoint_role_ids&quot;:[],&quot;kind&quot;:&quot;leader&quot;,&quot;object_id&quot;:&quot;scene_object_scene_template_diffusion_unet_denoised_1ef60736&quot;,&quot;repeat_count&quot;:1,&quot;source_digest&quot;:&quot;fec14eebe89d70f03bbbdb5d4b0061d9f33f7693f5f92298dd2a972fb21820cc&quot;}"/>
          <p:cNvCxnSpPr/>
          <p:nvPr/>
        </p:nvCxnSpPr>
        <p:spPr>
          <a:xfrm>
            <a:off x="4753140" y="1932656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NNDV editable label scene_object_scene_template_diffusion_unet_denoised_1ef60736 0084" descr="{&quot;architecture_direction&quot;:null,&quot;architecture_evidence_digest&quot;:null,&quot;architecture_role&quot;:&quot;denoised&quot;,&quot;architecture_role_graph_digest&quot;:null,&quot;architecture_role_graph_edge_id&quot;:null,&quot;architecture_role_id&quot;:null,&quot;architecture_route_id&quot;:null,&quot;architecture_route_role&quot;:null,&quot;depth&quot;:15.5414402,&quot;endpoint_object_ids&quot;:[],&quot;endpoint_role_ids&quot;:[],&quot;kind&quot;:&quot;label&quot;,&quot;object_id&quot;:&quot;scene_object_scene_template_diffusion_unet_denoised_1ef60736&quot;,&quot;repeat_count&quot;:1,&quot;source_digest&quot;:&quot;fec14eebe89d70f03bbbdb5d4b0061d9f33f7693f5f92298dd2a972fb21820cc&quot;}"/>
          <p:cNvSpPr txBox="1"/>
          <p:nvPr/>
        </p:nvSpPr>
        <p:spPr>
          <a:xfrm>
            <a:off x="4339755" y="1821531"/>
            <a:ext cx="82676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Denoised output</a:t>
            </a:r>
          </a:p>
        </p:txBody>
      </p:sp>
      <p:cxnSp>
        <p:nvCxnSpPr>
          <p:cNvPr id="88" name="NNDV editable leader scene_object_scene_template_diffusion_unet_noisy_latent_1f256134 000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3.550526,&quot;endpoint_object_ids&quot;:[],&quot;endpoint_role_ids&quot;:[],&quot;kind&quot;:&quot;leader&quot;,&quot;object_id&quot;:&quot;scene_object_scene_template_diffusion_unet_noisy_latent_1f256134&quot;,&quot;repeat_count&quot;:1,&quot;source_digest&quot;:&quot;fec14eebe89d70f03bbbdb5d4b0061d9f33f7693f5f92298dd2a972fb21820cc&quot;}"/>
          <p:cNvCxnSpPr/>
          <p:nvPr/>
        </p:nvCxnSpPr>
        <p:spPr>
          <a:xfrm>
            <a:off x="1726859" y="75635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NNDV editable label scene_object_scene_template_diffusion_unet_noisy_latent_1f256134 0086" descr="{&quot;architecture_direction&quot;:null,&quot;architecture_evidence_digest&quot;:null,&quot;architecture_role&quot;:&quot;noisy-latent&quot;,&quot;architecture_role_graph_digest&quot;:null,&quot;architecture_role_graph_edge_id&quot;:null,&quot;architecture_role_id&quot;:null,&quot;architecture_route_id&quot;:null,&quot;architecture_route_role&quot;:null,&quot;depth&quot;:23.550526,&quot;endpoint_object_ids&quot;:[],&quot;endpoint_role_ids&quot;:[],&quot;kind&quot;:&quot;label&quot;,&quot;object_id&quot;:&quot;scene_object_scene_template_diffusion_unet_noisy_latent_1f256134&quot;,&quot;repeat_count&quot;:1,&quot;source_digest&quot;:&quot;fec14eebe89d70f03bbbdb5d4b0061d9f33f7693f5f92298dd2a972fb21820cc&quot;}"/>
          <p:cNvSpPr txBox="1"/>
          <p:nvPr/>
        </p:nvSpPr>
        <p:spPr>
          <a:xfrm>
            <a:off x="1396151" y="645234"/>
            <a:ext cx="661416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Noisy latent</a:t>
            </a:r>
          </a:p>
        </p:txBody>
      </p:sp>
      <p:cxnSp>
        <p:nvCxnSpPr>
          <p:cNvPr id="90" name="NNDV editable leader scene_object_scene_template_diffusion_unet_encoder_be6c2383 000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2.1394013,&quot;endpoint_object_ids&quot;:[],&quot;endpoint_role_ids&quot;:[],&quot;kind&quot;:&quot;leader&quot;,&quot;object_id&quot;:&quot;scene_object_scene_template_diffusion_unet_encoder_be6c2383&quot;,&quot;repeat_count&quot;:1,&quot;source_digest&quot;:&quot;fec14eebe89d70f03bbbdb5d4b0061d9f33f7693f5f92298dd2a972fb21820cc&quot;}"/>
          <p:cNvCxnSpPr/>
          <p:nvPr/>
        </p:nvCxnSpPr>
        <p:spPr>
          <a:xfrm>
            <a:off x="1783772" y="2114488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NNDV editable label scene_object_scene_template_diffusion_unet_encoder_be6c2383 0088" descr="{&quot;architecture_direction&quot;:null,&quot;architecture_evidence_digest&quot;:null,&quot;architecture_role&quot;:&quot;encoder&quot;,&quot;architecture_role_graph_digest&quot;:null,&quot;architecture_role_graph_edge_id&quot;:null,&quot;architecture_role_id&quot;:null,&quot;architecture_route_id&quot;:null,&quot;architecture_route_role&quot;:null,&quot;depth&quot;:22.1394013,&quot;endpoint_object_ids&quot;:[],&quot;endpoint_role_ids&quot;:[],&quot;kind&quot;:&quot;label&quot;,&quot;object_id&quot;:&quot;scene_object_scene_template_diffusion_unet_encoder_be6c2383&quot;,&quot;repeat_count&quot;:1,&quot;source_digest&quot;:&quot;fec14eebe89d70f03bbbdb5d4b0061d9f33f7693f5f92298dd2a972fb21820cc&quot;}"/>
          <p:cNvSpPr txBox="1"/>
          <p:nvPr/>
        </p:nvSpPr>
        <p:spPr>
          <a:xfrm>
            <a:off x="736530" y="2058926"/>
            <a:ext cx="104724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Conditioned encoder</a:t>
            </a:r>
          </a:p>
        </p:txBody>
      </p:sp>
      <p:cxnSp>
        <p:nvCxnSpPr>
          <p:cNvPr id="92" name="NNDV editable leader scene_object_scene_template_diffusion_unet_timestep_2d5d3a0f 000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6.3042103,&quot;endpoint_object_ids&quot;:[],&quot;endpoint_role_ids&quot;:[],&quot;kind&quot;:&quot;leader&quot;,&quot;object_id&quot;:&quot;scene_object_scene_template_diffusion_unet_timestep_2d5d3a0f&quot;,&quot;repeat_count&quot;:1,&quot;source_digest&quot;:&quot;fec14eebe89d70f03bbbdb5d4b0061d9f33f7693f5f92298dd2a972fb21820cc&quot;}"/>
          <p:cNvCxnSpPr/>
          <p:nvPr/>
        </p:nvCxnSpPr>
        <p:spPr>
          <a:xfrm flipH="1">
            <a:off x="2897475" y="1985656"/>
            <a:ext cx="43200" cy="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NNDV editable label scene_object_scene_template_diffusion_unet_timestep_2d5d3a0f 0090" descr="{&quot;architecture_direction&quot;:null,&quot;architecture_evidence_digest&quot;:null,&quot;architecture_role&quot;:&quot;timestep&quot;,&quot;architecture_role_graph_digest&quot;:null,&quot;architecture_role_graph_edge_id&quot;:null,&quot;architecture_role_id&quot;:null,&quot;architecture_route_id&quot;:null,&quot;architecture_route_role&quot;:null,&quot;depth&quot;:16.3042103,&quot;endpoint_object_ids&quot;:[],&quot;endpoint_role_ids&quot;:[],&quot;kind&quot;:&quot;label&quot;,&quot;object_id&quot;:&quot;scene_object_scene_template_diffusion_unet_timestep_2d5d3a0f&quot;,&quot;repeat_count&quot;:1,&quot;source_digest&quot;:&quot;fec14eebe89d70f03bbbdb5d4b0061d9f33f7693f5f92298dd2a972fb21820cc&quot;}"/>
          <p:cNvSpPr txBox="1"/>
          <p:nvPr/>
        </p:nvSpPr>
        <p:spPr>
          <a:xfrm>
            <a:off x="2940675" y="1930093"/>
            <a:ext cx="992123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Timestep embedding</a:t>
            </a:r>
          </a:p>
        </p:txBody>
      </p:sp>
      <p:cxnSp>
        <p:nvCxnSpPr>
          <p:cNvPr id="94" name="NNDV editable leader scene_object_scene_template_diffusion_unet_bottleneck_0cf844e1 000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3945648,&quot;endpoint_object_ids&quot;:[],&quot;endpoint_role_ids&quot;:[],&quot;kind&quot;:&quot;leader&quot;,&quot;object_id&quot;:&quot;scene_object_scene_template_diffusion_unet_bottleneck_0cf844e1&quot;,&quot;repeat_count&quot;:1,&quot;source_digest&quot;:&quot;fec14eebe89d70f03bbbdb5d4b0061d9f33f7693f5f92298dd2a972fb21820cc&quot;}"/>
          <p:cNvCxnSpPr/>
          <p:nvPr/>
        </p:nvCxnSpPr>
        <p:spPr>
          <a:xfrm flipV="1">
            <a:off x="2906491" y="3520439"/>
            <a:ext cx="0" cy="4320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NNDV editable label scene_object_scene_template_diffusion_unet_bottleneck_0cf844e1 0092" descr="{&quot;architecture_direction&quot;:null,&quot;architecture_evidence_digest&quot;:null,&quot;architecture_role&quot;:&quot;bottleneck&quot;,&quot;architecture_role_graph_digest&quot;:null,&quot;architecture_role_graph_edge_id&quot;:null,&quot;architecture_role_id&quot;:null,&quot;architecture_route_id&quot;:null,&quot;architecture_route_role&quot;:null,&quot;depth&quot;:20.3945648,&quot;endpoint_object_ids&quot;:[],&quot;endpoint_role_ids&quot;:[],&quot;kind&quot;:&quot;label&quot;,&quot;object_id&quot;:&quot;scene_object_scene_template_diffusion_unet_bottleneck_0cf844e1&quot;,&quot;repeat_count&quot;:1,&quot;source_digest&quot;:&quot;fec14eebe89d70f03bbbdb5d4b0061d9f33f7693f5f92298dd2a972fb21820cc&quot;}"/>
          <p:cNvSpPr txBox="1"/>
          <p:nvPr/>
        </p:nvSpPr>
        <p:spPr>
          <a:xfrm>
            <a:off x="2630901" y="3563640"/>
            <a:ext cx="551179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Bottleneck</a:t>
            </a:r>
          </a:p>
        </p:txBody>
      </p:sp>
      <p:cxnSp>
        <p:nvCxnSpPr>
          <p:cNvPr id="96" name="NNDV editable leader scene_object_scene_template_diffusion_unet_decoder_271a11ff 000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7.7916119,&quot;endpoint_object_ids&quot;:[],&quot;endpoint_role_ids&quot;:[],&quot;kind&quot;:&quot;leader&quot;,&quot;object_id&quot;:&quot;scene_object_scene_template_diffusion_unet_decoder_271a11ff&quot;,&quot;repeat_count&quot;:1,&quot;source_digest&quot;:&quot;fec14eebe89d70f03bbbdb5d4b0061d9f33f7693f5f92298dd2a972fb21820cc&quot;}"/>
          <p:cNvCxnSpPr/>
          <p:nvPr/>
        </p:nvCxnSpPr>
        <p:spPr>
          <a:xfrm flipV="1">
            <a:off x="3913193" y="3223565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NNDV editable label scene_object_scene_template_diffusion_unet_decoder_271a11ff 0094" descr="{&quot;architecture_direction&quot;:null,&quot;architecture_evidence_digest&quot;:null,&quot;architecture_role&quot;:&quot;decoder&quot;,&quot;architecture_role_graph_digest&quot;:null,&quot;architecture_role_graph_edge_id&quot;:null,&quot;architecture_role_id&quot;:null,&quot;architecture_route_id&quot;:null,&quot;architecture_route_role&quot;:null,&quot;depth&quot;:17.7916119,&quot;endpoint_object_ids&quot;:[],&quot;endpoint_role_ids&quot;:[],&quot;kind&quot;:&quot;label&quot;,&quot;object_id&quot;:&quot;scene_object_scene_template_diffusion_unet_decoder_271a11ff&quot;,&quot;repeat_count&quot;:1,&quot;source_digest&quot;:&quot;fec14eebe89d70f03bbbdb5d4b0061d9f33f7693f5f92298dd2a972fb21820cc&quot;}"/>
          <p:cNvSpPr txBox="1"/>
          <p:nvPr/>
        </p:nvSpPr>
        <p:spPr>
          <a:xfrm>
            <a:off x="3389572" y="3266765"/>
            <a:ext cx="1047241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Conditioned decoder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scene_diffusion_unet_editable_3d_template_6aee4962</dc:title>
  <dc:subject>Editable deterministic CPU projection of Scene IR 1.0</dc:subject>
  <dc:creator/>
  <cp:keywords/>
  <dc:description>NN_DaVinci 0.7.3;nndv-scene-export-1;camera=scene_camera_diffusion_unet_editable_3d_template_camera_7e18fe49;digest=fec14eebe89d70f03bbbdb5d4b0061d9f33f7693f5f92298dd2a972fb21820cc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