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480000" cy="432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NDV Scene background"/>
          <p:cNvSpPr/>
          <p:nvPr/>
        </p:nvSpPr>
        <p:spPr>
          <a:xfrm>
            <a:off x="0" y="0"/>
            <a:ext cx="6480000" cy="4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NDV editable face scene_object_scene_template_transformer_tokens_189f3d9f 0000" descr="{&quot;architecture_direction&quot;:null,&quot;architecture_evidence_digest&quot;:null,&quot;architecture_role&quot;:&quot;tokens&quot;,&quot;architecture_role_graph_digest&quot;:null,&quot;architecture_role_graph_edge_id&quot;:null,&quot;architecture_role_id&quot;:null,&quot;architecture_route_id&quot;:null,&quot;architecture_route_role&quot;:null,&quot;depth&quot;:24.170276625,&quot;endpoint_object_ids&quot;:[],&quot;endpoint_role_ids&quot;:[],&quot;kind&quot;:&quot;face&quot;,&quot;object_id&quot;:&quot;scene_object_scene_template_transformer_tokens_189f3d9f&quot;,&quot;repeat_count&quot;:1,&quot;source_digest&quot;:&quot;c5fe30435ff71fb6c2b42c9344fa803012349ef02c7bfbe18177d053e65d90ef&quot;}"/>
          <p:cNvSpPr/>
          <p:nvPr/>
        </p:nvSpPr>
        <p:spPr>
          <a:xfrm>
            <a:off x="1114560" y="1152909"/>
            <a:ext cx="1425359" cy="669218"/>
          </a:xfrm>
          <a:custGeom>
            <a:avLst/>
            <a:gdLst/>
            <a:ahLst/>
            <a:cxnLst/>
            <a:rect l="l" t="t" r="r" b="b"/>
            <a:pathLst>
              <a:path w="1425359" h="669218">
                <a:moveTo>
                  <a:pt x="820661" y="0"/>
                </a:moveTo>
                <a:lnTo>
                  <a:pt x="0" y="434176"/>
                </a:lnTo>
                <a:lnTo>
                  <a:pt x="604698" y="669218"/>
                </a:lnTo>
                <a:lnTo>
                  <a:pt x="1425359" y="235043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NDV editable face scene_object_scene_template_transformer_tokens_189f3d9f 0001" descr="{&quot;architecture_direction&quot;:null,&quot;architecture_evidence_digest&quot;:null,&quot;architecture_role&quot;:&quot;tokens&quot;,&quot;architecture_role_graph_digest&quot;:null,&quot;architecture_role_graph_edge_id&quot;:null,&quot;architecture_role_id&quot;:null,&quot;architecture_route_id&quot;:null,&quot;architecture_route_role&quot;:null,&quot;depth&quot;:23.7221492,&quot;endpoint_object_ids&quot;:[],&quot;endpoint_role_ids&quot;:[],&quot;kind&quot;:&quot;face&quot;,&quot;object_id&quot;:&quot;scene_object_scene_template_transformer_tokens_189f3d9f&quot;,&quot;repeat_count&quot;:1,&quot;source_digest&quot;:&quot;c5fe30435ff71fb6c2b42c9344fa803012349ef02c7bfbe18177d053e65d90ef&quot;}"/>
          <p:cNvSpPr/>
          <p:nvPr/>
        </p:nvSpPr>
        <p:spPr>
          <a:xfrm>
            <a:off x="1719258" y="1387952"/>
            <a:ext cx="820661" cy="711655"/>
          </a:xfrm>
          <a:custGeom>
            <a:avLst/>
            <a:gdLst/>
            <a:ahLst/>
            <a:cxnLst/>
            <a:rect l="l" t="t" r="r" b="b"/>
            <a:pathLst>
              <a:path w="820661" h="711655">
                <a:moveTo>
                  <a:pt x="820661" y="277480"/>
                </a:moveTo>
                <a:lnTo>
                  <a:pt x="820661" y="0"/>
                </a:lnTo>
                <a:lnTo>
                  <a:pt x="0" y="434175"/>
                </a:lnTo>
                <a:lnTo>
                  <a:pt x="0" y="711655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NDV editable face scene_object_scene_template_transformer_v_f36fcd6a 0002" descr="{&quot;architecture_direction&quot;:null,&quot;architecture_evidence_digest&quot;:null,&quot;architecture_role&quot;:&quot;v&quot;,&quot;architecture_role_graph_digest&quot;:null,&quot;architecture_role_graph_edge_id&quot;:null,&quot;architecture_role_id&quot;:null,&quot;architecture_route_id&quot;:null,&quot;architecture_route_role&quot;:null,&quot;depth&quot;:23.636337599999997,&quot;endpoint_object_ids&quot;:[],&quot;endpoint_role_ids&quot;:[],&quot;kind&quot;:&quot;face&quot;,&quot;object_id&quot;:&quot;scene_object_scene_template_transformer_v_f36fcd6a&quot;,&quot;repeat_count&quot;:1,&quot;source_digest&quot;:&quot;c5fe30435ff71fb6c2b42c9344fa803012349ef02c7bfbe18177d053e65d90ef&quot;}"/>
          <p:cNvSpPr/>
          <p:nvPr/>
        </p:nvSpPr>
        <p:spPr>
          <a:xfrm>
            <a:off x="2050401" y="2089814"/>
            <a:ext cx="863854" cy="414588"/>
          </a:xfrm>
          <a:custGeom>
            <a:avLst/>
            <a:gdLst/>
            <a:ahLst/>
            <a:cxnLst/>
            <a:rect l="l" t="t" r="r" b="b"/>
            <a:pathLst>
              <a:path w="863854" h="414588">
                <a:moveTo>
                  <a:pt x="561505" y="0"/>
                </a:moveTo>
                <a:lnTo>
                  <a:pt x="0" y="297067"/>
                </a:lnTo>
                <a:lnTo>
                  <a:pt x="302349" y="414588"/>
                </a:lnTo>
                <a:lnTo>
                  <a:pt x="863854" y="117521"/>
                </a:lnTo>
                <a:close/>
              </a:path>
            </a:pathLst>
          </a:custGeom>
          <a:solidFill>
            <a:srgbClr val="FCD34D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NDV editable face scene_object_scene_template_transformer_v_f36fcd6a 0003" descr="{&quot;architecture_direction&quot;:null,&quot;architecture_evidence_digest&quot;:null,&quot;architecture_role&quot;:&quot;v&quot;,&quot;architecture_role_graph_digest&quot;:null,&quot;architecture_role_graph_edge_id&quot;:null,&quot;architecture_role_id&quot;:null,&quot;architecture_route_id&quot;:null,&quot;architecture_route_role&quot;:null,&quot;depth&quot;:23.5314567,&quot;endpoint_object_ids&quot;:[],&quot;endpoint_role_ids&quot;:[],&quot;kind&quot;:&quot;face&quot;,&quot;object_id&quot;:&quot;scene_object_scene_template_transformer_v_f36fcd6a&quot;,&quot;repeat_count&quot;:1,&quot;source_digest&quot;:&quot;c5fe30435ff71fb6c2b42c9344fa803012349ef02c7bfbe18177d053e65d90ef&quot;}"/>
          <p:cNvSpPr/>
          <p:nvPr/>
        </p:nvSpPr>
        <p:spPr>
          <a:xfrm>
            <a:off x="2352750" y="2207335"/>
            <a:ext cx="561505" cy="574548"/>
          </a:xfrm>
          <a:custGeom>
            <a:avLst/>
            <a:gdLst/>
            <a:ahLst/>
            <a:cxnLst/>
            <a:rect l="l" t="t" r="r" b="b"/>
            <a:pathLst>
              <a:path w="561505" h="574548">
                <a:moveTo>
                  <a:pt x="561505" y="277480"/>
                </a:moveTo>
                <a:lnTo>
                  <a:pt x="561505" y="0"/>
                </a:lnTo>
                <a:lnTo>
                  <a:pt x="0" y="297067"/>
                </a:lnTo>
                <a:lnTo>
                  <a:pt x="0" y="574548"/>
                </a:lnTo>
                <a:close/>
              </a:path>
            </a:pathLst>
          </a:custGeom>
          <a:solidFill>
            <a:srgbClr val="FCD34D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NDV editable face scene_object_scene_template_transformer_tokens_189f3d9f 0004" descr="{&quot;architecture_direction&quot;:null,&quot;architecture_evidence_digest&quot;:null,&quot;architecture_role&quot;:&quot;tokens&quot;,&quot;architecture_role_graph_digest&quot;:null,&quot;architecture_role_graph_edge_id&quot;:null,&quot;architecture_role_id&quot;:null,&quot;architecture_route_id&quot;:null,&quot;architecture_route_role&quot;:null,&quot;depth&quot;:23.14053705,&quot;endpoint_object_ids&quot;:[],&quot;endpoint_role_ids&quot;:[],&quot;kind&quot;:&quot;face&quot;,&quot;object_id&quot;:&quot;scene_object_scene_template_transformer_tokens_189f3d9f&quot;,&quot;repeat_count&quot;:1,&quot;source_digest&quot;:&quot;c5fe30435ff71fb6c2b42c9344fa803012349ef02c7bfbe18177d053e65d90ef&quot;}"/>
          <p:cNvSpPr/>
          <p:nvPr/>
        </p:nvSpPr>
        <p:spPr>
          <a:xfrm>
            <a:off x="1114560" y="1587085"/>
            <a:ext cx="604698" cy="512522"/>
          </a:xfrm>
          <a:custGeom>
            <a:avLst/>
            <a:gdLst/>
            <a:ahLst/>
            <a:cxnLst/>
            <a:rect l="l" t="t" r="r" b="b"/>
            <a:pathLst>
              <a:path w="604698" h="512522">
                <a:moveTo>
                  <a:pt x="0" y="277480"/>
                </a:moveTo>
                <a:lnTo>
                  <a:pt x="604698" y="512522"/>
                </a:lnTo>
                <a:lnTo>
                  <a:pt x="604698" y="235042"/>
                </a:lnTo>
                <a:lnTo>
                  <a:pt x="0" y="0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NDV editable face scene_object_scene_template_transformer_v_f36fcd6a 0005" descr="{&quot;architecture_direction&quot;:null,&quot;architecture_evidence_digest&quot;:null,&quot;architecture_role&quot;:&quot;v&quot;,&quot;architecture_role_graph_digest&quot;:null,&quot;architecture_role_graph_edge_id&quot;:null,&quot;architecture_role_id&quot;:null,&quot;architecture_route_id&quot;:null,&quot;architecture_route_role&quot;:null,&quot;depth&quot;:23.007052299999998,&quot;endpoint_object_ids&quot;:[],&quot;endpoint_role_ids&quot;:[],&quot;kind&quot;:&quot;face&quot;,&quot;object_id&quot;:&quot;scene_object_scene_template_transformer_v_f36fcd6a&quot;,&quot;repeat_count&quot;:1,&quot;source_digest&quot;:&quot;c5fe30435ff71fb6c2b42c9344fa803012349ef02c7bfbe18177d053e65d90ef&quot;}"/>
          <p:cNvSpPr/>
          <p:nvPr/>
        </p:nvSpPr>
        <p:spPr>
          <a:xfrm>
            <a:off x="2050401" y="2386881"/>
            <a:ext cx="302349" cy="395002"/>
          </a:xfrm>
          <a:custGeom>
            <a:avLst/>
            <a:gdLst/>
            <a:ahLst/>
            <a:cxnLst/>
            <a:rect l="l" t="t" r="r" b="b"/>
            <a:pathLst>
              <a:path w="302349" h="395002">
                <a:moveTo>
                  <a:pt x="0" y="277480"/>
                </a:moveTo>
                <a:lnTo>
                  <a:pt x="302349" y="395002"/>
                </a:lnTo>
                <a:lnTo>
                  <a:pt x="302349" y="117521"/>
                </a:lnTo>
                <a:lnTo>
                  <a:pt x="0" y="0"/>
                </a:lnTo>
                <a:close/>
              </a:path>
            </a:pathLst>
          </a:custGeom>
          <a:solidFill>
            <a:srgbClr val="FCD34D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NDV editable face scene_object_scene_template_transformer_head_0_db2d8aba 0006" descr="{&quot;architecture_direction&quot;:null,&quot;architecture_evidence_digest&quot;:null,&quot;architecture_role&quot;:&quot;head-0&quot;,&quot;architecture_role_graph_digest&quot;:null,&quot;architecture_role_graph_edge_id&quot;:null,&quot;architecture_role_id&quot;:null,&quot;architecture_route_id&quot;:null,&quot;architecture_route_role&quot;:null,&quot;depth&quot;:22.81159245,&quot;endpoint_object_ids&quot;:[],&quot;endpoint_role_ids&quot;:[],&quot;kind&quot;:&quot;face&quot;,&quot;object_id&quot;:&quot;scene_object_scene_template_transformer_head_0_db2d8aba&quot;,&quot;repeat_count&quot;:1,&quot;source_digest&quot;:&quot;c5fe30435ff71fb6c2b42c9344fa803012349ef02c7bfbe18177d053e65d90ef&quot;}"/>
          <p:cNvSpPr/>
          <p:nvPr/>
        </p:nvSpPr>
        <p:spPr>
          <a:xfrm>
            <a:off x="3344382" y="2386065"/>
            <a:ext cx="637092" cy="284009"/>
          </a:xfrm>
          <a:custGeom>
            <a:avLst/>
            <a:gdLst/>
            <a:ahLst/>
            <a:cxnLst/>
            <a:rect l="l" t="t" r="r" b="b"/>
            <a:pathLst>
              <a:path w="637092" h="284009">
                <a:moveTo>
                  <a:pt x="259156" y="0"/>
                </a:moveTo>
                <a:lnTo>
                  <a:pt x="0" y="137108"/>
                </a:lnTo>
                <a:lnTo>
                  <a:pt x="377936" y="284009"/>
                </a:lnTo>
                <a:lnTo>
                  <a:pt x="637092" y="146901"/>
                </a:lnTo>
                <a:close/>
              </a:path>
            </a:pathLst>
          </a:custGeom>
          <a:solidFill>
            <a:srgbClr val="FBBF24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NNDV editable face scene_object_scene_template_transformer_k_0c328f34 0007" descr="{&quot;architecture_direction&quot;:null,&quot;architecture_evidence_digest&quot;:null,&quot;architecture_role&quot;:&quot;k&quot;,&quot;architecture_role_graph_digest&quot;:null,&quot;architecture_role_graph_edge_id&quot;:null,&quot;architecture_role_id&quot;:null,&quot;architecture_route_id&quot;:null,&quot;architecture_route_role&quot;:null,&quot;depth&quot;:22.682875000000003,&quot;endpoint_object_ids&quot;:[],&quot;endpoint_role_ids&quot;:[],&quot;kind&quot;:&quot;face&quot;,&quot;object_id&quot;:&quot;scene_object_scene_template_transformer_k_0c328f34&quot;,&quot;repeat_count&quot;:1,&quot;source_digest&quot;:&quot;c5fe30435ff71fb6c2b42c9344fa803012349ef02c7bfbe18177d053e65d90ef&quot;}"/>
          <p:cNvSpPr/>
          <p:nvPr/>
        </p:nvSpPr>
        <p:spPr>
          <a:xfrm>
            <a:off x="2050401" y="1534853"/>
            <a:ext cx="863854" cy="414588"/>
          </a:xfrm>
          <a:custGeom>
            <a:avLst/>
            <a:gdLst/>
            <a:ahLst/>
            <a:cxnLst/>
            <a:rect l="l" t="t" r="r" b="b"/>
            <a:pathLst>
              <a:path w="863854" h="414588">
                <a:moveTo>
                  <a:pt x="561505" y="0"/>
                </a:moveTo>
                <a:lnTo>
                  <a:pt x="0" y="297067"/>
                </a:lnTo>
                <a:lnTo>
                  <a:pt x="302349" y="414588"/>
                </a:lnTo>
                <a:lnTo>
                  <a:pt x="863854" y="117521"/>
                </a:lnTo>
                <a:close/>
              </a:path>
            </a:pathLst>
          </a:custGeom>
          <a:solidFill>
            <a:srgbClr val="FDE68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NNDV editable face scene_object_scene_template_transformer_head_0_db2d8aba 0008" descr="{&quot;architecture_direction&quot;:null,&quot;architecture_evidence_digest&quot;:null,&quot;architecture_role&quot;:&quot;head-0&quot;,&quot;architecture_role_graph_digest&quot;:null,&quot;architecture_role_graph_edge_id&quot;:null,&quot;architecture_role_id&quot;:null,&quot;architecture_route_id&quot;:null,&quot;architecture_route_role&quot;:null,&quot;depth&quot;:22.649503799999998,&quot;endpoint_object_ids&quot;:[],&quot;endpoint_role_ids&quot;:[],&quot;kind&quot;:&quot;face&quot;,&quot;object_id&quot;:&quot;scene_object_scene_template_transformer_head_0_db2d8aba&quot;,&quot;repeat_count&quot;:1,&quot;source_digest&quot;:&quot;c5fe30435ff71fb6c2b42c9344fa803012349ef02c7bfbe18177d053e65d90ef&quot;}"/>
          <p:cNvSpPr/>
          <p:nvPr/>
        </p:nvSpPr>
        <p:spPr>
          <a:xfrm>
            <a:off x="3344382" y="2523173"/>
            <a:ext cx="377936" cy="424382"/>
          </a:xfrm>
          <a:custGeom>
            <a:avLst/>
            <a:gdLst/>
            <a:ahLst/>
            <a:cxnLst/>
            <a:rect l="l" t="t" r="r" b="b"/>
            <a:pathLst>
              <a:path w="377936" h="424382">
                <a:moveTo>
                  <a:pt x="0" y="277480"/>
                </a:moveTo>
                <a:lnTo>
                  <a:pt x="377936" y="424382"/>
                </a:lnTo>
                <a:lnTo>
                  <a:pt x="377936" y="146901"/>
                </a:lnTo>
                <a:lnTo>
                  <a:pt x="0" y="0"/>
                </a:lnTo>
                <a:close/>
              </a:path>
            </a:pathLst>
          </a:custGeom>
          <a:solidFill>
            <a:srgbClr val="FBBF24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NDV editable face scene_object_scene_template_transformer_head_0_db2d8aba 0009" descr="{&quot;architecture_direction&quot;:null,&quot;architecture_evidence_digest&quot;:null,&quot;architecture_role&quot;:&quot;head-0&quot;,&quot;architecture_role_graph_digest&quot;:null,&quot;architecture_role_graph_edge_id&quot;:null,&quot;architecture_role_id&quot;:null,&quot;architecture_route_id&quot;:null,&quot;architecture_route_role&quot;:null,&quot;depth&quot;:22.620899950000002,&quot;endpoint_object_ids&quot;:[],&quot;endpoint_role_ids&quot;:[],&quot;kind&quot;:&quot;face&quot;,&quot;object_id&quot;:&quot;scene_object_scene_template_transformer_head_0_db2d8aba&quot;,&quot;repeat_count&quot;:1,&quot;source_digest&quot;:&quot;c5fe30435ff71fb6c2b42c9344fa803012349ef02c7bfbe18177d053e65d90ef&quot;}"/>
          <p:cNvSpPr/>
          <p:nvPr/>
        </p:nvSpPr>
        <p:spPr>
          <a:xfrm>
            <a:off x="3722318" y="2532966"/>
            <a:ext cx="259156" cy="414589"/>
          </a:xfrm>
          <a:custGeom>
            <a:avLst/>
            <a:gdLst/>
            <a:ahLst/>
            <a:cxnLst/>
            <a:rect l="l" t="t" r="r" b="b"/>
            <a:pathLst>
              <a:path w="259156" h="414589">
                <a:moveTo>
                  <a:pt x="259156" y="277481"/>
                </a:moveTo>
                <a:lnTo>
                  <a:pt x="259156" y="0"/>
                </a:lnTo>
                <a:lnTo>
                  <a:pt x="0" y="137108"/>
                </a:lnTo>
                <a:lnTo>
                  <a:pt x="0" y="414589"/>
                </a:lnTo>
                <a:close/>
              </a:path>
            </a:pathLst>
          </a:custGeom>
          <a:solidFill>
            <a:srgbClr val="FBBF24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NNDV editable face scene_object_scene_template_transformer_k_0c328f34 0010" descr="{&quot;architecture_direction&quot;:null,&quot;architecture_evidence_digest&quot;:null,&quot;architecture_role&quot;:&quot;k&quot;,&quot;architecture_role_graph_digest&quot;:null,&quot;architecture_role_graph_edge_id&quot;:null,&quot;architecture_role_id&quot;:null,&quot;architecture_route_id&quot;:null,&quot;architecture_route_role&quot;:null,&quot;depth&quot;:22.5779941,&quot;endpoint_object_ids&quot;:[],&quot;endpoint_role_ids&quot;:[],&quot;kind&quot;:&quot;face&quot;,&quot;object_id&quot;:&quot;scene_object_scene_template_transformer_k_0c328f34&quot;,&quot;repeat_count&quot;:1,&quot;source_digest&quot;:&quot;c5fe30435ff71fb6c2b42c9344fa803012349ef02c7bfbe18177d053e65d90ef&quot;}"/>
          <p:cNvSpPr/>
          <p:nvPr/>
        </p:nvSpPr>
        <p:spPr>
          <a:xfrm>
            <a:off x="2352750" y="1652374"/>
            <a:ext cx="561505" cy="574548"/>
          </a:xfrm>
          <a:custGeom>
            <a:avLst/>
            <a:gdLst/>
            <a:ahLst/>
            <a:cxnLst/>
            <a:rect l="l" t="t" r="r" b="b"/>
            <a:pathLst>
              <a:path w="561505" h="574548">
                <a:moveTo>
                  <a:pt x="561505" y="277481"/>
                </a:moveTo>
                <a:lnTo>
                  <a:pt x="561505" y="0"/>
                </a:lnTo>
                <a:lnTo>
                  <a:pt x="0" y="297067"/>
                </a:lnTo>
                <a:lnTo>
                  <a:pt x="0" y="574548"/>
                </a:lnTo>
                <a:close/>
              </a:path>
            </a:pathLst>
          </a:custGeom>
          <a:solidFill>
            <a:srgbClr val="FDE68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NNDV editable face scene_object_scene_template_transformer_k_0c328f34 0011" descr="{&quot;architecture_direction&quot;:null,&quot;architecture_evidence_digest&quot;:null,&quot;architecture_role&quot;:&quot;k&quot;,&quot;architecture_role_graph_digest&quot;:null,&quot;architecture_role_graph_edge_id&quot;:null,&quot;architecture_role_id&quot;:null,&quot;architecture_route_id&quot;:null,&quot;architecture_route_role&quot;:null,&quot;depth&quot;:22.0535897,&quot;endpoint_object_ids&quot;:[],&quot;endpoint_role_ids&quot;:[],&quot;kind&quot;:&quot;face&quot;,&quot;object_id&quot;:&quot;scene_object_scene_template_transformer_k_0c328f34&quot;,&quot;repeat_count&quot;:1,&quot;source_digest&quot;:&quot;c5fe30435ff71fb6c2b42c9344fa803012349ef02c7bfbe18177d053e65d90ef&quot;}"/>
          <p:cNvSpPr/>
          <p:nvPr/>
        </p:nvSpPr>
        <p:spPr>
          <a:xfrm>
            <a:off x="2050401" y="1831920"/>
            <a:ext cx="302349" cy="395002"/>
          </a:xfrm>
          <a:custGeom>
            <a:avLst/>
            <a:gdLst/>
            <a:ahLst/>
            <a:cxnLst/>
            <a:rect l="l" t="t" r="r" b="b"/>
            <a:pathLst>
              <a:path w="302349" h="395002">
                <a:moveTo>
                  <a:pt x="0" y="277481"/>
                </a:moveTo>
                <a:lnTo>
                  <a:pt x="302349" y="395002"/>
                </a:lnTo>
                <a:lnTo>
                  <a:pt x="302349" y="117521"/>
                </a:lnTo>
                <a:lnTo>
                  <a:pt x="0" y="0"/>
                </a:lnTo>
                <a:close/>
              </a:path>
            </a:pathLst>
          </a:custGeom>
          <a:solidFill>
            <a:srgbClr val="FDE68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NDV editable face scene_object_scene_template_transformer_q_d58cbf4e 0012" descr="{&quot;architecture_direction&quot;:null,&quot;architecture_evidence_digest&quot;:null,&quot;architecture_role&quot;:&quot;q&quot;,&quot;architecture_role_graph_digest&quot;:null,&quot;architecture_role_graph_edge_id&quot;:null,&quot;architecture_role_id&quot;:null,&quot;architecture_route_id&quot;:null,&quot;architecture_route_role&quot;:null,&quot;depth&quot;:21.7294124,&quot;endpoint_object_ids&quot;:[],&quot;endpoint_role_ids&quot;:[],&quot;kind&quot;:&quot;face&quot;,&quot;object_id&quot;:&quot;scene_object_scene_template_transformer_q_d58cbf4e&quot;,&quot;repeat_count&quot;:1,&quot;source_digest&quot;:&quot;c5fe30435ff71fb6c2b42c9344fa803012349ef02c7bfbe18177d053e65d90ef&quot;}"/>
          <p:cNvSpPr/>
          <p:nvPr/>
        </p:nvSpPr>
        <p:spPr>
          <a:xfrm>
            <a:off x="2050401" y="979892"/>
            <a:ext cx="863854" cy="414589"/>
          </a:xfrm>
          <a:custGeom>
            <a:avLst/>
            <a:gdLst/>
            <a:ahLst/>
            <a:cxnLst/>
            <a:rect l="l" t="t" r="r" b="b"/>
            <a:pathLst>
              <a:path w="863854" h="414589">
                <a:moveTo>
                  <a:pt x="561505" y="0"/>
                </a:moveTo>
                <a:lnTo>
                  <a:pt x="0" y="297067"/>
                </a:lnTo>
                <a:lnTo>
                  <a:pt x="302349" y="414589"/>
                </a:lnTo>
                <a:lnTo>
                  <a:pt x="863854" y="117521"/>
                </a:lnTo>
                <a:close/>
              </a:path>
            </a:pathLst>
          </a:custGeom>
          <a:solidFill>
            <a:srgbClr val="FEF3C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NNDV editable face scene_object_scene_template_transformer_q_d58cbf4e 0013" descr="{&quot;architecture_direction&quot;:null,&quot;architecture_evidence_digest&quot;:null,&quot;architecture_role&quot;:&quot;q&quot;,&quot;architecture_role_graph_digest&quot;:null,&quot;architecture_role_graph_edge_id&quot;:null,&quot;architecture_role_id&quot;:null,&quot;architecture_route_id&quot;:null,&quot;architecture_route_role&quot;:null,&quot;depth&quot;:21.6245315,&quot;endpoint_object_ids&quot;:[],&quot;endpoint_role_ids&quot;:[],&quot;kind&quot;:&quot;face&quot;,&quot;object_id&quot;:&quot;scene_object_scene_template_transformer_q_d58cbf4e&quot;,&quot;repeat_count&quot;:1,&quot;source_digest&quot;:&quot;c5fe30435ff71fb6c2b42c9344fa803012349ef02c7bfbe18177d053e65d90ef&quot;}"/>
          <p:cNvSpPr/>
          <p:nvPr/>
        </p:nvSpPr>
        <p:spPr>
          <a:xfrm>
            <a:off x="2352750" y="1097413"/>
            <a:ext cx="561505" cy="574548"/>
          </a:xfrm>
          <a:custGeom>
            <a:avLst/>
            <a:gdLst/>
            <a:ahLst/>
            <a:cxnLst/>
            <a:rect l="l" t="t" r="r" b="b"/>
            <a:pathLst>
              <a:path w="561505" h="574548">
                <a:moveTo>
                  <a:pt x="561505" y="277481"/>
                </a:moveTo>
                <a:lnTo>
                  <a:pt x="561505" y="0"/>
                </a:lnTo>
                <a:lnTo>
                  <a:pt x="0" y="297068"/>
                </a:lnTo>
                <a:lnTo>
                  <a:pt x="0" y="574548"/>
                </a:lnTo>
                <a:close/>
              </a:path>
            </a:pathLst>
          </a:custGeom>
          <a:solidFill>
            <a:srgbClr val="FEF3C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NDV editable face scene_object_scene_template_transformer_head_1_e7b8fc32 0014" descr="{&quot;architecture_direction&quot;:null,&quot;architecture_evidence_digest&quot;:null,&quot;architecture_role&quot;:&quot;head-1&quot;,&quot;architecture_role_graph_digest&quot;:null,&quot;architecture_role_graph_edge_id&quot;:null,&quot;architecture_role_id&quot;:null,&quot;architecture_route_id&quot;:null,&quot;architecture_route_role&quot;:null,&quot;depth&quot;:21.429071675000003,&quot;endpoint_object_ids&quot;:[],&quot;endpoint_role_ids&quot;:[],&quot;kind&quot;:&quot;face&quot;,&quot;object_id&quot;:&quot;scene_object_scene_template_transformer_head_1_e7b8fc32&quot;,&quot;repeat_count&quot;:1,&quot;source_digest&quot;:&quot;c5fe30435ff71fb6c2b42c9344fa803012349ef02c7bfbe18177d053e65d90ef&quot;}"/>
          <p:cNvSpPr/>
          <p:nvPr/>
        </p:nvSpPr>
        <p:spPr>
          <a:xfrm>
            <a:off x="3128419" y="2084101"/>
            <a:ext cx="637092" cy="284009"/>
          </a:xfrm>
          <a:custGeom>
            <a:avLst/>
            <a:gdLst/>
            <a:ahLst/>
            <a:cxnLst/>
            <a:rect l="l" t="t" r="r" b="b"/>
            <a:pathLst>
              <a:path w="637092" h="284009">
                <a:moveTo>
                  <a:pt x="259156" y="0"/>
                </a:moveTo>
                <a:lnTo>
                  <a:pt x="0" y="137108"/>
                </a:lnTo>
                <a:lnTo>
                  <a:pt x="377936" y="284009"/>
                </a:lnTo>
                <a:lnTo>
                  <a:pt x="637092" y="146901"/>
                </a:lnTo>
                <a:close/>
              </a:path>
            </a:pathLst>
          </a:custGeom>
          <a:solidFill>
            <a:srgbClr val="FBBF24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NNDV editable face scene_object_scene_template_transformer_head_1_e7b8fc32 0015" descr="{&quot;architecture_direction&quot;:null,&quot;architecture_evidence_digest&quot;:null,&quot;architecture_role&quot;:&quot;head-1&quot;,&quot;architecture_role_graph_digest&quot;:null,&quot;architecture_role_graph_edge_id&quot;:null,&quot;architecture_role_id&quot;:null,&quot;architecture_route_id&quot;:null,&quot;architecture_route_role&quot;:null,&quot;depth&quot;:21.26698305,&quot;endpoint_object_ids&quot;:[],&quot;endpoint_role_ids&quot;:[],&quot;kind&quot;:&quot;face&quot;,&quot;object_id&quot;:&quot;scene_object_scene_template_transformer_head_1_e7b8fc32&quot;,&quot;repeat_count&quot;:1,&quot;source_digest&quot;:&quot;c5fe30435ff71fb6c2b42c9344fa803012349ef02c7bfbe18177d053e65d90ef&quot;}"/>
          <p:cNvSpPr/>
          <p:nvPr/>
        </p:nvSpPr>
        <p:spPr>
          <a:xfrm>
            <a:off x="3128419" y="2221209"/>
            <a:ext cx="377936" cy="424382"/>
          </a:xfrm>
          <a:custGeom>
            <a:avLst/>
            <a:gdLst/>
            <a:ahLst/>
            <a:cxnLst/>
            <a:rect l="l" t="t" r="r" b="b"/>
            <a:pathLst>
              <a:path w="377936" h="424382">
                <a:moveTo>
                  <a:pt x="0" y="277480"/>
                </a:moveTo>
                <a:lnTo>
                  <a:pt x="377936" y="424382"/>
                </a:lnTo>
                <a:lnTo>
                  <a:pt x="377936" y="146901"/>
                </a:lnTo>
                <a:lnTo>
                  <a:pt x="0" y="0"/>
                </a:lnTo>
                <a:close/>
              </a:path>
            </a:pathLst>
          </a:custGeom>
          <a:solidFill>
            <a:srgbClr val="FBBF24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NNDV editable face scene_object_scene_template_transformer_head_1_e7b8fc32 0016" descr="{&quot;architecture_direction&quot;:null,&quot;architecture_evidence_digest&quot;:null,&quot;architecture_role&quot;:&quot;head-1&quot;,&quot;architecture_role_graph_digest&quot;:null,&quot;architecture_role_graph_edge_id&quot;:null,&quot;architecture_role_id&quot;:null,&quot;architecture_route_id&quot;:null,&quot;architecture_route_role&quot;:null,&quot;depth&quot;:21.23837915,&quot;endpoint_object_ids&quot;:[],&quot;endpoint_role_ids&quot;:[],&quot;kind&quot;:&quot;face&quot;,&quot;object_id&quot;:&quot;scene_object_scene_template_transformer_head_1_e7b8fc32&quot;,&quot;repeat_count&quot;:1,&quot;source_digest&quot;:&quot;c5fe30435ff71fb6c2b42c9344fa803012349ef02c7bfbe18177d053e65d90ef&quot;}"/>
          <p:cNvSpPr/>
          <p:nvPr/>
        </p:nvSpPr>
        <p:spPr>
          <a:xfrm>
            <a:off x="3506355" y="2231002"/>
            <a:ext cx="259156" cy="414589"/>
          </a:xfrm>
          <a:custGeom>
            <a:avLst/>
            <a:gdLst/>
            <a:ahLst/>
            <a:cxnLst/>
            <a:rect l="l" t="t" r="r" b="b"/>
            <a:pathLst>
              <a:path w="259156" h="414589">
                <a:moveTo>
                  <a:pt x="259156" y="277481"/>
                </a:moveTo>
                <a:lnTo>
                  <a:pt x="259156" y="0"/>
                </a:lnTo>
                <a:lnTo>
                  <a:pt x="0" y="137108"/>
                </a:lnTo>
                <a:lnTo>
                  <a:pt x="0" y="414589"/>
                </a:lnTo>
                <a:close/>
              </a:path>
            </a:pathLst>
          </a:custGeom>
          <a:solidFill>
            <a:srgbClr val="FBBF24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NDV editable face scene_object_scene_template_transformer_q_d58cbf4e 0017" descr="{&quot;architecture_direction&quot;:null,&quot;architecture_evidence_digest&quot;:null,&quot;architecture_role&quot;:&quot;q&quot;,&quot;architecture_role_graph_digest&quot;:null,&quot;architecture_role_graph_edge_id&quot;:null,&quot;architecture_role_id&quot;:null,&quot;architecture_route_id&quot;:null,&quot;architecture_route_role&quot;:null,&quot;depth&quot;:21.1001271,&quot;endpoint_object_ids&quot;:[],&quot;endpoint_role_ids&quot;:[],&quot;kind&quot;:&quot;face&quot;,&quot;object_id&quot;:&quot;scene_object_scene_template_transformer_q_d58cbf4e&quot;,&quot;repeat_count&quot;:1,&quot;source_digest&quot;:&quot;c5fe30435ff71fb6c2b42c9344fa803012349ef02c7bfbe18177d053e65d90ef&quot;}"/>
          <p:cNvSpPr/>
          <p:nvPr/>
        </p:nvSpPr>
        <p:spPr>
          <a:xfrm>
            <a:off x="2050401" y="1276959"/>
            <a:ext cx="302349" cy="395002"/>
          </a:xfrm>
          <a:custGeom>
            <a:avLst/>
            <a:gdLst/>
            <a:ahLst/>
            <a:cxnLst/>
            <a:rect l="l" t="t" r="r" b="b"/>
            <a:pathLst>
              <a:path w="302349" h="395002">
                <a:moveTo>
                  <a:pt x="0" y="277481"/>
                </a:moveTo>
                <a:lnTo>
                  <a:pt x="302349" y="395002"/>
                </a:lnTo>
                <a:lnTo>
                  <a:pt x="302349" y="117522"/>
                </a:lnTo>
                <a:lnTo>
                  <a:pt x="0" y="0"/>
                </a:lnTo>
                <a:close/>
              </a:path>
            </a:pathLst>
          </a:custGeom>
          <a:solidFill>
            <a:srgbClr val="FEF3C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NDV editable face scene_object_scene_template_transformer_head_2_7cd9b8b4 0018" descr="{&quot;architecture_direction&quot;:null,&quot;architecture_evidence_digest&quot;:null,&quot;architecture_role&quot;:&quot;head-2&quot;,&quot;architecture_role_graph_digest&quot;:null,&quot;architecture_role_graph_edge_id&quot;:null,&quot;architecture_role_id&quot;:null,&quot;architecture_route_id&quot;:null,&quot;architecture_route_role&quot;:null,&quot;depth&quot;:20.04655095,&quot;endpoint_object_ids&quot;:[],&quot;endpoint_role_ids&quot;:[],&quot;kind&quot;:&quot;face&quot;,&quot;object_id&quot;:&quot;scene_object_scene_template_transformer_head_2_7cd9b8b4&quot;,&quot;repeat_count&quot;:1,&quot;source_digest&quot;:&quot;c5fe30435ff71fb6c2b42c9344fa803012349ef02c7bfbe18177d053e65d90ef&quot;}"/>
          <p:cNvSpPr/>
          <p:nvPr/>
        </p:nvSpPr>
        <p:spPr>
          <a:xfrm>
            <a:off x="2912455" y="1782137"/>
            <a:ext cx="637093" cy="284009"/>
          </a:xfrm>
          <a:custGeom>
            <a:avLst/>
            <a:gdLst/>
            <a:ahLst/>
            <a:cxnLst/>
            <a:rect l="l" t="t" r="r" b="b"/>
            <a:pathLst>
              <a:path w="637093" h="284009">
                <a:moveTo>
                  <a:pt x="259157" y="0"/>
                </a:moveTo>
                <a:lnTo>
                  <a:pt x="0" y="137108"/>
                </a:lnTo>
                <a:lnTo>
                  <a:pt x="377936" y="284009"/>
                </a:lnTo>
                <a:lnTo>
                  <a:pt x="637093" y="146901"/>
                </a:lnTo>
                <a:close/>
              </a:path>
            </a:pathLst>
          </a:custGeom>
          <a:solidFill>
            <a:srgbClr val="FBBF24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NDV editable face scene_object_scene_template_transformer_head_2_7cd9b8b4 0019" descr="{&quot;architecture_direction&quot;:null,&quot;architecture_evidence_digest&quot;:null,&quot;architecture_role&quot;:&quot;head-2&quot;,&quot;architecture_role_graph_digest&quot;:null,&quot;architecture_role_graph_edge_id&quot;:null,&quot;architecture_role_id&quot;:null,&quot;architecture_route_id&quot;:null,&quot;architecture_route_role&quot;:null,&quot;depth&quot;:19.8844623,&quot;endpoint_object_ids&quot;:[],&quot;endpoint_role_ids&quot;:[],&quot;kind&quot;:&quot;face&quot;,&quot;object_id&quot;:&quot;scene_object_scene_template_transformer_head_2_7cd9b8b4&quot;,&quot;repeat_count&quot;:1,&quot;source_digest&quot;:&quot;c5fe30435ff71fb6c2b42c9344fa803012349ef02c7bfbe18177d053e65d90ef&quot;}"/>
          <p:cNvSpPr/>
          <p:nvPr/>
        </p:nvSpPr>
        <p:spPr>
          <a:xfrm>
            <a:off x="2912455" y="1919245"/>
            <a:ext cx="377936" cy="424382"/>
          </a:xfrm>
          <a:custGeom>
            <a:avLst/>
            <a:gdLst/>
            <a:ahLst/>
            <a:cxnLst/>
            <a:rect l="l" t="t" r="r" b="b"/>
            <a:pathLst>
              <a:path w="377936" h="424382">
                <a:moveTo>
                  <a:pt x="0" y="277480"/>
                </a:moveTo>
                <a:lnTo>
                  <a:pt x="377936" y="424382"/>
                </a:lnTo>
                <a:lnTo>
                  <a:pt x="377936" y="146901"/>
                </a:lnTo>
                <a:lnTo>
                  <a:pt x="0" y="0"/>
                </a:lnTo>
                <a:close/>
              </a:path>
            </a:pathLst>
          </a:custGeom>
          <a:solidFill>
            <a:srgbClr val="FBBF24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NNDV editable face scene_object_scene_template_transformer_head_2_7cd9b8b4 0020" descr="{&quot;architecture_direction&quot;:null,&quot;architecture_evidence_digest&quot;:null,&quot;architecture_role&quot;:&quot;head-2&quot;,&quot;architecture_role_graph_digest&quot;:null,&quot;architecture_role_graph_edge_id&quot;:null,&quot;architecture_role_id&quot;:null,&quot;architecture_route_id&quot;:null,&quot;architecture_route_role&quot;:null,&quot;depth&quot;:19.85585845,&quot;endpoint_object_ids&quot;:[],&quot;endpoint_role_ids&quot;:[],&quot;kind&quot;:&quot;face&quot;,&quot;object_id&quot;:&quot;scene_object_scene_template_transformer_head_2_7cd9b8b4&quot;,&quot;repeat_count&quot;:1,&quot;source_digest&quot;:&quot;c5fe30435ff71fb6c2b42c9344fa803012349ef02c7bfbe18177d053e65d90ef&quot;}"/>
          <p:cNvSpPr/>
          <p:nvPr/>
        </p:nvSpPr>
        <p:spPr>
          <a:xfrm>
            <a:off x="3290391" y="1929038"/>
            <a:ext cx="259157" cy="414589"/>
          </a:xfrm>
          <a:custGeom>
            <a:avLst/>
            <a:gdLst/>
            <a:ahLst/>
            <a:cxnLst/>
            <a:rect l="l" t="t" r="r" b="b"/>
            <a:pathLst>
              <a:path w="259157" h="414589">
                <a:moveTo>
                  <a:pt x="259157" y="277481"/>
                </a:moveTo>
                <a:lnTo>
                  <a:pt x="259157" y="0"/>
                </a:lnTo>
                <a:lnTo>
                  <a:pt x="0" y="137108"/>
                </a:lnTo>
                <a:lnTo>
                  <a:pt x="0" y="414589"/>
                </a:lnTo>
                <a:close/>
              </a:path>
            </a:pathLst>
          </a:custGeom>
          <a:solidFill>
            <a:srgbClr val="FBBF24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NNDV editable face scene_object_scene_template_transformer_concat_ae9e295a 0021" descr="{&quot;architecture_direction&quot;:null,&quot;architecture_evidence_digest&quot;:null,&quot;architecture_role&quot;:&quot;concat&quot;,&quot;architecture_role_graph_digest&quot;:null,&quot;architecture_role_graph_edge_id&quot;:null,&quot;architecture_role_id&quot;:null,&quot;architecture_route_id&quot;:null,&quot;architecture_route_role&quot;:null,&quot;depth&quot;:18.7450745,&quot;endpoint_object_ids&quot;:[],&quot;endpoint_role_ids&quot;:[],&quot;kind&quot;:&quot;face&quot;,&quot;object_id&quot;:&quot;scene_object_scene_template_transformer_concat_ae9e295a&quot;,&quot;repeat_count&quot;:1,&quot;source_digest&quot;:&quot;c5fe30435ff71fb6c2b42c9344fa803012349ef02c7bfbe18177d053e65d90ef&quot;}"/>
          <p:cNvSpPr/>
          <p:nvPr/>
        </p:nvSpPr>
        <p:spPr>
          <a:xfrm>
            <a:off x="4084057" y="2164897"/>
            <a:ext cx="475120" cy="861821"/>
          </a:xfrm>
          <a:custGeom>
            <a:avLst/>
            <a:gdLst/>
            <a:ahLst/>
            <a:cxnLst/>
            <a:rect l="l" t="t" r="r" b="b"/>
            <a:pathLst>
              <a:path w="475120" h="861821">
                <a:moveTo>
                  <a:pt x="475120" y="610457"/>
                </a:moveTo>
                <a:lnTo>
                  <a:pt x="475120" y="0"/>
                </a:lnTo>
                <a:lnTo>
                  <a:pt x="0" y="251364"/>
                </a:lnTo>
                <a:lnTo>
                  <a:pt x="0" y="861821"/>
                </a:lnTo>
                <a:close/>
              </a:path>
            </a:pathLst>
          </a:custGeom>
          <a:solidFill>
            <a:srgbClr val="C4B5FD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NNDV editable face scene_object_scene_template_transformer_concat_ae9e295a 0022" descr="{&quot;architecture_direction&quot;:null,&quot;architecture_evidence_digest&quot;:null,&quot;architecture_role&quot;:&quot;concat&quot;,&quot;architecture_role_graph_digest&quot;:null,&quot;architecture_role_graph_edge_id&quot;:null,&quot;architecture_role_id&quot;:null,&quot;architecture_route_id&quot;:null,&quot;architecture_route_role&quot;:null,&quot;depth&quot;:18.7355399,&quot;endpoint_object_ids&quot;:[],&quot;endpoint_role_ids&quot;:[],&quot;kind&quot;:&quot;face&quot;,&quot;object_id&quot;:&quot;scene_object_scene_template_transformer_concat_ae9e295a&quot;,&quot;repeat_count&quot;:1,&quot;source_digest&quot;:&quot;c5fe30435ff71fb6c2b42c9344fa803012349ef02c7bfbe18177d053e65d90ef&quot;}"/>
          <p:cNvSpPr/>
          <p:nvPr/>
        </p:nvSpPr>
        <p:spPr>
          <a:xfrm>
            <a:off x="3630534" y="1988615"/>
            <a:ext cx="928643" cy="427646"/>
          </a:xfrm>
          <a:custGeom>
            <a:avLst/>
            <a:gdLst/>
            <a:ahLst/>
            <a:cxnLst/>
            <a:rect l="l" t="t" r="r" b="b"/>
            <a:pathLst>
              <a:path w="928643" h="427646">
                <a:moveTo>
                  <a:pt x="475119" y="0"/>
                </a:moveTo>
                <a:lnTo>
                  <a:pt x="0" y="251365"/>
                </a:lnTo>
                <a:lnTo>
                  <a:pt x="453523" y="427646"/>
                </a:lnTo>
                <a:lnTo>
                  <a:pt x="928643" y="176282"/>
                </a:lnTo>
                <a:close/>
              </a:path>
            </a:pathLst>
          </a:custGeom>
          <a:solidFill>
            <a:srgbClr val="C4B5FD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NNDV editable face scene_object_scene_template_transformer_head_3_5fd1a2b5 0023" descr="{&quot;architecture_direction&quot;:null,&quot;architecture_evidence_digest&quot;:null,&quot;architecture_role&quot;:&quot;head-3&quot;,&quot;architecture_role_graph_digest&quot;:null,&quot;architecture_role_graph_edge_id&quot;:null,&quot;architecture_role_id&quot;:null,&quot;architecture_route_id&quot;:null,&quot;architecture_route_role&quot;:null,&quot;depth&quot;:18.664030175,&quot;endpoint_object_ids&quot;:[],&quot;endpoint_role_ids&quot;:[],&quot;kind&quot;:&quot;face&quot;,&quot;object_id&quot;:&quot;scene_object_scene_template_transformer_head_3_5fd1a2b5&quot;,&quot;repeat_count&quot;:1,&quot;source_digest&quot;:&quot;c5fe30435ff71fb6c2b42c9344fa803012349ef02c7bfbe18177d053e65d90ef&quot;}"/>
          <p:cNvSpPr/>
          <p:nvPr/>
        </p:nvSpPr>
        <p:spPr>
          <a:xfrm>
            <a:off x="2696492" y="1480173"/>
            <a:ext cx="637092" cy="284009"/>
          </a:xfrm>
          <a:custGeom>
            <a:avLst/>
            <a:gdLst/>
            <a:ahLst/>
            <a:cxnLst/>
            <a:rect l="l" t="t" r="r" b="b"/>
            <a:pathLst>
              <a:path w="637092" h="284009">
                <a:moveTo>
                  <a:pt x="259156" y="0"/>
                </a:moveTo>
                <a:lnTo>
                  <a:pt x="0" y="137108"/>
                </a:lnTo>
                <a:lnTo>
                  <a:pt x="377936" y="284009"/>
                </a:lnTo>
                <a:lnTo>
                  <a:pt x="637092" y="146901"/>
                </a:lnTo>
                <a:close/>
              </a:path>
            </a:pathLst>
          </a:custGeom>
          <a:solidFill>
            <a:srgbClr val="FBBF24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NNDV editable face scene_object_scene_template_transformer_concat_ae9e295a 0024" descr="{&quot;architecture_direction&quot;:null,&quot;architecture_evidence_digest&quot;:null,&quot;architecture_role&quot;:&quot;concat&quot;,&quot;architecture_role_graph_digest&quot;:null,&quot;architecture_role_graph_edge_id&quot;:null,&quot;architecture_role_id&quot;:null,&quot;architecture_route_id&quot;:null,&quot;architecture_route_role&quot;:null,&quot;depth&quot;:18.5257781,&quot;endpoint_object_ids&quot;:[],&quot;endpoint_role_ids&quot;:[],&quot;kind&quot;:&quot;face&quot;,&quot;object_id&quot;:&quot;scene_object_scene_template_transformer_concat_ae9e295a&quot;,&quot;repeat_count&quot;:1,&quot;source_digest&quot;:&quot;c5fe30435ff71fb6c2b42c9344fa803012349ef02c7bfbe18177d053e65d90ef&quot;}"/>
          <p:cNvSpPr/>
          <p:nvPr/>
        </p:nvSpPr>
        <p:spPr>
          <a:xfrm>
            <a:off x="3630534" y="2239980"/>
            <a:ext cx="453523" cy="786738"/>
          </a:xfrm>
          <a:custGeom>
            <a:avLst/>
            <a:gdLst/>
            <a:ahLst/>
            <a:cxnLst/>
            <a:rect l="l" t="t" r="r" b="b"/>
            <a:pathLst>
              <a:path w="453523" h="786738">
                <a:moveTo>
                  <a:pt x="0" y="610456"/>
                </a:moveTo>
                <a:lnTo>
                  <a:pt x="453523" y="786738"/>
                </a:lnTo>
                <a:lnTo>
                  <a:pt x="453523" y="176281"/>
                </a:lnTo>
                <a:lnTo>
                  <a:pt x="0" y="0"/>
                </a:lnTo>
                <a:close/>
              </a:path>
            </a:pathLst>
          </a:custGeom>
          <a:solidFill>
            <a:srgbClr val="C4B5FD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NNDV editable face scene_object_scene_template_transformer_head_3_5fd1a2b5 0025" descr="{&quot;architecture_direction&quot;:null,&quot;architecture_evidence_digest&quot;:null,&quot;architecture_role&quot;:&quot;head-3&quot;,&quot;architecture_role_graph_digest&quot;:null,&quot;architecture_role_graph_edge_id&quot;:null,&quot;architecture_role_id&quot;:null,&quot;architecture_route_id&quot;:null,&quot;architecture_route_role&quot;:null,&quot;depth&quot;:18.501941549999998,&quot;endpoint_object_ids&quot;:[],&quot;endpoint_role_ids&quot;:[],&quot;kind&quot;:&quot;face&quot;,&quot;object_id&quot;:&quot;scene_object_scene_template_transformer_head_3_5fd1a2b5&quot;,&quot;repeat_count&quot;:1,&quot;source_digest&quot;:&quot;c5fe30435ff71fb6c2b42c9344fa803012349ef02c7bfbe18177d053e65d90ef&quot;}"/>
          <p:cNvSpPr/>
          <p:nvPr/>
        </p:nvSpPr>
        <p:spPr>
          <a:xfrm>
            <a:off x="2696492" y="1617281"/>
            <a:ext cx="377936" cy="424382"/>
          </a:xfrm>
          <a:custGeom>
            <a:avLst/>
            <a:gdLst/>
            <a:ahLst/>
            <a:cxnLst/>
            <a:rect l="l" t="t" r="r" b="b"/>
            <a:pathLst>
              <a:path w="377936" h="424382">
                <a:moveTo>
                  <a:pt x="0" y="277480"/>
                </a:moveTo>
                <a:lnTo>
                  <a:pt x="377936" y="424382"/>
                </a:lnTo>
                <a:lnTo>
                  <a:pt x="377936" y="146901"/>
                </a:lnTo>
                <a:lnTo>
                  <a:pt x="0" y="0"/>
                </a:lnTo>
                <a:close/>
              </a:path>
            </a:pathLst>
          </a:custGeom>
          <a:solidFill>
            <a:srgbClr val="FBBF24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NNDV editable face scene_object_scene_template_transformer_head_3_5fd1a2b5 0026" descr="{&quot;architecture_direction&quot;:null,&quot;architecture_evidence_digest&quot;:null,&quot;architecture_role&quot;:&quot;head-3&quot;,&quot;architecture_role_graph_digest&quot;:null,&quot;architecture_role_graph_edge_id&quot;:null,&quot;architecture_role_id&quot;:null,&quot;architecture_route_id&quot;:null,&quot;architecture_route_role&quot;:null,&quot;depth&quot;:18.473337649999998,&quot;endpoint_object_ids&quot;:[],&quot;endpoint_role_ids&quot;:[],&quot;kind&quot;:&quot;face&quot;,&quot;object_id&quot;:&quot;scene_object_scene_template_transformer_head_3_5fd1a2b5&quot;,&quot;repeat_count&quot;:1,&quot;source_digest&quot;:&quot;c5fe30435ff71fb6c2b42c9344fa803012349ef02c7bfbe18177d053e65d90ef&quot;}"/>
          <p:cNvSpPr/>
          <p:nvPr/>
        </p:nvSpPr>
        <p:spPr>
          <a:xfrm>
            <a:off x="3074428" y="1627074"/>
            <a:ext cx="259156" cy="414589"/>
          </a:xfrm>
          <a:custGeom>
            <a:avLst/>
            <a:gdLst/>
            <a:ahLst/>
            <a:cxnLst/>
            <a:rect l="l" t="t" r="r" b="b"/>
            <a:pathLst>
              <a:path w="259156" h="414589">
                <a:moveTo>
                  <a:pt x="259156" y="277481"/>
                </a:moveTo>
                <a:lnTo>
                  <a:pt x="259156" y="0"/>
                </a:lnTo>
                <a:lnTo>
                  <a:pt x="0" y="137108"/>
                </a:lnTo>
                <a:lnTo>
                  <a:pt x="0" y="414589"/>
                </a:lnTo>
                <a:close/>
              </a:path>
            </a:pathLst>
          </a:custGeom>
          <a:solidFill>
            <a:srgbClr val="FBBF24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NNDV editable face scene_object_scene_template_transformer_ffn_c3ed74b9 0027" descr="{&quot;architecture_direction&quot;:null,&quot;architecture_evidence_digest&quot;:null,&quot;architecture_role&quot;:&quot;ffn&quot;,&quot;architecture_role_graph_digest&quot;:null,&quot;architecture_role_graph_edge_id&quot;:null,&quot;architecture_role_id&quot;:null,&quot;architecture_route_id&quot;:null,&quot;architecture_route_role&quot;:null,&quot;depth&quot;:17.0193072,&quot;endpoint_object_ids&quot;:[],&quot;endpoint_role_ids&quot;:[],&quot;kind&quot;:&quot;face&quot;,&quot;object_id&quot;:&quot;scene_object_scene_template_transformer_ffn_c3ed74b9&quot;,&quot;repeat_count&quot;:1,&quot;source_digest&quot;:&quot;c5fe30435ff71fb6c2b42c9344fa803012349ef02c7bfbe18177d053e65d90ef&quot;}"/>
          <p:cNvSpPr/>
          <p:nvPr/>
        </p:nvSpPr>
        <p:spPr>
          <a:xfrm>
            <a:off x="4336014" y="2262831"/>
            <a:ext cx="1029426" cy="466820"/>
          </a:xfrm>
          <a:custGeom>
            <a:avLst/>
            <a:gdLst/>
            <a:ahLst/>
            <a:cxnLst/>
            <a:rect l="l" t="t" r="r" b="b"/>
            <a:pathLst>
              <a:path w="1029426" h="466820">
                <a:moveTo>
                  <a:pt x="475120" y="0"/>
                </a:moveTo>
                <a:lnTo>
                  <a:pt x="0" y="251365"/>
                </a:lnTo>
                <a:lnTo>
                  <a:pt x="554306" y="466820"/>
                </a:lnTo>
                <a:lnTo>
                  <a:pt x="1029426" y="215455"/>
                </a:lnTo>
                <a:close/>
              </a:path>
            </a:pathLst>
          </a:custGeom>
          <a:solidFill>
            <a:srgbClr val="A7F3D0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NNDV editable face scene_object_scene_template_transformer_ffn_c3ed74b9 0028" descr="{&quot;architecture_direction&quot;:null,&quot;architecture_evidence_digest&quot;:null,&quot;architecture_role&quot;:&quot;ffn&quot;,&quot;architecture_role_graph_digest&quot;:null,&quot;architecture_role_graph_edge_id&quot;:null,&quot;architecture_role_id&quot;:null,&quot;architecture_route_id&quot;:null,&quot;architecture_route_role&quot;:null,&quot;depth&quot;:16.91442635,&quot;endpoint_object_ids&quot;:[],&quot;endpoint_role_ids&quot;:[],&quot;kind&quot;:&quot;face&quot;,&quot;object_id&quot;:&quot;scene_object_scene_template_transformer_ffn_c3ed74b9&quot;,&quot;repeat_count&quot;:1,&quot;source_digest&quot;:&quot;c5fe30435ff71fb6c2b42c9344fa803012349ef02c7bfbe18177d053e65d90ef&quot;}"/>
          <p:cNvSpPr/>
          <p:nvPr/>
        </p:nvSpPr>
        <p:spPr>
          <a:xfrm>
            <a:off x="4890320" y="2478286"/>
            <a:ext cx="475120" cy="861822"/>
          </a:xfrm>
          <a:custGeom>
            <a:avLst/>
            <a:gdLst/>
            <a:ahLst/>
            <a:cxnLst/>
            <a:rect l="l" t="t" r="r" b="b"/>
            <a:pathLst>
              <a:path w="475120" h="861822">
                <a:moveTo>
                  <a:pt x="475120" y="610457"/>
                </a:moveTo>
                <a:lnTo>
                  <a:pt x="475120" y="0"/>
                </a:lnTo>
                <a:lnTo>
                  <a:pt x="0" y="251365"/>
                </a:lnTo>
                <a:lnTo>
                  <a:pt x="0" y="861822"/>
                </a:lnTo>
                <a:close/>
              </a:path>
            </a:pathLst>
          </a:custGeom>
          <a:solidFill>
            <a:srgbClr val="A7F3D0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NDV editable face scene_object_scene_template_transformer_ffn_c3ed74b9 0029" descr="{&quot;architecture_direction&quot;:null,&quot;architecture_evidence_digest&quot;:null,&quot;architecture_role&quot;:&quot;ffn&quot;,&quot;architecture_role_graph_digest&quot;:null,&quot;architecture_role_graph_edge_id&quot;:null,&quot;architecture_role_id&quot;:null,&quot;architecture_route_id&quot;:null,&quot;architecture_route_role&quot;:null,&quot;depth&quot;:16.80954545,&quot;endpoint_object_ids&quot;:[],&quot;endpoint_role_ids&quot;:[],&quot;kind&quot;:&quot;face&quot;,&quot;object_id&quot;:&quot;scene_object_scene_template_transformer_ffn_c3ed74b9&quot;,&quot;repeat_count&quot;:1,&quot;source_digest&quot;:&quot;c5fe30435ff71fb6c2b42c9344fa803012349ef02c7bfbe18177d053e65d90ef&quot;}"/>
          <p:cNvSpPr/>
          <p:nvPr/>
        </p:nvSpPr>
        <p:spPr>
          <a:xfrm>
            <a:off x="4336014" y="2514196"/>
            <a:ext cx="554306" cy="825912"/>
          </a:xfrm>
          <a:custGeom>
            <a:avLst/>
            <a:gdLst/>
            <a:ahLst/>
            <a:cxnLst/>
            <a:rect l="l" t="t" r="r" b="b"/>
            <a:pathLst>
              <a:path w="554306" h="825912">
                <a:moveTo>
                  <a:pt x="0" y="610456"/>
                </a:moveTo>
                <a:lnTo>
                  <a:pt x="554306" y="825912"/>
                </a:lnTo>
                <a:lnTo>
                  <a:pt x="554306" y="215455"/>
                </a:lnTo>
                <a:lnTo>
                  <a:pt x="0" y="0"/>
                </a:lnTo>
                <a:close/>
              </a:path>
            </a:pathLst>
          </a:custGeom>
          <a:solidFill>
            <a:srgbClr val="A7F3D0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NNDV editable edge scene_object_scene_template_transformer_tokens_189f3d9f 000" descr="{&quot;architecture_direction&quot;:null,&quot;architecture_evidence_digest&quot;:null,&quot;architecture_role&quot;:&quot;tokens&quot;,&quot;architecture_role_graph_digest&quot;:null,&quot;architecture_role_graph_edge_id&quot;:null,&quot;architecture_role_id&quot;:null,&quot;architecture_route_id&quot;:null,&quot;architecture_route_role&quot;:null,&quot;depth&quot;:25.910345821874998,&quot;endpoint_object_ids&quot;:[],&quot;endpoint_role_ids&quot;:[],&quot;kind&quot;:&quot;edge&quot;,&quot;object_id&quot;:&quot;scene_object_scene_template_transformer_tokens_189f3d9f&quot;,&quot;repeat_count&quot;:1,&quot;source_digest&quot;:&quot;c5fe30435ff71fb6c2b42c9344fa803012349ef02c7bfbe18177d053e65d90ef&quot;}"/>
          <p:cNvCxnSpPr/>
          <p:nvPr/>
        </p:nvCxnSpPr>
        <p:spPr>
          <a:xfrm flipH="1" flipV="1">
            <a:off x="1935221" y="1152909"/>
            <a:ext cx="188967" cy="7345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NNDV editable edge scene_object_scene_template_transformer_tokens_189f3d9f 000" descr="{&quot;architecture_direction&quot;:null,&quot;architecture_evidence_digest&quot;:null,&quot;architecture_role&quot;:&quot;tokens&quot;,&quot;architecture_role_graph_digest&quot;:null,&quot;architecture_role_graph_edge_id&quot;:null,&quot;architecture_role_id&quot;:null,&quot;architecture_route_id&quot;:null,&quot;architecture_route_role&quot;:null,&quot;depth&quot;:24.8567697,&quot;endpoint_object_ids&quot;:[],&quot;endpoint_role_ids&quot;:[],&quot;kind&quot;:&quot;edge&quot;,&quot;object_id&quot;:&quot;scene_object_scene_template_transformer_tokens_189f3d9f&quot;,&quot;repeat_count&quot;:1,&quot;source_digest&quot;:&quot;c5fe30435ff71fb6c2b42c9344fa803012349ef02c7bfbe18177d053e65d90ef&quot;}"/>
          <p:cNvCxnSpPr/>
          <p:nvPr/>
        </p:nvCxnSpPr>
        <p:spPr>
          <a:xfrm flipH="1">
            <a:off x="1114560" y="1152909"/>
            <a:ext cx="820661" cy="43417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NNDV editable edge scene_object_scene_template_transformer_v_f36fcd6a 000" descr="{&quot;architecture_direction&quot;:null,&quot;architecture_evidence_digest&quot;:null,&quot;architecture_role&quot;:&quot;v&quot;,&quot;architecture_role_graph_digest&quot;:null,&quot;architecture_role_graph_edge_id&quot;:null,&quot;architecture_role_id&quot;:null,&quot;architecture_route_id&quot;:null,&quot;architecture_route_role&quot;:null,&quot;depth&quot;:24.4932620953125,&quot;endpoint_object_ids&quot;:[],&quot;endpoint_role_ids&quot;:[],&quot;kind&quot;:&quot;edge&quot;,&quot;object_id&quot;:&quot;scene_object_scene_template_transformer_v_f36fcd6a&quot;,&quot;repeat_count&quot;:1,&quot;source_digest&quot;:&quot;c5fe30435ff71fb6c2b42c9344fa803012349ef02c7bfbe18177d053e65d90ef&quot;}"/>
          <p:cNvCxnSpPr/>
          <p:nvPr/>
        </p:nvCxnSpPr>
        <p:spPr>
          <a:xfrm flipH="1" flipV="1">
            <a:off x="2621354" y="2093486"/>
            <a:ext cx="292901" cy="11384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NNDV editable edge scene_object_scene_template_transformer_v_f36fcd6a 000" descr="{&quot;architecture_direction&quot;:null,&quot;architecture_evidence_digest&quot;:null,&quot;architecture_role&quot;:&quot;v&quot;,&quot;architecture_role_graph_digest&quot;:null,&quot;architecture_role_graph_edge_id&quot;:null,&quot;architecture_role_id&quot;:null,&quot;architecture_route_id&quot;:null,&quot;architecture_route_role&quot;:null,&quot;depth&quot;:24.399107649999998,&quot;endpoint_object_ids&quot;:[],&quot;endpoint_role_ids&quot;:[],&quot;kind&quot;:&quot;edge&quot;,&quot;object_id&quot;:&quot;scene_object_scene_template_transformer_v_f36fcd6a&quot;,&quot;repeat_count&quot;:1,&quot;source_digest&quot;:&quot;c5fe30435ff71fb6c2b42c9344fa803012349ef02c7bfbe18177d053e65d90ef&quot;}"/>
          <p:cNvCxnSpPr/>
          <p:nvPr/>
        </p:nvCxnSpPr>
        <p:spPr>
          <a:xfrm flipV="1">
            <a:off x="2914255" y="2207334"/>
            <a:ext cx="0" cy="27748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NNDV editable edge scene_object_scene_template_transformer_v_f36fcd6a 000" descr="{&quot;architecture_direction&quot;:null,&quot;architecture_evidence_digest&quot;:null,&quot;architecture_role&quot;:&quot;v&quot;,&quot;architecture_role_graph_digest&quot;:null,&quot;architecture_role_graph_edge_id&quot;:null,&quot;architecture_role_id&quot;:null,&quot;architecture_route_id&quot;:null,&quot;architecture_route_role&quot;:null,&quot;depth&quot;:23.572872767187498,&quot;endpoint_object_ids&quot;:[],&quot;endpoint_role_ids&quot;:[],&quot;kind&quot;:&quot;edge&quot;,&quot;object_id&quot;:&quot;scene_object_scene_template_transformer_v_f36fcd6a&quot;,&quot;repeat_count&quot;:1,&quot;source_digest&quot;:&quot;c5fe30435ff71fb6c2b42c9344fa803012349ef02c7bfbe18177d053e65d90ef&quot;}"/>
          <p:cNvCxnSpPr/>
          <p:nvPr/>
        </p:nvCxnSpPr>
        <p:spPr>
          <a:xfrm flipH="1">
            <a:off x="2050401" y="2229064"/>
            <a:ext cx="298299" cy="15781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NNDV editable edge scene_object_scene_template_transformer_tokens_189f3d9f 000" descr="{&quot;architecture_direction&quot;:null,&quot;architecture_evidence_digest&quot;:null,&quot;architecture_role&quot;:&quot;tokens&quot;,&quot;architecture_role_graph_digest&quot;:null,&quot;architecture_role_graph_edge_id&quot;:null,&quot;architecture_role_id&quot;:null,&quot;architecture_route_id&quot;:null,&quot;architecture_route_role&quot;:null,&quot;depth&quot;:23.16794906875,&quot;endpoint_object_ids&quot;:[],&quot;endpoint_role_ids&quot;:[],&quot;kind&quot;:&quot;edge&quot;,&quot;object_id&quot;:&quot;scene_object_scene_template_transformer_tokens_189f3d9f&quot;,&quot;repeat_count&quot;:1,&quot;source_digest&quot;:&quot;c5fe30435ff71fb6c2b42c9344fa803012349ef02c7bfbe18177d053e65d90ef&quot;}"/>
          <p:cNvCxnSpPr/>
          <p:nvPr/>
        </p:nvCxnSpPr>
        <p:spPr>
          <a:xfrm flipH="1">
            <a:off x="1719257" y="1936791"/>
            <a:ext cx="307748" cy="16281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NNDV editable edge scene_object_scene_template_transformer_tokens_189f3d9f 000" descr="{&quot;architecture_direction&quot;:null,&quot;architecture_evidence_digest&quot;:null,&quot;architecture_role&quot;:&quot;tokens&quot;,&quot;architecture_role_graph_digest&quot;:null,&quot;architecture_role_graph_edge_id&quot;:null,&quot;architecture_role_id&quot;:null,&quot;architecture_route_id&quot;:null,&quot;architecture_route_role&quot;:null,&quot;depth&quot;:23.82703015,&quot;endpoint_object_ids&quot;:[],&quot;endpoint_role_ids&quot;:[],&quot;kind&quot;:&quot;edge&quot;,&quot;object_id&quot;:&quot;scene_object_scene_template_transformer_tokens_189f3d9f&quot;,&quot;repeat_count&quot;:1,&quot;source_digest&quot;:&quot;c5fe30435ff71fb6c2b42c9344fa803012349ef02c7bfbe18177d053e65d90ef&quot;}"/>
          <p:cNvCxnSpPr/>
          <p:nvPr/>
        </p:nvCxnSpPr>
        <p:spPr>
          <a:xfrm flipV="1">
            <a:off x="1114560" y="1587084"/>
            <a:ext cx="0" cy="27748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NNDV editable edge scene_object_scene_template_transformer_v_f36fcd6a 000" descr="{&quot;architecture_direction&quot;:null,&quot;architecture_evidence_digest&quot;:null,&quot;architecture_role&quot;:&quot;v&quot;,&quot;architecture_role_graph_digest&quot;:null,&quot;architecture_role_graph_edge_id&quot;:null,&quot;architecture_role_id&quot;:null,&quot;architecture_route_id&quot;:null,&quot;architecture_route_role&quot;:null,&quot;depth&quot;:23.76982235,&quot;endpoint_object_ids&quot;:[],&quot;endpoint_role_ids&quot;:[],&quot;kind&quot;:&quot;edge&quot;,&quot;object_id&quot;:&quot;scene_object_scene_template_transformer_v_f36fcd6a&quot;,&quot;repeat_count&quot;:1,&quot;source_digest&quot;:&quot;c5fe30435ff71fb6c2b42c9344fa803012349ef02c7bfbe18177d053e65d90ef&quot;}"/>
          <p:cNvCxnSpPr/>
          <p:nvPr/>
        </p:nvCxnSpPr>
        <p:spPr>
          <a:xfrm flipH="1">
            <a:off x="2352750" y="2484815"/>
            <a:ext cx="561505" cy="29706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NNDV editable edge scene_object_scene_template_transformer_k_0c328f34 000" descr="{&quot;architecture_direction&quot;:null,&quot;architecture_evidence_digest&quot;:null,&quot;architecture_role&quot;:&quot;k&quot;,&quot;architecture_role_graph_digest&quot;:null,&quot;architecture_role_graph_edge_id&quot;:null,&quot;architecture_role_id&quot;:null,&quot;architecture_route_id&quot;:null,&quot;architecture_route_role&quot;:null,&quot;depth&quot;:23.732875679687503,&quot;endpoint_object_ids&quot;:[],&quot;endpoint_role_ids&quot;:[],&quot;kind&quot;:&quot;edge&quot;,&quot;object_id&quot;:&quot;scene_object_scene_template_transformer_k_0c328f34&quot;,&quot;repeat_count&quot;:1,&quot;source_digest&quot;:&quot;c5fe30435ff71fb6c2b42c9344fa803012349ef02c7bfbe18177d053e65d90ef&quot;}"/>
          <p:cNvCxnSpPr/>
          <p:nvPr/>
        </p:nvCxnSpPr>
        <p:spPr>
          <a:xfrm flipH="1" flipV="1">
            <a:off x="2621354" y="1538525"/>
            <a:ext cx="122829" cy="4774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NNDV editable edge scene_object_scene_template_transformer_tokens_189f3d9f 000" descr="{&quot;architecture_direction&quot;:null,&quot;architecture_evidence_digest&quot;:null,&quot;architecture_role&quot;:&quot;tokens&quot;,&quot;architecture_role_graph_digest&quot;:null,&quot;architecture_role_graph_edge_id&quot;:null,&quot;architecture_role_id&quot;:null,&quot;architecture_route_id&quot;:null,&quot;architecture_route_role&quot;:null,&quot;depth&quot;:22.849730925,&quot;endpoint_object_ids&quot;:[],&quot;endpoint_role_ids&quot;:[],&quot;kind&quot;:&quot;edge&quot;,&quot;object_id&quot;:&quot;scene_object_scene_template_transformer_tokens_189f3d9f&quot;,&quot;repeat_count&quot;:1,&quot;source_digest&quot;:&quot;c5fe30435ff71fb6c2b42c9344fa803012349ef02c7bfbe18177d053e65d90ef&quot;}"/>
          <p:cNvCxnSpPr/>
          <p:nvPr/>
        </p:nvCxnSpPr>
        <p:spPr>
          <a:xfrm flipH="1">
            <a:off x="1719257" y="1605039"/>
            <a:ext cx="410331" cy="21708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NNDV editable edge scene_object_scene_template_transformer_tokens_189f3d9f 000" descr="{&quot;architecture_direction&quot;:null,&quot;architecture_evidence_digest&quot;:null,&quot;architecture_role&quot;:&quot;tokens&quot;,&quot;architecture_role_graph_digest&quot;:null,&quot;architecture_role_graph_edge_id&quot;:null,&quot;architecture_role_id&quot;:null,&quot;architecture_route_id&quot;:null,&quot;architecture_route_role&quot;:null,&quot;depth&quot;:23.3789027,&quot;endpoint_object_ids&quot;:[],&quot;endpoint_role_ids&quot;:[],&quot;kind&quot;:&quot;edge&quot;,&quot;object_id&quot;:&quot;scene_object_scene_template_transformer_tokens_189f3d9f&quot;,&quot;repeat_count&quot;:1,&quot;source_digest&quot;:&quot;c5fe30435ff71fb6c2b42c9344fa803012349ef02c7bfbe18177d053e65d90ef&quot;}"/>
          <p:cNvCxnSpPr/>
          <p:nvPr/>
        </p:nvCxnSpPr>
        <p:spPr>
          <a:xfrm>
            <a:off x="1114560" y="1864565"/>
            <a:ext cx="604697" cy="23504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NNDV editable edge scene_object_scene_template_transformer_v_f36fcd6a 000" descr="{&quot;architecture_direction&quot;:null,&quot;architecture_evidence_digest&quot;:null,&quot;architecture_role&quot;:&quot;v&quot;,&quot;architecture_role_graph_digest&quot;:null,&quot;architecture_role_graph_edge_id&quot;:null,&quot;architecture_role_id&quot;:null,&quot;architecture_route_id&quot;:null,&quot;architecture_route_role&quot;:null,&quot;depth&quot;:23.35029885,&quot;endpoint_object_ids&quot;:[],&quot;endpoint_role_ids&quot;:[],&quot;kind&quot;:&quot;edge&quot;,&quot;object_id&quot;:&quot;scene_object_scene_template_transformer_v_f36fcd6a&quot;,&quot;repeat_count&quot;:1,&quot;source_digest&quot;:&quot;c5fe30435ff71fb6c2b42c9344fa803012349ef02c7bfbe18177d053e65d90ef&quot;}"/>
          <p:cNvCxnSpPr/>
          <p:nvPr/>
        </p:nvCxnSpPr>
        <p:spPr>
          <a:xfrm flipV="1">
            <a:off x="2050401" y="2386881"/>
            <a:ext cx="0" cy="27748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NNDV editable edge scene_object_scene_template_transformer_v_f36fcd6a 000" descr="{&quot;architecture_direction&quot;:null,&quot;architecture_evidence_digest&quot;:null,&quot;architecture_role&quot;:&quot;v&quot;,&quot;architecture_role_graph_digest&quot;:null,&quot;architecture_role_graph_edge_id&quot;:null,&quot;architecture_role_id&quot;:null,&quot;architecture_route_id&quot;:null,&quot;architecture_route_role&quot;:null,&quot;depth&quot;:23.29309105,&quot;endpoint_object_ids&quot;:[],&quot;endpoint_role_ids&quot;:[],&quot;kind&quot;:&quot;edge&quot;,&quot;object_id&quot;:&quot;scene_object_scene_template_transformer_v_f36fcd6a&quot;,&quot;repeat_count&quot;:1,&quot;source_digest&quot;:&quot;c5fe30435ff71fb6c2b42c9344fa803012349ef02c7bfbe18177d053e65d90ef&quot;}"/>
          <p:cNvCxnSpPr/>
          <p:nvPr/>
        </p:nvCxnSpPr>
        <p:spPr>
          <a:xfrm flipH="1">
            <a:off x="2352750" y="2207334"/>
            <a:ext cx="561505" cy="29706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NNDV editable edge scene_object_scene_template_transformer_v_f36fcd6a 000" descr="{&quot;architecture_direction&quot;:null,&quot;architecture_evidence_digest&quot;:null,&quot;architecture_role&quot;:&quot;v&quot;,&quot;architecture_role_graph_digest&quot;:null,&quot;architecture_role_graph_edge_id&quot;:null,&quot;architecture_role_id&quot;:null,&quot;architecture_route_id&quot;:null,&quot;architecture_route_role&quot;:null,&quot;depth&quot;:23.24541795,&quot;endpoint_object_ids&quot;:[],&quot;endpoint_role_ids&quot;:[],&quot;kind&quot;:&quot;edge&quot;,&quot;object_id&quot;:&quot;scene_object_scene_template_transformer_v_f36fcd6a&quot;,&quot;repeat_count&quot;:1,&quot;source_digest&quot;:&quot;c5fe30435ff71fb6c2b42c9344fa803012349ef02c7bfbe18177d053e65d90ef&quot;}"/>
          <p:cNvCxnSpPr/>
          <p:nvPr/>
        </p:nvCxnSpPr>
        <p:spPr>
          <a:xfrm>
            <a:off x="2050401" y="2664361"/>
            <a:ext cx="302349" cy="11752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NNDV editable edge scene_object_scene_template_transformer_head_0_db2d8aba 000" descr="{&quot;architecture_direction&quot;:null,&quot;architecture_evidence_digest&quot;:null,&quot;architecture_role&quot;:&quot;head-0&quot;,&quot;architecture_role_graph_digest&quot;:null,&quot;architecture_role_graph_edge_id&quot;:null,&quot;architecture_role_id&quot;:null,&quot;architecture_route_id&quot;:null,&quot;architecture_route_role&quot;:null,&quot;depth&quot;:23.1307044359375,&quot;endpoint_object_ids&quot;:[],&quot;endpoint_role_ids&quot;:[],&quot;kind&quot;:&quot;edge&quot;,&quot;object_id&quot;:&quot;scene_object_scene_template_transformer_head_0_db2d8aba&quot;,&quot;repeat_count&quot;:1,&quot;source_digest&quot;:&quot;c5fe30435ff71fb6c2b42c9344fa803012349ef02c7bfbe18177d053e65d90ef&quot;}"/>
          <p:cNvCxnSpPr/>
          <p:nvPr/>
        </p:nvCxnSpPr>
        <p:spPr>
          <a:xfrm flipV="1">
            <a:off x="3344382" y="2583871"/>
            <a:ext cx="0" cy="21678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NNDV editable edge scene_object_scene_template_transformer_k_0c328f34 000" descr="{&quot;architecture_direction&quot;:null,&quot;architecture_evidence_digest&quot;:null,&quot;architecture_role&quot;:&quot;k&quot;,&quot;architecture_role_graph_digest&quot;:null,&quot;architecture_role_graph_edge_id&quot;:null,&quot;architecture_role_id&quot;:null,&quot;architecture_route_id&quot;:null,&quot;architecture_route_role&quot;:null,&quot;depth&quot;:22.619410167187503,&quot;endpoint_object_ids&quot;:[],&quot;endpoint_role_ids&quot;:[],&quot;kind&quot;:&quot;edge&quot;,&quot;object_id&quot;:&quot;scene_object_scene_template_transformer_k_0c328f34&quot;,&quot;repeat_count&quot;:1,&quot;source_digest&quot;:&quot;c5fe30435ff71fb6c2b42c9344fa803012349ef02c7bfbe18177d053e65d90ef&quot;}"/>
          <p:cNvCxnSpPr/>
          <p:nvPr/>
        </p:nvCxnSpPr>
        <p:spPr>
          <a:xfrm flipH="1">
            <a:off x="2050401" y="1674103"/>
            <a:ext cx="298299" cy="15781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NNDV editable edge scene_object_scene_template_transformer_tokens_189f3d9f 000" descr="{&quot;architecture_direction&quot;:null,&quot;architecture_evidence_digest&quot;:null,&quot;architecture_role&quot;:&quot;tokens&quot;,&quot;architecture_role_graph_digest&quot;:null,&quot;architecture_role_graph_edge_id&quot;:null,&quot;architecture_role_id&quot;:null,&quot;architecture_route_id&quot;:null,&quot;architecture_route_role&quot;:null,&quot;depth&quot;:22.9021714,&quot;endpoint_object_ids&quot;:[],&quot;endpoint_role_ids&quot;:[],&quot;kind&quot;:&quot;edge&quot;,&quot;object_id&quot;:&quot;scene_object_scene_template_transformer_tokens_189f3d9f&quot;,&quot;repeat_count&quot;:1,&quot;source_digest&quot;:&quot;c5fe30435ff71fb6c2b42c9344fa803012349ef02c7bfbe18177d053e65d90ef&quot;}"/>
          <p:cNvCxnSpPr/>
          <p:nvPr/>
        </p:nvCxnSpPr>
        <p:spPr>
          <a:xfrm flipH="1" flipV="1">
            <a:off x="1114560" y="1587084"/>
            <a:ext cx="604697" cy="23504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NNDV editable edge scene_object_scene_template_transformer_head_0_db2d8aba 000" descr="{&quot;architecture_direction&quot;:null,&quot;architecture_evidence_digest&quot;:null,&quot;architecture_role&quot;:&quot;head-0&quot;,&quot;architecture_role_graph_digest&quot;:null,&quot;architecture_role_graph_edge_id&quot;:null,&quot;architecture_role_id&quot;:null,&quot;architecture_route_id&quot;:null,&quot;architecture_route_role&quot;:null,&quot;depth&quot;:22.88786945,&quot;endpoint_object_ids&quot;:[],&quot;endpoint_role_ids&quot;:[],&quot;kind&quot;:&quot;edge&quot;,&quot;object_id&quot;:&quot;scene_object_scene_template_transformer_head_0_db2d8aba&quot;,&quot;repeat_count&quot;:1,&quot;source_digest&quot;:&quot;c5fe30435ff71fb6c2b42c9344fa803012349ef02c7bfbe18177d053e65d90ef&quot;}"/>
          <p:cNvCxnSpPr/>
          <p:nvPr/>
        </p:nvCxnSpPr>
        <p:spPr>
          <a:xfrm>
            <a:off x="3344382" y="2800653"/>
            <a:ext cx="377936" cy="14690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NNDV editable edge scene_object_scene_template_transformer_head_0_db2d8aba 000" descr="{&quot;architecture_direction&quot;:null,&quot;architecture_evidence_digest&quot;:null,&quot;architecture_role&quot;:&quot;head-0&quot;,&quot;architecture_role_graph_digest&quot;:null,&quot;architecture_role_graph_edge_id&quot;:null,&quot;architecture_role_id&quot;:null,&quot;architecture_route_id&quot;:null,&quot;architecture_route_role&quot;:null,&quot;depth&quot;:22.558924875000002,&quot;endpoint_object_ids&quot;:[],&quot;endpoint_role_ids&quot;:[],&quot;kind&quot;:&quot;edge&quot;,&quot;object_id&quot;:&quot;scene_object_scene_template_transformer_head_0_db2d8aba&quot;,&quot;repeat_count&quot;:1,&quot;source_digest&quot;:&quot;c5fe30435ff71fb6c2b42c9344fa803012349ef02c7bfbe18177d053e65d90ef&quot;}"/>
          <p:cNvCxnSpPr/>
          <p:nvPr/>
        </p:nvCxnSpPr>
        <p:spPr>
          <a:xfrm flipH="1">
            <a:off x="3722318" y="2913277"/>
            <a:ext cx="64789" cy="3427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NNDV editable edge scene_object_scene_template_transformer_k_0c328f34 000" descr="{&quot;architecture_direction&quot;:null,&quot;architecture_evidence_digest&quot;:null,&quot;architecture_role&quot;:&quot;k&quot;,&quot;architecture_role_graph_digest&quot;:null,&quot;architecture_role_graph_edge_id&quot;:null,&quot;architecture_role_id&quot;:null,&quot;architecture_route_id&quot;:null,&quot;architecture_route_role&quot;:null,&quot;depth&quot;:22.70790338125,&quot;endpoint_object_ids&quot;:[],&quot;endpoint_role_ids&quot;:[],&quot;kind&quot;:&quot;edge&quot;,&quot;object_id&quot;:&quot;scene_object_scene_template_transformer_k_0c328f34&quot;,&quot;repeat_count&quot;:1,&quot;source_digest&quot;:&quot;c5fe30435ff71fb6c2b42c9344fa803012349ef02c7bfbe18177d053e65d90ef&quot;}"/>
          <p:cNvCxnSpPr/>
          <p:nvPr/>
        </p:nvCxnSpPr>
        <p:spPr>
          <a:xfrm flipH="1">
            <a:off x="2352750" y="1966987"/>
            <a:ext cx="491317" cy="25993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NNDV editable edge scene_object_scene_template_transformer_v_f36fcd6a 000" descr="{&quot;architecture_direction&quot;:null,&quot;architecture_evidence_digest&quot;:null,&quot;architecture_role&quot;:&quot;v&quot;,&quot;architecture_role_graph_digest&quot;:null,&quot;architecture_role_graph_edge_id&quot;:null,&quot;architecture_role_id&quot;:null,&quot;architecture_route_id&quot;:null,&quot;architecture_route_role&quot;:null,&quot;depth&quot;:22.76868665,&quot;endpoint_object_ids&quot;:[],&quot;endpoint_role_ids&quot;:[],&quot;kind&quot;:&quot;edge&quot;,&quot;object_id&quot;:&quot;scene_object_scene_template_transformer_v_f36fcd6a&quot;,&quot;repeat_count&quot;:1,&quot;source_digest&quot;:&quot;c5fe30435ff71fb6c2b42c9344fa803012349ef02c7bfbe18177d053e65d90ef&quot;}"/>
          <p:cNvCxnSpPr/>
          <p:nvPr/>
        </p:nvCxnSpPr>
        <p:spPr>
          <a:xfrm flipH="1" flipV="1">
            <a:off x="2050401" y="2386881"/>
            <a:ext cx="302349" cy="11752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NNDV editable edge scene_object_scene_template_transformer_v_f36fcd6a 000" descr="{&quot;architecture_direction&quot;:null,&quot;architecture_evidence_digest&quot;:null,&quot;architecture_role&quot;:&quot;v&quot;,&quot;architecture_role_graph_digest&quot;:null,&quot;architecture_role_graph_edge_id&quot;:null,&quot;architecture_role_id&quot;:null,&quot;architecture_route_id&quot;:null,&quot;architecture_route_role&quot;:null,&quot;depth&quot;:22.66380575,&quot;endpoint_object_ids&quot;:[],&quot;endpoint_role_ids&quot;:[],&quot;kind&quot;:&quot;edge&quot;,&quot;object_id&quot;:&quot;scene_object_scene_template_transformer_v_f36fcd6a&quot;,&quot;repeat_count&quot;:1,&quot;source_digest&quot;:&quot;c5fe30435ff71fb6c2b42c9344fa803012349ef02c7bfbe18177d053e65d90ef&quot;}"/>
          <p:cNvCxnSpPr/>
          <p:nvPr/>
        </p:nvCxnSpPr>
        <p:spPr>
          <a:xfrm flipV="1">
            <a:off x="2352750" y="2504402"/>
            <a:ext cx="0" cy="27748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NNDV editable edge scene_object_scene_template_transformer_q_d58cbf4e 000" descr="{&quot;architecture_direction&quot;:null,&quot;architecture_evidence_digest&quot;:null,&quot;architecture_role&quot;:&quot;q&quot;,&quot;architecture_role_graph_digest&quot;:null,&quot;architecture_role_graph_edge_id&quot;:null,&quot;architecture_role_id&quot;:null,&quot;architecture_route_id&quot;:null,&quot;architecture_route_role&quot;:null,&quot;depth&quot;:22.59706335,&quot;endpoint_object_ids&quot;:[],&quot;endpoint_role_ids&quot;:[],&quot;kind&quot;:&quot;edge&quot;,&quot;object_id&quot;:&quot;scene_object_scene_template_transformer_q_d58cbf4e&quot;,&quot;repeat_count&quot;:1,&quot;source_digest&quot;:&quot;c5fe30435ff71fb6c2b42c9344fa803012349ef02c7bfbe18177d053e65d90ef&quot;}"/>
          <p:cNvCxnSpPr/>
          <p:nvPr/>
        </p:nvCxnSpPr>
        <p:spPr>
          <a:xfrm flipH="1" flipV="1">
            <a:off x="2611906" y="979892"/>
            <a:ext cx="302349" cy="11752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NNDV editable polyline scene_object_scene_template_transformer_qkv_ba468369 000" descr="{&quot;architecture_direction&quot;:null,&quot;architecture_evidence_digest&quot;:null,&quot;architecture_role&quot;:&quot;qkv&quot;,&quot;architecture_role_graph_digest&quot;:null,&quot;architecture_role_graph_edge_id&quot;:null,&quot;architecture_role_id&quot;:null,&quot;architecture_route_id&quot;:null,&quot;architecture_route_role&quot;:null,&quot;depth&quot;:22.88310215,&quot;endpoint_object_ids&quot;:[&quot;scene_object_scene_template_transformer_tokens_189f3d9f&quot;,&quot;scene_object_scene_template_transformer_q_d58cbf4e&quot;],&quot;endpoint_role_ids&quot;:[],&quot;kind&quot;:&quot;polyline&quot;,&quot;object_id&quot;:&quot;scene_object_scene_template_transformer_qkv_ba468369&quot;,&quot;repeat_count&quot;:1,&quot;source_digest&quot;:&quot;c5fe30435ff71fb6c2b42c9344fa803012349ef02c7bfbe18177d053e65d90ef&quot;}"/>
          <p:cNvCxnSpPr/>
          <p:nvPr/>
        </p:nvCxnSpPr>
        <p:spPr>
          <a:xfrm flipH="1">
            <a:off x="1848835" y="1743779"/>
            <a:ext cx="280753" cy="287274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NNDV editable arrow scene_object_scene_template_transformer_qkv_ba468369 000" descr="{&quot;architecture_direction&quot;:null,&quot;architecture_evidence_digest&quot;:null,&quot;architecture_role&quot;:&quot;qkv&quot;,&quot;architecture_role_graph_digest&quot;:null,&quot;architecture_role_graph_edge_id&quot;:null,&quot;architecture_role_id&quot;:null,&quot;architecture_route_id&quot;:null,&quot;architecture_route_role&quot;:null,&quot;depth&quot;:22.022602193750004,&quot;endpoint_object_ids&quot;:[&quot;scene_object_scene_template_transformer_tokens_189f3d9f&quot;,&quot;scene_object_scene_template_transformer_q_d58cbf4e&quot;],&quot;endpoint_role_ids&quot;:[],&quot;kind&quot;:&quot;arrow&quot;,&quot;object_id&quot;:&quot;scene_object_scene_template_transformer_qkv_ba468369&quot;,&quot;repeat_count&quot;:1,&quot;source_digest&quot;:&quot;c5fe30435ff71fb6c2b42c9344fa803012349ef02c7bfbe18177d053e65d90ef&quot;}"/>
          <p:cNvCxnSpPr/>
          <p:nvPr/>
        </p:nvCxnSpPr>
        <p:spPr>
          <a:xfrm flipV="1">
            <a:off x="1848835" y="1634419"/>
            <a:ext cx="356340" cy="396634"/>
          </a:xfrm>
          <a:prstGeom prst="line">
            <a:avLst/>
          </a:prstGeom>
          <a:ln w="9525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NNDV editable edge scene_object_scene_template_transformer_q_d58cbf4e 000" descr="{&quot;architecture_direction&quot;:null,&quot;architecture_evidence_digest&quot;:null,&quot;architecture_role&quot;:&quot;q&quot;,&quot;architecture_role_graph_digest&quot;:null,&quot;architecture_role_graph_edge_id&quot;:null,&quot;architecture_role_id&quot;:null,&quot;architecture_route_id&quot;:null,&quot;architecture_route_role&quot;:null,&quot;depth&quot;:22.49218245,&quot;endpoint_object_ids&quot;:[],&quot;endpoint_role_ids&quot;:[],&quot;kind&quot;:&quot;edge&quot;,&quot;object_id&quot;:&quot;scene_object_scene_template_transformer_q_d58cbf4e&quot;,&quot;repeat_count&quot;:1,&quot;source_digest&quot;:&quot;c5fe30435ff71fb6c2b42c9344fa803012349ef02c7bfbe18177d053e65d90ef&quot;}"/>
          <p:cNvCxnSpPr/>
          <p:nvPr/>
        </p:nvCxnSpPr>
        <p:spPr>
          <a:xfrm flipV="1">
            <a:off x="2914255" y="1097413"/>
            <a:ext cx="0" cy="27748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NNDV editable edge scene_object_scene_template_transformer_tokens_189f3d9f 000" descr="{&quot;architecture_direction&quot;:null,&quot;architecture_evidence_digest&quot;:null,&quot;architecture_role&quot;:&quot;tokens&quot;,&quot;architecture_role_graph_digest&quot;:null,&quot;architecture_role_graph_edge_id&quot;:null,&quot;architecture_role_id&quot;:null,&quot;architecture_route_id&quot;:null,&quot;architecture_route_role&quot;:null,&quot;depth&quot;:22.45404395,&quot;endpoint_object_ids&quot;:[],&quot;endpoint_role_ids&quot;:[],&quot;kind&quot;:&quot;edge&quot;,&quot;object_id&quot;:&quot;scene_object_scene_template_transformer_tokens_189f3d9f&quot;,&quot;repeat_count&quot;:1,&quot;source_digest&quot;:&quot;c5fe30435ff71fb6c2b42c9344fa803012349ef02c7bfbe18177d053e65d90ef&quot;}"/>
          <p:cNvCxnSpPr/>
          <p:nvPr/>
        </p:nvCxnSpPr>
        <p:spPr>
          <a:xfrm flipV="1">
            <a:off x="1719257" y="1822126"/>
            <a:ext cx="0" cy="27748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NNDV editable edge scene_object_scene_template_transformer_head_0_db2d8aba 000" descr="{&quot;architecture_direction&quot;:null,&quot;architecture_evidence_digest&quot;:null,&quot;architecture_role&quot;:&quot;head-0&quot;,&quot;architecture_role_graph_digest&quot;:null,&quot;architecture_role_graph_edge_id&quot;:null,&quot;architecture_role_id&quot;:null,&quot;architecture_route_id&quot;:null,&quot;architecture_route_role&quot;:null,&quot;depth&quot;:22.250241343749998,&quot;endpoint_object_ids&quot;:[],&quot;endpoint_role_ids&quot;:[],&quot;kind&quot;:&quot;edge&quot;,&quot;object_id&quot;:&quot;scene_object_scene_template_transformer_head_0_db2d8aba&quot;,&quot;repeat_count&quot;:1,&quot;source_digest&quot;:&quot;c5fe30435ff71fb6c2b42c9344fa803012349ef02c7bfbe18177d053e65d90ef&quot;}"/>
          <p:cNvCxnSpPr/>
          <p:nvPr/>
        </p:nvCxnSpPr>
        <p:spPr>
          <a:xfrm flipH="1" flipV="1">
            <a:off x="3580592" y="2614986"/>
            <a:ext cx="47242" cy="1836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NNDV editable edge scene_object_scene_template_transformer_k_0c328f34 000" descr="{&quot;architecture_direction&quot;:null,&quot;architecture_evidence_digest&quot;:null,&quot;architecture_role&quot;:&quot;k&quot;,&quot;architecture_role_graph_digest&quot;:null,&quot;architecture_role_graph_edge_id&quot;:null,&quot;architecture_role_id&quot;:null,&quot;architecture_route_id&quot;:null,&quot;architecture_route_role&quot;:null,&quot;depth&quot;:22.39683625,&quot;endpoint_object_ids&quot;:[],&quot;endpoint_role_ids&quot;:[],&quot;kind&quot;:&quot;edge&quot;,&quot;object_id&quot;:&quot;scene_object_scene_template_transformer_k_0c328f34&quot;,&quot;repeat_count&quot;:1,&quot;source_digest&quot;:&quot;c5fe30435ff71fb6c2b42c9344fa803012349ef02c7bfbe18177d053e65d90ef&quot;}"/>
          <p:cNvCxnSpPr/>
          <p:nvPr/>
        </p:nvCxnSpPr>
        <p:spPr>
          <a:xfrm flipV="1">
            <a:off x="2050401" y="1831920"/>
            <a:ext cx="0" cy="27748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NNDV editable edge scene_object_scene_template_transformer_k_0c328f34 000" descr="{&quot;architecture_direction&quot;:null,&quot;architecture_evidence_digest&quot;:null,&quot;architecture_role&quot;:&quot;k&quot;,&quot;architecture_role_graph_digest&quot;:null,&quot;architecture_role_graph_edge_id&quot;:null,&quot;architecture_role_id&quot;:null,&quot;architecture_route_id&quot;:null,&quot;architecture_route_role&quot;:null,&quot;depth&quot;:21.987145251562502,&quot;endpoint_object_ids&quot;:[],&quot;endpoint_role_ids&quot;:[],&quot;kind&quot;:&quot;edge&quot;,&quot;object_id&quot;:&quot;scene_object_scene_template_transformer_k_0c328f34&quot;,&quot;repeat_count&quot;:1,&quot;source_digest&quot;:&quot;c5fe30435ff71fb6c2b42c9344fa803012349ef02c7bfbe18177d053e65d90ef&quot;}"/>
          <p:cNvCxnSpPr/>
          <p:nvPr/>
        </p:nvCxnSpPr>
        <p:spPr>
          <a:xfrm flipH="1">
            <a:off x="2352750" y="1773057"/>
            <a:ext cx="333393" cy="17638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NNDV editable edge scene_object_scene_template_transformer_k_0c328f34 000" descr="{&quot;architecture_direction&quot;:null,&quot;architecture_evidence_digest&quot;:null,&quot;architecture_role&quot;:&quot;k&quot;,&quot;architecture_role_graph_digest&quot;:null,&quot;architecture_role_graph_edge_id&quot;:null,&quot;architecture_role_id&quot;:null,&quot;architecture_route_id&quot;:null,&quot;architecture_route_role&quot;:null,&quot;depth&quot;:22.29195535,&quot;endpoint_object_ids&quot;:[],&quot;endpoint_role_ids&quot;:[],&quot;kind&quot;:&quot;edge&quot;,&quot;object_id&quot;:&quot;scene_object_scene_template_transformer_k_0c328f34&quot;,&quot;repeat_count&quot;:1,&quot;source_digest&quot;:&quot;c5fe30435ff71fb6c2b42c9344fa803012349ef02c7bfbe18177d053e65d90ef&quot;}"/>
          <p:cNvCxnSpPr/>
          <p:nvPr/>
        </p:nvCxnSpPr>
        <p:spPr>
          <a:xfrm>
            <a:off x="2050401" y="2109400"/>
            <a:ext cx="302349" cy="11752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NNDV editable edge scene_object_scene_template_transformer_head_0_db2d8aba 000" descr="{&quot;architecture_direction&quot;:null,&quot;architecture_evidence_digest&quot;:null,&quot;architecture_role&quot;:&quot;head-0&quot;,&quot;architecture_role_graph_digest&quot;:null,&quot;architecture_role_graph_edge_id&quot;:null,&quot;architecture_role_id&quot;:null,&quot;architecture_route_id&quot;:null,&quot;architecture_route_role&quot;:null,&quot;depth&quot;:22.4066688140625,&quot;endpoint_object_ids&quot;:[],&quot;endpoint_role_ids&quot;:[],&quot;kind&quot;:&quot;edge&quot;,&quot;object_id&quot;:&quot;scene_object_scene_template_transformer_head_0_db2d8aba&quot;,&quot;repeat_count&quot;:1,&quot;source_digest&quot;:&quot;c5fe30435ff71fb6c2b42c9344fa803012349ef02c7bfbe18177d053e65d90ef&quot;}"/>
          <p:cNvCxnSpPr/>
          <p:nvPr/>
        </p:nvCxnSpPr>
        <p:spPr>
          <a:xfrm flipV="1">
            <a:off x="3722318" y="2886855"/>
            <a:ext cx="0" cy="6069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NNDV editable edge scene_object_scene_template_transformer_q_d58cbf4e 000" descr="{&quot;architecture_direction&quot;:null,&quot;architecture_evidence_digest&quot;:null,&quot;architecture_role&quot;:&quot;q&quot;,&quot;architecture_role_graph_digest&quot;:null,&quot;architecture_role_graph_edge_id&quot;:null,&quot;architecture_role_id&quot;:null,&quot;architecture_route_id&quot;:null,&quot;architecture_route_role&quot;:null,&quot;depth&quot;:22.072658949999997,&quot;endpoint_object_ids&quot;:[],&quot;endpoint_role_ids&quot;:[],&quot;kind&quot;:&quot;edge&quot;,&quot;object_id&quot;:&quot;scene_object_scene_template_transformer_q_d58cbf4e&quot;,&quot;repeat_count&quot;:1,&quot;source_digest&quot;:&quot;c5fe30435ff71fb6c2b42c9344fa803012349ef02c7bfbe18177d053e65d90ef&quot;}"/>
          <p:cNvCxnSpPr/>
          <p:nvPr/>
        </p:nvCxnSpPr>
        <p:spPr>
          <a:xfrm flipH="1">
            <a:off x="2050401" y="979892"/>
            <a:ext cx="561505" cy="29706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NNDV editable edge scene_object_scene_template_transformer_q_d58cbf4e 000" descr="{&quot;architecture_direction&quot;:null,&quot;architecture_evidence_digest&quot;:null,&quot;architecture_role&quot;:&quot;q&quot;,&quot;architecture_role_graph_digest&quot;:null,&quot;architecture_role_graph_edge_id&quot;:null,&quot;architecture_role_id&quot;:null,&quot;architecture_route_id&quot;:null,&quot;architecture_route_role&quot;:null,&quot;depth&quot;:21.862897150000002,&quot;endpoint_object_ids&quot;:[],&quot;endpoint_role_ids&quot;:[],&quot;kind&quot;:&quot;edge&quot;,&quot;object_id&quot;:&quot;scene_object_scene_template_transformer_q_d58cbf4e&quot;,&quot;repeat_count&quot;:1,&quot;source_digest&quot;:&quot;c5fe30435ff71fb6c2b42c9344fa803012349ef02c7bfbe18177d053e65d90ef&quot;}"/>
          <p:cNvCxnSpPr/>
          <p:nvPr/>
        </p:nvCxnSpPr>
        <p:spPr>
          <a:xfrm flipH="1">
            <a:off x="2352750" y="1374893"/>
            <a:ext cx="561505" cy="29706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NNDV editable edge scene_object_scene_template_transformer_head_1_e7b8fc32 000" descr="{&quot;architecture_direction&quot;:null,&quot;architecture_evidence_digest&quot;:null,&quot;architecture_role&quot;:&quot;head-1&quot;,&quot;architecture_role_graph_digest&quot;:null,&quot;architecture_role_graph_edge_id&quot;:null,&quot;architecture_role_id&quot;:null,&quot;architecture_route_id&quot;:null,&quot;architecture_route_role&quot;:null,&quot;depth&quot;:21.722261412500004,&quot;endpoint_object_ids&quot;:[],&quot;endpoint_role_ids&quot;:[],&quot;kind&quot;:&quot;edge&quot;,&quot;object_id&quot;:&quot;scene_object_scene_template_transformer_head_1_e7b8fc32&quot;,&quot;repeat_count&quot;:1,&quot;source_digest&quot;:&quot;c5fe30435ff71fb6c2b42c9344fa803012349ef02c7bfbe18177d053e65d90ef&quot;}"/>
          <p:cNvCxnSpPr/>
          <p:nvPr/>
        </p:nvCxnSpPr>
        <p:spPr>
          <a:xfrm flipH="1" flipV="1">
            <a:off x="3552921" y="2148370"/>
            <a:ext cx="141726" cy="5508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NNDV editable edge scene_object_scene_template_transformer_k_0c328f34 000" descr="{&quot;architecture_direction&quot;:null,&quot;architecture_evidence_digest&quot;:null,&quot;architecture_role&quot;:&quot;k&quot;,&quot;architecture_role_graph_digest&quot;:null,&quot;architecture_role_graph_edge_id&quot;:null,&quot;architecture_role_id&quot;:null,&quot;architecture_route_id&quot;:null,&quot;architecture_route_role&quot;:null,&quot;depth&quot;:21.81522405,&quot;endpoint_object_ids&quot;:[],&quot;endpoint_role_ids&quot;:[],&quot;kind&quot;:&quot;edge&quot;,&quot;object_id&quot;:&quot;scene_object_scene_template_transformer_k_0c328f34&quot;,&quot;repeat_count&quot;:1,&quot;source_digest&quot;:&quot;c5fe30435ff71fb6c2b42c9344fa803012349ef02c7bfbe18177d053e65d90ef&quot;}"/>
          <p:cNvCxnSpPr/>
          <p:nvPr/>
        </p:nvCxnSpPr>
        <p:spPr>
          <a:xfrm flipH="1" flipV="1">
            <a:off x="2050401" y="1831920"/>
            <a:ext cx="302349" cy="11752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NNDV editable edge scene_object_scene_template_transformer_k_0c328f34 000" descr="{&quot;architecture_direction&quot;:null,&quot;architecture_evidence_digest&quot;:null,&quot;architecture_role&quot;:&quot;k&quot;,&quot;architecture_role_graph_digest&quot;:null,&quot;architecture_role_graph_edge_id&quot;:null,&quot;architecture_role_id&quot;:null,&quot;architecture_route_id&quot;:null,&quot;architecture_route_role&quot;:null,&quot;depth&quot;:21.71034315,&quot;endpoint_object_ids&quot;:[],&quot;endpoint_role_ids&quot;:[],&quot;kind&quot;:&quot;edge&quot;,&quot;object_id&quot;:&quot;scene_object_scene_template_transformer_k_0c328f34&quot;,&quot;repeat_count&quot;:1,&quot;source_digest&quot;:&quot;c5fe30435ff71fb6c2b42c9344fa803012349ef02c7bfbe18177d053e65d90ef&quot;}"/>
          <p:cNvCxnSpPr/>
          <p:nvPr/>
        </p:nvCxnSpPr>
        <p:spPr>
          <a:xfrm flipV="1">
            <a:off x="2352750" y="1949441"/>
            <a:ext cx="0" cy="27748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NNDV editable edge scene_object_scene_template_transformer_head_1_e7b8fc32 000" descr="{&quot;architecture_direction&quot;:null,&quot;architecture_evidence_digest&quot;:null,&quot;architecture_role&quot;:&quot;head-1&quot;,&quot;architecture_role_graph_digest&quot;:null,&quot;architecture_role_graph_edge_id&quot;:null,&quot;architecture_role_id&quot;:null,&quot;architecture_route_id&quot;:null,&quot;architecture_route_role&quot;:null,&quot;depth&quot;:21.748183735937502,&quot;endpoint_object_ids&quot;:[],&quot;endpoint_role_ids&quot;:[],&quot;kind&quot;:&quot;edge&quot;,&quot;object_id&quot;:&quot;scene_object_scene_template_transformer_head_1_e7b8fc32&quot;,&quot;repeat_count&quot;:1,&quot;source_digest&quot;:&quot;c5fe30435ff71fb6c2b42c9344fa803012349ef02c7bfbe18177d053e65d90ef&quot;}"/>
          <p:cNvCxnSpPr/>
          <p:nvPr/>
        </p:nvCxnSpPr>
        <p:spPr>
          <a:xfrm flipV="1">
            <a:off x="3128418" y="2281907"/>
            <a:ext cx="0" cy="21678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NNDV editable polyline scene_object_scene_template_transformer_attention_63142cae 000" descr="{&quot;architecture_direction&quot;:null,&quot;architecture_evidence_digest&quot;:null,&quot;architecture_role&quot;:&quot;attention&quot;,&quot;architecture_role_graph_digest&quot;:null,&quot;architecture_role_graph_edge_id&quot;:null,&quot;architecture_role_id&quot;:null,&quot;architecture_route_id&quot;:null,&quot;architecture_route_role&quot;:null,&quot;depth&quot;:22.5571371078125,&quot;endpoint_object_ids&quot;:[&quot;scene_object_scene_template_transformer_k_0c328f34&quot;,&quot;scene_object_scene_template_transformer_concat_ae9e295a&quot;],&quot;endpoint_role_ids&quot;:[],&quot;kind&quot;:&quot;polyline&quot;,&quot;object_id&quot;:&quot;scene_object_scene_template_transformer_attention_63142cae&quot;,&quot;repeat_count&quot;:1,&quot;source_digest&quot;:&quot;c5fe30435ff71fb6c2b42c9344fa803012349ef02c7bfbe18177d053e65d90ef&quot;}"/>
          <p:cNvCxnSpPr/>
          <p:nvPr/>
        </p:nvCxnSpPr>
        <p:spPr>
          <a:xfrm>
            <a:off x="2633502" y="1939647"/>
            <a:ext cx="177720" cy="7141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NNDV editable polyline scene_object_scene_template_transformer_attention_63142cae 000" descr="{&quot;architecture_direction&quot;:null,&quot;architecture_evidence_digest&quot;:null,&quot;architecture_role&quot;:&quot;attention&quot;,&quot;architecture_role_graph_digest&quot;:null,&quot;architecture_role_graph_edge_id&quot;:null,&quot;architecture_role_id&quot;:null,&quot;architecture_route_id&quot;:null,&quot;architecture_route_role&quot;:null,&quot;depth&quot;:22.336052990625,&quot;endpoint_object_ids&quot;:[&quot;scene_object_scene_template_transformer_k_0c328f34&quot;,&quot;scene_object_scene_template_transformer_concat_ae9e295a&quot;],&quot;endpoint_role_ids&quot;:[],&quot;kind&quot;:&quot;polyline&quot;,&quot;object_id&quot;:&quot;scene_object_scene_template_transformer_attention_63142cae&quot;,&quot;repeat_count&quot;:1,&quot;source_digest&quot;:&quot;c5fe30435ff71fb6c2b42c9344fa803012349ef02c7bfbe18177d053e65d90ef&quot;}"/>
          <p:cNvCxnSpPr/>
          <p:nvPr/>
        </p:nvCxnSpPr>
        <p:spPr>
          <a:xfrm>
            <a:off x="3557646" y="1976781"/>
            <a:ext cx="213264" cy="8569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NNDV editable polyline scene_object_scene_template_transformer_attention_63142cae 000" descr="{&quot;architecture_direction&quot;:null,&quot;architecture_evidence_digest&quot;:null,&quot;architecture_role&quot;:&quot;attention&quot;,&quot;architecture_role_graph_digest&quot;:null,&quot;architecture_role_graph_edge_id&quot;:null,&quot;architecture_role_id&quot;:null,&quot;architecture_route_id&quot;:null,&quot;architecture_route_role&quot;:null,&quot;depth&quot;:21.875113420312502,&quot;endpoint_object_ids&quot;:[&quot;scene_object_scene_template_transformer_k_0c328f34&quot;,&quot;scene_object_scene_template_transformer_concat_ae9e295a&quot;],&quot;endpoint_role_ids&quot;:[],&quot;kind&quot;:&quot;polyline&quot;,&quot;object_id&quot;:&quot;scene_object_scene_template_transformer_attention_63142cae&quot;,&quot;repeat_count&quot;:1,&quot;source_digest&quot;:&quot;c5fe30435ff71fb6c2b42c9344fa803012349ef02c7bfbe18177d053e65d90ef&quot;}"/>
          <p:cNvCxnSpPr/>
          <p:nvPr/>
        </p:nvCxnSpPr>
        <p:spPr>
          <a:xfrm>
            <a:off x="3770910" y="1985350"/>
            <a:ext cx="33406" cy="149248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NNDV editable edge scene_object_scene_template_transformer_head_1_e7b8fc32 000" descr="{&quot;architecture_direction&quot;:null,&quot;architecture_evidence_digest&quot;:null,&quot;architecture_role&quot;:&quot;head-1&quot;,&quot;architecture_role_graph_digest&quot;:null,&quot;architecture_role_graph_edge_id&quot;:null,&quot;architecture_role_id&quot;:null,&quot;architecture_route_id&quot;:null,&quot;architecture_route_role&quot;:null,&quot;depth&quot;:21.5053487,&quot;endpoint_object_ids&quot;:[],&quot;endpoint_role_ids&quot;:[],&quot;kind&quot;:&quot;edge&quot;,&quot;object_id&quot;:&quot;scene_object_scene_template_transformer_head_1_e7b8fc32&quot;,&quot;repeat_count&quot;:1,&quot;source_digest&quot;:&quot;c5fe30435ff71fb6c2b42c9344fa803012349ef02c7bfbe18177d053e65d90ef&quot;}"/>
          <p:cNvCxnSpPr/>
          <p:nvPr/>
        </p:nvCxnSpPr>
        <p:spPr>
          <a:xfrm>
            <a:off x="3128418" y="2498689"/>
            <a:ext cx="377936" cy="14690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NNDV editable edge scene_object_scene_template_transformer_head_1_e7b8fc32 000" descr="{&quot;architecture_direction&quot;:null,&quot;architecture_evidence_digest&quot;:null,&quot;architecture_role&quot;:&quot;head-1&quot;,&quot;architecture_role_graph_digest&quot;:null,&quot;architecture_role_graph_edge_id&quot;:null,&quot;architecture_role_id&quot;:null,&quot;architecture_route_id&quot;:null,&quot;architecture_route_role&quot;:null,&quot;depth&quot;:21.264003453125,&quot;endpoint_object_ids&quot;:[],&quot;endpoint_role_ids&quot;:[],&quot;kind&quot;:&quot;edge&quot;,&quot;object_id&quot;:&quot;scene_object_scene_template_transformer_head_1_e7b8fc32&quot;,&quot;repeat_count&quot;:1,&quot;source_digest&quot;:&quot;c5fe30435ff71fb6c2b42c9344fa803012349ef02c7bfbe18177d053e65d90ef&quot;}"/>
          <p:cNvCxnSpPr/>
          <p:nvPr/>
        </p:nvCxnSpPr>
        <p:spPr>
          <a:xfrm flipH="1">
            <a:off x="3506354" y="2581321"/>
            <a:ext cx="121480" cy="6426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NNDV editable edge scene_object_scene_template_transformer_q_d58cbf4e 000" descr="{&quot;architecture_direction&quot;:null,&quot;architecture_evidence_digest&quot;:null,&quot;architecture_role&quot;:&quot;q&quot;,&quot;architecture_role_graph_digest&quot;:null,&quot;architecture_role_graph_edge_id&quot;:null,&quot;architecture_role_id&quot;:null,&quot;architecture_route_id&quot;:null,&quot;architecture_route_role&quot;:null,&quot;depth&quot;:21.443373649999998,&quot;endpoint_object_ids&quot;:[],&quot;endpoint_role_ids&quot;:[],&quot;kind&quot;:&quot;edge&quot;,&quot;object_id&quot;:&quot;scene_object_scene_template_transformer_q_d58cbf4e&quot;,&quot;repeat_count&quot;:1,&quot;source_digest&quot;:&quot;c5fe30435ff71fb6c2b42c9344fa803012349ef02c7bfbe18177d053e65d90ef&quot;}"/>
          <p:cNvCxnSpPr/>
          <p:nvPr/>
        </p:nvCxnSpPr>
        <p:spPr>
          <a:xfrm flipV="1">
            <a:off x="2050401" y="1276959"/>
            <a:ext cx="0" cy="27748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NNDV editable edge scene_object_scene_template_transformer_q_d58cbf4e 000" descr="{&quot;architecture_direction&quot;:null,&quot;architecture_evidence_digest&quot;:null,&quot;architecture_role&quot;:&quot;q&quot;,&quot;architecture_role_graph_digest&quot;:null,&quot;architecture_role_graph_edge_id&quot;:null,&quot;architecture_role_id&quot;:null,&quot;architecture_route_id&quot;:null,&quot;architecture_route_role&quot;:null,&quot;depth&quot;:21.386165849999998,&quot;endpoint_object_ids&quot;:[],&quot;endpoint_role_ids&quot;:[],&quot;kind&quot;:&quot;edge&quot;,&quot;object_id&quot;:&quot;scene_object_scene_template_transformer_q_d58cbf4e&quot;,&quot;repeat_count&quot;:1,&quot;source_digest&quot;:&quot;c5fe30435ff71fb6c2b42c9344fa803012349ef02c7bfbe18177d053e65d90ef&quot;}"/>
          <p:cNvCxnSpPr/>
          <p:nvPr/>
        </p:nvCxnSpPr>
        <p:spPr>
          <a:xfrm flipH="1">
            <a:off x="2352750" y="1097413"/>
            <a:ext cx="561505" cy="29706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NNDV editable edge scene_object_scene_template_transformer_q_d58cbf4e 000" descr="{&quot;architecture_direction&quot;:null,&quot;architecture_evidence_digest&quot;:null,&quot;architecture_role&quot;:&quot;q&quot;,&quot;architecture_role_graph_digest&quot;:null,&quot;architecture_role_graph_edge_id&quot;:null,&quot;architecture_role_id&quot;:null,&quot;architecture_route_id&quot;:null,&quot;architecture_route_role&quot;:null,&quot;depth&quot;:21.33849275,&quot;endpoint_object_ids&quot;:[],&quot;endpoint_role_ids&quot;:[],&quot;kind&quot;:&quot;edge&quot;,&quot;object_id&quot;:&quot;scene_object_scene_template_transformer_q_d58cbf4e&quot;,&quot;repeat_count&quot;:1,&quot;source_digest&quot;:&quot;c5fe30435ff71fb6c2b42c9344fa803012349ef02c7bfbe18177d053e65d90ef&quot;}"/>
          <p:cNvCxnSpPr/>
          <p:nvPr/>
        </p:nvCxnSpPr>
        <p:spPr>
          <a:xfrm>
            <a:off x="2050401" y="1554439"/>
            <a:ext cx="302349" cy="11752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NNDV editable edge scene_object_scene_template_transformer_head_1_e7b8fc32 000" descr="{&quot;architecture_direction&quot;:null,&quot;architecture_evidence_digest&quot;:null,&quot;architecture_role&quot;:&quot;head-1&quot;,&quot;architecture_role_graph_digest&quot;:null,&quot;architecture_role_graph_edge_id&quot;:null,&quot;architecture_role_id&quot;:null,&quot;architecture_route_id&quot;:null,&quot;architecture_route_role&quot;:null,&quot;depth&quot;:20.760456025000003,&quot;endpoint_object_ids&quot;:[],&quot;endpoint_role_ids&quot;:[],&quot;kind&quot;:&quot;edge&quot;,&quot;object_id&quot;:&quot;scene_object_scene_template_transformer_head_1_e7b8fc32&quot;,&quot;repeat_count&quot;:1,&quot;source_digest&quot;:&quot;c5fe30435ff71fb6c2b42c9344fa803012349ef02c7bfbe18177d053e65d90ef&quot;}"/>
          <p:cNvCxnSpPr/>
          <p:nvPr/>
        </p:nvCxnSpPr>
        <p:spPr>
          <a:xfrm flipH="1" flipV="1">
            <a:off x="3364628" y="2313022"/>
            <a:ext cx="141726" cy="5508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NNDV editable edge scene_object_scene_template_transformer_head_1_e7b8fc32 000" descr="{&quot;architecture_direction&quot;:null,&quot;architecture_evidence_digest&quot;:null,&quot;architecture_role&quot;:&quot;head-1&quot;,&quot;architecture_role_graph_digest&quot;:null,&quot;architecture_role_graph_edge_id&quot;:null,&quot;architecture_role_id&quot;:null,&quot;architecture_route_id&quot;:null,&quot;architecture_route_role&quot;:null,&quot;depth&quot;:20.787272153125002,&quot;endpoint_object_ids&quot;:[],&quot;endpoint_role_ids&quot;:[],&quot;kind&quot;:&quot;edge&quot;,&quot;object_id&quot;:&quot;scene_object_scene_template_transformer_head_1_e7b8fc32&quot;,&quot;repeat_count&quot;:1,&quot;source_digest&quot;:&quot;c5fe30435ff71fb6c2b42c9344fa803012349ef02c7bfbe18177d053e65d90ef&quot;}"/>
          <p:cNvCxnSpPr/>
          <p:nvPr/>
        </p:nvCxnSpPr>
        <p:spPr>
          <a:xfrm flipH="1">
            <a:off x="3506354" y="2303840"/>
            <a:ext cx="121480" cy="6427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NNDV editable edge scene_object_scene_template_transformer_q_d58cbf4e 000" descr="{&quot;architecture_direction&quot;:null,&quot;architecture_evidence_digest&quot;:null,&quot;architecture_role&quot;:&quot;q&quot;,&quot;architecture_role_graph_digest&quot;:null,&quot;architecture_role_graph_edge_id&quot;:null,&quot;architecture_role_id&quot;:null,&quot;architecture_route_id&quot;:null,&quot;architecture_route_role&quot;:null,&quot;depth&quot;:20.86176145,&quot;endpoint_object_ids&quot;:[],&quot;endpoint_role_ids&quot;:[],&quot;kind&quot;:&quot;edge&quot;,&quot;object_id&quot;:&quot;scene_object_scene_template_transformer_q_d58cbf4e&quot;,&quot;repeat_count&quot;:1,&quot;source_digest&quot;:&quot;c5fe30435ff71fb6c2b42c9344fa803012349ef02c7bfbe18177d053e65d90ef&quot;}"/>
          <p:cNvCxnSpPr/>
          <p:nvPr/>
        </p:nvCxnSpPr>
        <p:spPr>
          <a:xfrm flipH="1" flipV="1">
            <a:off x="2050401" y="1276959"/>
            <a:ext cx="302349" cy="11752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NNDV editable edge scene_object_scene_template_transformer_head_1_e7b8fc32 000" descr="{&quot;architecture_direction&quot;:null,&quot;architecture_evidence_digest&quot;:null,&quot;architecture_role&quot;:&quot;head-1&quot;,&quot;architecture_role_graph_digest&quot;:null,&quot;architecture_role_graph_edge_id&quot;:null,&quot;architecture_role_id&quot;:null,&quot;architecture_route_id&quot;:null,&quot;architecture_route_role&quot;:null,&quot;depth&quot;:20.83792485,&quot;endpoint_object_ids&quot;:[],&quot;endpoint_role_ids&quot;:[],&quot;kind&quot;:&quot;edge&quot;,&quot;object_id&quot;:&quot;scene_object_scene_template_transformer_head_1_e7b8fc32&quot;,&quot;repeat_count&quot;:1,&quot;source_digest&quot;:&quot;c5fe30435ff71fb6c2b42c9344fa803012349ef02c7bfbe18177d053e65d90ef&quot;}"/>
          <p:cNvCxnSpPr/>
          <p:nvPr/>
        </p:nvCxnSpPr>
        <p:spPr>
          <a:xfrm flipV="1">
            <a:off x="3506354" y="2368110"/>
            <a:ext cx="0" cy="27748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NNDV editable edge scene_object_scene_template_transformer_q_d58cbf4e 000" descr="{&quot;architecture_direction&quot;:null,&quot;architecture_evidence_digest&quot;:null,&quot;architecture_role&quot;:&quot;q&quot;,&quot;architecture_role_graph_digest&quot;:null,&quot;architecture_role_graph_edge_id&quot;:null,&quot;architecture_role_id&quot;:null,&quot;architecture_route_id&quot;:null,&quot;architecture_route_role&quot;:null,&quot;depth&quot;:20.756880549999998,&quot;endpoint_object_ids&quot;:[],&quot;endpoint_role_ids&quot;:[],&quot;kind&quot;:&quot;edge&quot;,&quot;object_id&quot;:&quot;scene_object_scene_template_transformer_q_d58cbf4e&quot;,&quot;repeat_count&quot;:1,&quot;source_digest&quot;:&quot;c5fe30435ff71fb6c2b42c9344fa803012349ef02c7bfbe18177d053e65d90ef&quot;}"/>
          <p:cNvCxnSpPr/>
          <p:nvPr/>
        </p:nvCxnSpPr>
        <p:spPr>
          <a:xfrm flipV="1">
            <a:off x="2352750" y="1394480"/>
            <a:ext cx="0" cy="27748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NNDV editable edge scene_object_scene_template_transformer_head_2_7cd9b8b4 000" descr="{&quot;architecture_direction&quot;:null,&quot;architecture_evidence_digest&quot;:null,&quot;architecture_role&quot;:&quot;head-2&quot;,&quot;architecture_role_graph_digest&quot;:null,&quot;architecture_role_graph_edge_id&quot;:null,&quot;architecture_role_id&quot;:null,&quot;architecture_route_id&quot;:null,&quot;architecture_route_role&quot;:null,&quot;depth&quot;:20.259292309375,&quot;endpoint_object_ids&quot;:[],&quot;endpoint_role_ids&quot;:[],&quot;kind&quot;:&quot;edge&quot;,&quot;object_id&quot;:&quot;scene_object_scene_template_transformer_head_2_7cd9b8b4&quot;,&quot;repeat_count&quot;:1,&quot;source_digest&quot;:&quot;c5fe30435ff71fb6c2b42c9344fa803012349ef02c7bfbe18177d053e65d90ef&quot;}"/>
          <p:cNvCxnSpPr/>
          <p:nvPr/>
        </p:nvCxnSpPr>
        <p:spPr>
          <a:xfrm flipH="1" flipV="1">
            <a:off x="3336958" y="1846406"/>
            <a:ext cx="212589" cy="8263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NNDV editable edge scene_object_scene_template_transformer_head_2_7cd9b8b4 000" descr="{&quot;architecture_direction&quot;:null,&quot;architecture_evidence_digest&quot;:null,&quot;architecture_role&quot;:&quot;head-2&quot;,&quot;architecture_role_graph_digest&quot;:null,&quot;architecture_role_graph_edge_id&quot;:null,&quot;architecture_role_id&quot;:null,&quot;architecture_route_id&quot;:null,&quot;architecture_route_role&quot;:null,&quot;depth&quot;:20.3656629359375,&quot;endpoint_object_ids&quot;:[],&quot;endpoint_role_ids&quot;:[],&quot;kind&quot;:&quot;edge&quot;,&quot;object_id&quot;:&quot;scene_object_scene_template_transformer_head_2_7cd9b8b4&quot;,&quot;repeat_count&quot;:1,&quot;source_digest&quot;:&quot;c5fe30435ff71fb6c2b42c9344fa803012349ef02c7bfbe18177d053e65d90ef&quot;}"/>
          <p:cNvCxnSpPr/>
          <p:nvPr/>
        </p:nvCxnSpPr>
        <p:spPr>
          <a:xfrm flipV="1">
            <a:off x="2912455" y="1979943"/>
            <a:ext cx="0" cy="21678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NNDV editable edge scene_object_scene_template_transformer_head_2_7cd9b8b4 000" descr="{&quot;architecture_direction&quot;:null,&quot;architecture_evidence_digest&quot;:null,&quot;architecture_role&quot;:&quot;head-2&quot;,&quot;architecture_role_graph_digest&quot;:null,&quot;architecture_role_graph_edge_id&quot;:null,&quot;architecture_role_id&quot;:null,&quot;architecture_route_id&quot;:null,&quot;architecture_route_role&quot;:null,&quot;depth&quot;:20.25631275,&quot;endpoint_object_ids&quot;:[],&quot;endpoint_role_ids&quot;:[],&quot;kind&quot;:&quot;edge&quot;,&quot;object_id&quot;:&quot;scene_object_scene_template_transformer_head_2_7cd9b8b4&quot;,&quot;repeat_count&quot;:1,&quot;source_digest&quot;:&quot;c5fe30435ff71fb6c2b42c9344fa803012349ef02c7bfbe18177d053e65d90ef&quot;}"/>
          <p:cNvCxnSpPr/>
          <p:nvPr/>
        </p:nvCxnSpPr>
        <p:spPr>
          <a:xfrm flipV="1">
            <a:off x="3549547" y="1929038"/>
            <a:ext cx="0" cy="27748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NNDV editable edge scene_object_scene_template_transformer_head_2_7cd9b8b4 000" descr="{&quot;architecture_direction&quot;:null,&quot;architecture_evidence_digest&quot;:null,&quot;architecture_role&quot;:&quot;head-2&quot;,&quot;architecture_role_graph_digest&quot;:null,&quot;architecture_role_graph_edge_id&quot;:null,&quot;architecture_role_id&quot;:null,&quot;architecture_route_id&quot;:null,&quot;architecture_route_role&quot;:null,&quot;depth&quot;:20.12282795,&quot;endpoint_object_ids&quot;:[],&quot;endpoint_role_ids&quot;:[],&quot;kind&quot;:&quot;edge&quot;,&quot;object_id&quot;:&quot;scene_object_scene_template_transformer_head_2_7cd9b8b4&quot;,&quot;repeat_count&quot;:1,&quot;source_digest&quot;:&quot;c5fe30435ff71fb6c2b42c9344fa803012349ef02c7bfbe18177d053e65d90ef&quot;}"/>
          <p:cNvCxnSpPr/>
          <p:nvPr/>
        </p:nvCxnSpPr>
        <p:spPr>
          <a:xfrm>
            <a:off x="2912455" y="2196725"/>
            <a:ext cx="377936" cy="14690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NNDV editable edge scene_object_scene_template_transformer_head_2_7cd9b8b4 000" descr="{&quot;architecture_direction&quot;:null,&quot;architecture_evidence_digest&quot;:null,&quot;architecture_role&quot;:&quot;head-2&quot;,&quot;architecture_role_graph_digest&quot;:null,&quot;architecture_role_graph_edge_id&quot;:null,&quot;architecture_role_id&quot;:null,&quot;architecture_route_id&quot;:null,&quot;architecture_route_role&quot;:null,&quot;depth&quot;:20.094224099999998,&quot;endpoint_object_ids&quot;:[],&quot;endpoint_role_ids&quot;:[],&quot;kind&quot;:&quot;edge&quot;,&quot;object_id&quot;:&quot;scene_object_scene_template_transformer_head_2_7cd9b8b4&quot;,&quot;repeat_count&quot;:1,&quot;source_digest&quot;:&quot;c5fe30435ff71fb6c2b42c9344fa803012349ef02c7bfbe18177d053e65d90ef&quot;}"/>
          <p:cNvCxnSpPr/>
          <p:nvPr/>
        </p:nvCxnSpPr>
        <p:spPr>
          <a:xfrm flipH="1">
            <a:off x="3290391" y="2206518"/>
            <a:ext cx="259156" cy="13710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NNDV editable edge scene_object_scene_template_transformer_head_2_7cd9b8b4 000" descr="{&quot;architecture_direction&quot;:null,&quot;architecture_evidence_digest&quot;:null,&quot;architecture_role&quot;:&quot;head-2&quot;,&quot;architecture_role_graph_digest&quot;:null,&quot;architecture_role_graph_edge_id&quot;:null,&quot;architecture_role_id&quot;:null,&quot;architecture_route_id&quot;:null,&quot;architecture_route_role&quot;:null,&quot;depth&quot;:19.377935306250002,&quot;endpoint_object_ids&quot;:[],&quot;endpoint_role_ids&quot;:[],&quot;kind&quot;:&quot;edge&quot;,&quot;object_id&quot;:&quot;scene_object_scene_template_transformer_head_2_7cd9b8b4&quot;,&quot;repeat_count&quot;:1,&quot;source_digest&quot;:&quot;c5fe30435ff71fb6c2b42c9344fa803012349ef02c7bfbe18177d053e65d90ef&quot;}"/>
          <p:cNvCxnSpPr/>
          <p:nvPr/>
        </p:nvCxnSpPr>
        <p:spPr>
          <a:xfrm flipH="1" flipV="1">
            <a:off x="3148665" y="2011058"/>
            <a:ext cx="141726" cy="5508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NNDV editable edge scene_object_scene_template_transformer_head_2_7cd9b8b4 000" descr="{&quot;architecture_direction&quot;:null,&quot;architecture_evidence_digest&quot;:null,&quot;architecture_role&quot;:&quot;head-2&quot;,&quot;architecture_role_graph_digest&quot;:null,&quot;architecture_role_graph_edge_id&quot;:null,&quot;architecture_role_id&quot;:null,&quot;architecture_route_id&quot;:null,&quot;architecture_route_role&quot;:null,&quot;depth&quot;:19.6174928,&quot;endpoint_object_ids&quot;:[],&quot;endpoint_role_ids&quot;:[],&quot;kind&quot;:&quot;edge&quot;,&quot;object_id&quot;:&quot;scene_object_scene_template_transformer_head_2_7cd9b8b4&quot;,&quot;repeat_count&quot;:1,&quot;source_digest&quot;:&quot;c5fe30435ff71fb6c2b42c9344fa803012349ef02c7bfbe18177d053e65d90ef&quot;}"/>
          <p:cNvCxnSpPr/>
          <p:nvPr/>
        </p:nvCxnSpPr>
        <p:spPr>
          <a:xfrm flipH="1">
            <a:off x="3290391" y="1929038"/>
            <a:ext cx="259156" cy="13710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NNDV editable edge scene_object_scene_template_transformer_concat_ae9e295a 000" descr="{&quot;architecture_direction&quot;:null,&quot;architecture_evidence_digest&quot;:null,&quot;architecture_role&quot;:&quot;concat&quot;,&quot;architecture_role_graph_digest&quot;:null,&quot;architecture_role_graph_edge_id&quot;:null,&quot;architecture_role_id&quot;:null,&quot;architecture_route_id&quot;:null,&quot;architecture_route_role&quot;:null,&quot;depth&quot;:19.15148795,&quot;endpoint_object_ids&quot;:[],&quot;endpoint_role_ids&quot;:[],&quot;kind&quot;:&quot;edge&quot;,&quot;object_id&quot;:&quot;scene_object_scene_template_transformer_concat_ae9e295a&quot;,&quot;repeat_count&quot;:1,&quot;source_digest&quot;:&quot;c5fe30435ff71fb6c2b42c9344fa803012349ef02c7bfbe18177d053e65d90ef&quot;}"/>
          <p:cNvCxnSpPr/>
          <p:nvPr/>
        </p:nvCxnSpPr>
        <p:spPr>
          <a:xfrm flipV="1">
            <a:off x="4559176" y="2164896"/>
            <a:ext cx="0" cy="22892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NNDV editable edge scene_object_scene_template_transformer_concat_ae9e295a 000" descr="{&quot;architecture_direction&quot;:null,&quot;architecture_evidence_digest&quot;:null,&quot;architecture_role&quot;:&quot;concat&quot;,&quot;architecture_role_graph_digest&quot;:null,&quot;architecture_role_graph_edge_id&quot;:null,&quot;architecture_role_id&quot;:null,&quot;architecture_route_id&quot;:null,&quot;architecture_route_role&quot;:null,&quot;depth&quot;:19.4697061,&quot;endpoint_object_ids&quot;:[],&quot;endpoint_role_ids&quot;:[],&quot;kind&quot;:&quot;edge&quot;,&quot;object_id&quot;:&quot;scene_object_scene_template_transformer_concat_ae9e295a&quot;,&quot;repeat_count&quot;:1,&quot;source_digest&quot;:&quot;c5fe30435ff71fb6c2b42c9344fa803012349ef02c7bfbe18177d053e65d90ef&quot;}"/>
          <p:cNvCxnSpPr/>
          <p:nvPr/>
        </p:nvCxnSpPr>
        <p:spPr>
          <a:xfrm flipH="1" flipV="1">
            <a:off x="4105653" y="1988615"/>
            <a:ext cx="453523" cy="17628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NNDV editable edge scene_object_scene_template_transformer_head_2_7cd9b8b4 000" descr="{&quot;architecture_direction&quot;:null,&quot;architecture_evidence_digest&quot;:null,&quot;architecture_role&quot;:&quot;head-2&quot;,&quot;architecture_role_graph_digest&quot;:null,&quot;architecture_role_graph_edge_id&quot;:null,&quot;architecture_role_id&quot;:null,&quot;architecture_route_id&quot;:null,&quot;architecture_route_role&quot;:null,&quot;depth&quot;:19.45540415,&quot;endpoint_object_ids&quot;:[],&quot;endpoint_role_ids&quot;:[],&quot;kind&quot;:&quot;edge&quot;,&quot;object_id&quot;:&quot;scene_object_scene_template_transformer_head_2_7cd9b8b4&quot;,&quot;repeat_count&quot;:1,&quot;source_digest&quot;:&quot;c5fe30435ff71fb6c2b42c9344fa803012349ef02c7bfbe18177d053e65d90ef&quot;}"/>
          <p:cNvCxnSpPr/>
          <p:nvPr/>
        </p:nvCxnSpPr>
        <p:spPr>
          <a:xfrm flipV="1">
            <a:off x="3290391" y="2066146"/>
            <a:ext cx="0" cy="27748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NNDV editable edge scene_object_scene_template_transformer_concat_ae9e295a 000" descr="{&quot;architecture_direction&quot;:null,&quot;architecture_evidence_digest&quot;:null,&quot;architecture_role&quot;:&quot;concat&quot;,&quot;architecture_role_graph_digest&quot;:null,&quot;architecture_role_graph_edge_id&quot;:null,&quot;architecture_role_id&quot;:null,&quot;architecture_route_id&quot;:null,&quot;architecture_route_role&quot;:null,&quot;depth&quot;:18.9023958,&quot;endpoint_object_ids&quot;:[],&quot;endpoint_role_ids&quot;:[],&quot;kind&quot;:&quot;edge&quot;,&quot;object_id&quot;:&quot;scene_object_scene_template_transformer_concat_ae9e295a&quot;,&quot;repeat_count&quot;:1,&quot;source_digest&quot;:&quot;c5fe30435ff71fb6c2b42c9344fa803012349ef02c7bfbe18177d053e65d90ef&quot;}"/>
          <p:cNvCxnSpPr/>
          <p:nvPr/>
        </p:nvCxnSpPr>
        <p:spPr>
          <a:xfrm flipH="1">
            <a:off x="4084057" y="2901035"/>
            <a:ext cx="237559" cy="12568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NNDV editable edge scene_object_scene_template_transformer_concat_ae9e295a 000" descr="{&quot;architecture_direction&quot;:null,&quot;architecture_evidence_digest&quot;:null,&quot;architecture_role&quot;:&quot;concat&quot;,&quot;architecture_role_graph_digest&quot;:null,&quot;architecture_role_graph_edge_id&quot;:null,&quot;architecture_role_id&quot;:null,&quot;architecture_route_id&quot;:null,&quot;architecture_route_role&quot;:null,&quot;depth&quot;:19.2504097,&quot;endpoint_object_ids&quot;:[],&quot;endpoint_role_ids&quot;:[],&quot;kind&quot;:&quot;edge&quot;,&quot;object_id&quot;:&quot;scene_object_scene_template_transformer_concat_ae9e295a&quot;,&quot;repeat_count&quot;:1,&quot;source_digest&quot;:&quot;c5fe30435ff71fb6c2b42c9344fa803012349ef02c7bfbe18177d053e65d90ef&quot;}"/>
          <p:cNvCxnSpPr/>
          <p:nvPr/>
        </p:nvCxnSpPr>
        <p:spPr>
          <a:xfrm flipH="1">
            <a:off x="3630533" y="1988615"/>
            <a:ext cx="475120" cy="25136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NNDV editable edge scene_object_scene_template_transformer_head_3_5fd1a2b5 000" descr="{&quot;architecture_direction&quot;:null,&quot;architecture_evidence_digest&quot;:null,&quot;architecture_role&quot;:&quot;head-3&quot;,&quot;architecture_role_graph_digest&quot;:null,&quot;architecture_role_graph_edge_id&quot;:null,&quot;architecture_role_id&quot;:null,&quot;architecture_route_id&quot;:null,&quot;architecture_route_role&quot;:null,&quot;depth&quot;:19.093088350000002,&quot;endpoint_object_ids&quot;:[],&quot;endpoint_role_ids&quot;:[],&quot;kind&quot;:&quot;edge&quot;,&quot;object_id&quot;:&quot;scene_object_scene_template_transformer_head_3_5fd1a2b5&quot;,&quot;repeat_count&quot;:1,&quot;source_digest&quot;:&quot;c5fe30435ff71fb6c2b42c9344fa803012349ef02c7bfbe18177d053e65d90ef&quot;}"/>
          <p:cNvCxnSpPr/>
          <p:nvPr/>
        </p:nvCxnSpPr>
        <p:spPr>
          <a:xfrm flipH="1">
            <a:off x="2696492" y="1480173"/>
            <a:ext cx="259156" cy="13710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NNDV editable edge scene_object_scene_template_transformer_head_3_5fd1a2b5 000" descr="{&quot;architecture_direction&quot;:null,&quot;architecture_evidence_digest&quot;:null,&quot;architecture_role&quot;:&quot;head-3&quot;,&quot;architecture_role_graph_digest&quot;:null,&quot;architecture_role_graph_edge_id&quot;:null,&quot;architecture_role_id&quot;:null,&quot;architecture_route_id&quot;:null,&quot;architecture_route_role&quot;:null,&quot;depth&quot;:19.064484450000002,&quot;endpoint_object_ids&quot;:[],&quot;endpoint_role_ids&quot;:[],&quot;kind&quot;:&quot;edge&quot;,&quot;object_id&quot;:&quot;scene_object_scene_template_transformer_head_3_5fd1a2b5&quot;,&quot;repeat_count&quot;:1,&quot;source_digest&quot;:&quot;c5fe30435ff71fb6c2b42c9344fa803012349ef02c7bfbe18177d053e65d90ef&quot;}"/>
          <p:cNvCxnSpPr/>
          <p:nvPr/>
        </p:nvCxnSpPr>
        <p:spPr>
          <a:xfrm flipH="1" flipV="1">
            <a:off x="2955648" y="1480173"/>
            <a:ext cx="377936" cy="14690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NNDV editable edge scene_object_scene_template_transformer_concat_ae9e295a 000" descr="{&quot;architecture_direction&quot;:null,&quot;architecture_evidence_digest&quot;:null,&quot;architecture_role&quot;:&quot;concat&quot;,&quot;architecture_role_graph_digest&quot;:null,&quot;architecture_role_graph_edge_id&quot;:null,&quot;architecture_role_id&quot;:null,&quot;architecture_route_id&quot;:null,&quot;architecture_route_role&quot;:null,&quot;depth&quot;:19.0501825,&quot;endpoint_object_ids&quot;:[],&quot;endpoint_role_ids&quot;:[],&quot;kind&quot;:&quot;edge&quot;,&quot;object_id&quot;:&quot;scene_object_scene_template_transformer_concat_ae9e295a&quot;,&quot;repeat_count&quot;:1,&quot;source_digest&quot;:&quot;c5fe30435ff71fb6c2b42c9344fa803012349ef02c7bfbe18177d053e65d90ef&quot;}"/>
          <p:cNvCxnSpPr/>
          <p:nvPr/>
        </p:nvCxnSpPr>
        <p:spPr>
          <a:xfrm>
            <a:off x="3630533" y="2850436"/>
            <a:ext cx="453524" cy="17628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NNDV editable edge scene_object_scene_template_transformer_concat_ae9e295a 000" descr="{&quot;architecture_direction&quot;:null,&quot;architecture_evidence_digest&quot;:null,&quot;architecture_role&quot;:&quot;concat&quot;,&quot;architecture_role_graph_digest&quot;:null,&quot;architecture_role_graph_edge_id&quot;:null,&quot;architecture_role_id&quot;:null,&quot;architecture_route_id&quot;:null,&quot;architecture_route_role&quot;:null,&quot;depth&quot;:19.040647900000003,&quot;endpoint_object_ids&quot;:[],&quot;endpoint_role_ids&quot;:[],&quot;kind&quot;:&quot;edge&quot;,&quot;object_id&quot;:&quot;scene_object_scene_template_transformer_concat_ae9e295a&quot;,&quot;repeat_count&quot;:1,&quot;source_digest&quot;:&quot;c5fe30435ff71fb6c2b42c9344fa803012349ef02c7bfbe18177d053e65d90ef&quot;}"/>
          <p:cNvCxnSpPr/>
          <p:nvPr/>
        </p:nvCxnSpPr>
        <p:spPr>
          <a:xfrm flipV="1">
            <a:off x="3630533" y="2239979"/>
            <a:ext cx="0" cy="61045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NNDV editable edge scene_object_scene_template_transformer_head_3_5fd1a2b5 000" descr="{&quot;architecture_direction&quot;:null,&quot;architecture_evidence_digest&quot;:null,&quot;architecture_role&quot;:&quot;head-3&quot;,&quot;architecture_role_graph_digest&quot;:null,&quot;architecture_role_graph_edge_id&quot;:null,&quot;architecture_role_id&quot;:null,&quot;architecture_route_id&quot;:null,&quot;architecture_route_role&quot;:null,&quot;depth&quot;:18.930999749999998,&quot;endpoint_object_ids&quot;:[],&quot;endpoint_role_ids&quot;:[],&quot;kind&quot;:&quot;edge&quot;,&quot;object_id&quot;:&quot;scene_object_scene_template_transformer_head_3_5fd1a2b5&quot;,&quot;repeat_count&quot;:1,&quot;source_digest&quot;:&quot;c5fe30435ff71fb6c2b42c9344fa803012349ef02c7bfbe18177d053e65d90ef&quot;}"/>
          <p:cNvCxnSpPr/>
          <p:nvPr/>
        </p:nvCxnSpPr>
        <p:spPr>
          <a:xfrm flipV="1">
            <a:off x="2696492" y="1617281"/>
            <a:ext cx="0" cy="27748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NNDV editable edge scene_object_scene_template_transformer_head_3_5fd1a2b5 000" descr="{&quot;architecture_direction&quot;:null,&quot;architecture_evidence_digest&quot;:null,&quot;architecture_role&quot;:&quot;head-3&quot;,&quot;architecture_role_graph_digest&quot;:null,&quot;architecture_role_graph_edge_id&quot;:null,&quot;architecture_role_id&quot;:null,&quot;architecture_route_id&quot;:null,&quot;architecture_route_role&quot;:null,&quot;depth&quot;:18.873791949999998,&quot;endpoint_object_ids&quot;:[],&quot;endpoint_role_ids&quot;:[],&quot;kind&quot;:&quot;edge&quot;,&quot;object_id&quot;:&quot;scene_object_scene_template_transformer_head_3_5fd1a2b5&quot;,&quot;repeat_count&quot;:1,&quot;source_digest&quot;:&quot;c5fe30435ff71fb6c2b42c9344fa803012349ef02c7bfbe18177d053e65d90ef&quot;}"/>
          <p:cNvCxnSpPr/>
          <p:nvPr/>
        </p:nvCxnSpPr>
        <p:spPr>
          <a:xfrm flipV="1">
            <a:off x="3333584" y="1627074"/>
            <a:ext cx="0" cy="27748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NNDV editable edge scene_object_scene_template_transformer_head_3_5fd1a2b5 000" descr="{&quot;architecture_direction&quot;:null,&quot;architecture_evidence_digest&quot;:null,&quot;architecture_role&quot;:&quot;head-3&quot;,&quot;architecture_role_graph_digest&quot;:null,&quot;architecture_role_graph_edge_id&quot;:null,&quot;architecture_role_id&quot;:null,&quot;architecture_route_id&quot;:null,&quot;architecture_route_role&quot;:null,&quot;depth&quot;:18.7403072,&quot;endpoint_object_ids&quot;:[],&quot;endpoint_role_ids&quot;:[],&quot;kind&quot;:&quot;edge&quot;,&quot;object_id&quot;:&quot;scene_object_scene_template_transformer_head_3_5fd1a2b5&quot;,&quot;repeat_count&quot;:1,&quot;source_digest&quot;:&quot;c5fe30435ff71fb6c2b42c9344fa803012349ef02c7bfbe18177d053e65d90ef&quot;}"/>
          <p:cNvCxnSpPr/>
          <p:nvPr/>
        </p:nvCxnSpPr>
        <p:spPr>
          <a:xfrm>
            <a:off x="2696492" y="1894761"/>
            <a:ext cx="377936" cy="14690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NNDV editable edge scene_object_scene_template_transformer_head_3_5fd1a2b5 000" descr="{&quot;architecture_direction&quot;:null,&quot;architecture_evidence_digest&quot;:null,&quot;architecture_role&quot;:&quot;head-3&quot;,&quot;architecture_role_graph_digest&quot;:null,&quot;architecture_role_graph_edge_id&quot;:null,&quot;architecture_role_id&quot;:null,&quot;architecture_route_id&quot;:null,&quot;architecture_route_role&quot;:null,&quot;depth&quot;:18.7117033,&quot;endpoint_object_ids&quot;:[],&quot;endpoint_role_ids&quot;:[],&quot;kind&quot;:&quot;edge&quot;,&quot;object_id&quot;:&quot;scene_object_scene_template_transformer_head_3_5fd1a2b5&quot;,&quot;repeat_count&quot;:1,&quot;source_digest&quot;:&quot;c5fe30435ff71fb6c2b42c9344fa803012349ef02c7bfbe18177d053e65d90ef&quot;}"/>
          <p:cNvCxnSpPr/>
          <p:nvPr/>
        </p:nvCxnSpPr>
        <p:spPr>
          <a:xfrm flipH="1">
            <a:off x="3074428" y="1904554"/>
            <a:ext cx="259156" cy="13710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NNDV editable arrow scene_object_scene_template_transformer_ffn_flow_4e4a1bd9 000" descr="{&quot;architecture_direction&quot;:null,&quot;architecture_evidence_digest&quot;:null,&quot;architecture_role&quot;:&quot;ffn-flow&quot;,&quot;architecture_role_graph_digest&quot;:null,&quot;architecture_role_graph_edge_id&quot;:null,&quot;architecture_role_id&quot;:null,&quot;architecture_route_id&quot;:null,&quot;architecture_route_role&quot;:null,&quot;depth&quot;:18.7361357890625,&quot;endpoint_object_ids&quot;:[&quot;scene_object_scene_template_transformer_concat_ae9e295a&quot;,&quot;scene_object_scene_template_transformer_ffn_c3ed74b9&quot;],&quot;endpoint_role_ids&quot;:[],&quot;kind&quot;:&quot;arrow&quot;,&quot;object_id&quot;:&quot;scene_object_scene_template_transformer_ffn_flow_4e4a1bd9&quot;,&quot;repeat_count&quot;:1,&quot;source_digest&quot;:&quot;c5fe30435ff71fb6c2b42c9344fa803012349ef02c7bfbe18177d053e65d90ef&quot;}"/>
          <p:cNvCxnSpPr/>
          <p:nvPr/>
        </p:nvCxnSpPr>
        <p:spPr>
          <a:xfrm>
            <a:off x="4321616" y="2595807"/>
            <a:ext cx="7874" cy="3060"/>
          </a:xfrm>
          <a:prstGeom prst="line">
            <a:avLst/>
          </a:prstGeom>
          <a:ln w="952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NNDV editable edge scene_object_scene_template_transformer_head_3_5fd1a2b5 000" descr="{&quot;architecture_direction&quot;:null,&quot;architecture_evidence_digest&quot;:null,&quot;architecture_role&quot;:&quot;head-3&quot;,&quot;architecture_role_graph_digest&quot;:null,&quot;architecture_role_graph_edge_id&quot;:null,&quot;architecture_role_id&quot;:null,&quot;architecture_route_id&quot;:null,&quot;architecture_route_role&quot;:null,&quot;depth&quot;:18.2635759,&quot;endpoint_object_ids&quot;:[],&quot;endpoint_role_ids&quot;:[],&quot;kind&quot;:&quot;edge&quot;,&quot;object_id&quot;:&quot;scene_object_scene_template_transformer_head_3_5fd1a2b5&quot;,&quot;repeat_count&quot;:1,&quot;source_digest&quot;:&quot;c5fe30435ff71fb6c2b42c9344fa803012349ef02c7bfbe18177d053e65d90ef&quot;}"/>
          <p:cNvCxnSpPr/>
          <p:nvPr/>
        </p:nvCxnSpPr>
        <p:spPr>
          <a:xfrm flipH="1" flipV="1">
            <a:off x="2696492" y="1617281"/>
            <a:ext cx="377936" cy="14690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NNDV editable edge scene_object_scene_template_transformer_head_3_5fd1a2b5 000" descr="{&quot;architecture_direction&quot;:null,&quot;architecture_evidence_digest&quot;:null,&quot;architecture_role&quot;:&quot;head-3&quot;,&quot;architecture_role_graph_digest&quot;:null,&quot;architecture_role_graph_edge_id&quot;:null,&quot;architecture_role_id&quot;:null,&quot;architecture_route_id&quot;:null,&quot;architecture_route_role&quot;:null,&quot;depth&quot;:18.234972,&quot;endpoint_object_ids&quot;:[],&quot;endpoint_role_ids&quot;:[],&quot;kind&quot;:&quot;edge&quot;,&quot;object_id&quot;:&quot;scene_object_scene_template_transformer_head_3_5fd1a2b5&quot;,&quot;repeat_count&quot;:1,&quot;source_digest&quot;:&quot;c5fe30435ff71fb6c2b42c9344fa803012349ef02c7bfbe18177d053e65d90ef&quot;}"/>
          <p:cNvCxnSpPr/>
          <p:nvPr/>
        </p:nvCxnSpPr>
        <p:spPr>
          <a:xfrm flipH="1">
            <a:off x="3074428" y="1627074"/>
            <a:ext cx="259156" cy="13710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NNDV editable edge scene_object_scene_template_transformer_concat_ae9e295a 000" descr="{&quot;architecture_direction&quot;:null,&quot;architecture_evidence_digest&quot;:null,&quot;architecture_role&quot;:&quot;concat&quot;,&quot;architecture_role_graph_digest&quot;:null,&quot;architecture_role_graph_edge_id&quot;:null,&quot;architecture_role_id&quot;:null,&quot;architecture_route_id&quot;:null,&quot;architecture_route_role&quot;:null,&quot;depth&quot;:18.2206701,&quot;endpoint_object_ids&quot;:[],&quot;endpoint_role_ids&quot;:[],&quot;kind&quot;:&quot;edge&quot;,&quot;object_id&quot;:&quot;scene_object_scene_template_transformer_concat_ae9e295a&quot;,&quot;repeat_count&quot;:1,&quot;source_digest&quot;:&quot;c5fe30435ff71fb6c2b42c9344fa803012349ef02c7bfbe18177d053e65d90ef&quot;}"/>
          <p:cNvCxnSpPr/>
          <p:nvPr/>
        </p:nvCxnSpPr>
        <p:spPr>
          <a:xfrm flipH="1">
            <a:off x="4084057" y="2164896"/>
            <a:ext cx="475119" cy="25136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NNDV editable edge scene_object_scene_template_transformer_head_3_5fd1a2b5 000" descr="{&quot;architecture_direction&quot;:null,&quot;architecture_evidence_digest&quot;:null,&quot;architecture_role&quot;:&quot;head-3&quot;,&quot;architecture_role_graph_digest&quot;:null,&quot;architecture_role_graph_edge_id&quot;:null,&quot;architecture_role_id&quot;:null,&quot;architecture_route_id&quot;:null,&quot;architecture_route_role&quot;:null,&quot;depth&quot;:18.072883349999998,&quot;endpoint_object_ids&quot;:[],&quot;endpoint_role_ids&quot;:[],&quot;kind&quot;:&quot;edge&quot;,&quot;object_id&quot;:&quot;scene_object_scene_template_transformer_head_3_5fd1a2b5&quot;,&quot;repeat_count&quot;:1,&quot;source_digest&quot;:&quot;c5fe30435ff71fb6c2b42c9344fa803012349ef02c7bfbe18177d053e65d90ef&quot;}"/>
          <p:cNvCxnSpPr/>
          <p:nvPr/>
        </p:nvCxnSpPr>
        <p:spPr>
          <a:xfrm flipV="1">
            <a:off x="3074428" y="1764182"/>
            <a:ext cx="0" cy="27748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NNDV editable edge scene_object_scene_template_transformer_concat_ae9e295a 000" descr="{&quot;architecture_direction&quot;:null,&quot;architecture_evidence_digest&quot;:null,&quot;architecture_role&quot;:&quot;concat&quot;,&quot;architecture_role_graph_digest&quot;:null,&quot;architecture_role_graph_edge_id&quot;:null,&quot;architecture_role_id&quot;:null,&quot;architecture_route_id&quot;:null,&quot;architecture_route_role&quot;:null,&quot;depth&quot;:18.010908299999997,&quot;endpoint_object_ids&quot;:[],&quot;endpoint_role_ids&quot;:[],&quot;kind&quot;:&quot;edge&quot;,&quot;object_id&quot;:&quot;scene_object_scene_template_transformer_concat_ae9e295a&quot;,&quot;repeat_count&quot;:1,&quot;source_digest&quot;:&quot;c5fe30435ff71fb6c2b42c9344fa803012349ef02c7bfbe18177d053e65d90ef&quot;}"/>
          <p:cNvCxnSpPr/>
          <p:nvPr/>
        </p:nvCxnSpPr>
        <p:spPr>
          <a:xfrm flipV="1">
            <a:off x="4084057" y="2416261"/>
            <a:ext cx="0" cy="61045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NNDV editable edge scene_object_scene_template_transformer_concat_ae9e295a 000" descr="{&quot;architecture_direction&quot;:null,&quot;architecture_evidence_digest&quot;:null,&quot;architecture_role&quot;:&quot;concat&quot;,&quot;architecture_role_graph_digest&quot;:null,&quot;architecture_role_graph_edge_id&quot;:null,&quot;architecture_role_id&quot;:null,&quot;architecture_route_id&quot;:null,&quot;architecture_route_role&quot;:null,&quot;depth&quot;:18.001373700000002,&quot;endpoint_object_ids&quot;:[],&quot;endpoint_role_ids&quot;:[],&quot;kind&quot;:&quot;edge&quot;,&quot;object_id&quot;:&quot;scene_object_scene_template_transformer_concat_ae9e295a&quot;,&quot;repeat_count&quot;:1,&quot;source_digest&quot;:&quot;c5fe30435ff71fb6c2b42c9344fa803012349ef02c7bfbe18177d053e65d90ef&quot;}"/>
          <p:cNvCxnSpPr/>
          <p:nvPr/>
        </p:nvCxnSpPr>
        <p:spPr>
          <a:xfrm flipH="1" flipV="1">
            <a:off x="3630533" y="2239979"/>
            <a:ext cx="453524" cy="17628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NNDV editable edge scene_object_scene_template_transformer_ffn_c3ed74b9 000" descr="{&quot;architecture_direction&quot;:null,&quot;architecture_evidence_digest&quot;:null,&quot;architecture_role&quot;:&quot;ffn&quot;,&quot;architecture_role_graph_digest&quot;:null,&quot;architecture_role_graph_edge_id&quot;:null,&quot;architecture_role_id&quot;:null,&quot;architecture_route_id&quot;:null,&quot;architecture_route_role&quot;:null,&quot;depth&quot;:17.7534734,&quot;endpoint_object_ids&quot;:[],&quot;endpoint_role_ids&quot;:[],&quot;kind&quot;:&quot;edge&quot;,&quot;object_id&quot;:&quot;scene_object_scene_template_transformer_ffn_c3ed74b9&quot;,&quot;repeat_count&quot;:1,&quot;source_digest&quot;:&quot;c5fe30435ff71fb6c2b42c9344fa803012349ef02c7bfbe18177d053e65d90ef&quot;}"/>
          <p:cNvCxnSpPr/>
          <p:nvPr/>
        </p:nvCxnSpPr>
        <p:spPr>
          <a:xfrm flipH="1" flipV="1">
            <a:off x="4811133" y="2262830"/>
            <a:ext cx="554307" cy="21545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NNDV editable edge scene_object_scene_template_transformer_ffn_c3ed74b9 000" descr="{&quot;architecture_direction&quot;:null,&quot;architecture_evidence_digest&quot;:null,&quot;architecture_role&quot;:&quot;ffn&quot;,&quot;architecture_role_graph_digest&quot;:null,&quot;architecture_role_graph_edge_id&quot;:null,&quot;architecture_role_id&quot;:null,&quot;architecture_route_id&quot;:null,&quot;architecture_route_role&quot;:null,&quot;depth&quot;:17.64859255,&quot;endpoint_object_ids&quot;:[],&quot;endpoint_role_ids&quot;:[],&quot;kind&quot;:&quot;edge&quot;,&quot;object_id&quot;:&quot;scene_object_scene_template_transformer_ffn_c3ed74b9&quot;,&quot;repeat_count&quot;:1,&quot;source_digest&quot;:&quot;c5fe30435ff71fb6c2b42c9344fa803012349ef02c7bfbe18177d053e65d90ef&quot;}"/>
          <p:cNvCxnSpPr/>
          <p:nvPr/>
        </p:nvCxnSpPr>
        <p:spPr>
          <a:xfrm flipV="1">
            <a:off x="5365440" y="2478286"/>
            <a:ext cx="0" cy="61045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NNDV editable edge scene_object_scene_template_transformer_ffn_c3ed74b9 000" descr="{&quot;architecture_direction&quot;:null,&quot;architecture_evidence_digest&quot;:null,&quot;architecture_role&quot;:&quot;ffn&quot;,&quot;architecture_role_graph_digest&quot;:null,&quot;architecture_role_graph_edge_id&quot;:null,&quot;architecture_role_id&quot;:null,&quot;architecture_route_id&quot;:null,&quot;architecture_route_role&quot;:null,&quot;depth&quot;:17.6485925,&quot;endpoint_object_ids&quot;:[],&quot;endpoint_role_ids&quot;:[],&quot;kind&quot;:&quot;edge&quot;,&quot;object_id&quot;:&quot;scene_object_scene_template_transformer_ffn_c3ed74b9&quot;,&quot;repeat_count&quot;:1,&quot;source_digest&quot;:&quot;c5fe30435ff71fb6c2b42c9344fa803012349ef02c7bfbe18177d053e65d90ef&quot;}"/>
          <p:cNvCxnSpPr/>
          <p:nvPr/>
        </p:nvCxnSpPr>
        <p:spPr>
          <a:xfrm flipH="1">
            <a:off x="4336014" y="2262830"/>
            <a:ext cx="475119" cy="25136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NNDV editable edge scene_object_scene_template_transformer_ffn_c3ed74b9 000" descr="{&quot;architecture_direction&quot;:null,&quot;architecture_evidence_digest&quot;:null,&quot;architecture_role&quot;:&quot;ffn&quot;,&quot;architecture_role_graph_digest&quot;:null,&quot;architecture_role_graph_edge_id&quot;:null,&quot;architecture_role_id&quot;:null,&quot;architecture_route_id&quot;:null,&quot;architecture_route_role&quot;:null,&quot;depth&quot;:17.438830799999998,&quot;endpoint_object_ids&quot;:[],&quot;endpoint_role_ids&quot;:[],&quot;kind&quot;:&quot;edge&quot;,&quot;object_id&quot;:&quot;scene_object_scene_template_transformer_ffn_c3ed74b9&quot;,&quot;repeat_count&quot;:1,&quot;source_digest&quot;:&quot;c5fe30435ff71fb6c2b42c9344fa803012349ef02c7bfbe18177d053e65d90ef&quot;}"/>
          <p:cNvCxnSpPr/>
          <p:nvPr/>
        </p:nvCxnSpPr>
        <p:spPr>
          <a:xfrm flipH="1">
            <a:off x="4890320" y="3088743"/>
            <a:ext cx="475120" cy="25136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NNDV editable edge scene_object_scene_template_transformer_ffn_c3ed74b9 000" descr="{&quot;architecture_direction&quot;:null,&quot;architecture_evidence_digest&quot;:null,&quot;architecture_role&quot;:&quot;ffn&quot;,&quot;architecture_role_graph_digest&quot;:null,&quot;architecture_role_graph_edge_id&quot;:null,&quot;architecture_role_id&quot;:null,&quot;architecture_route_id&quot;:null,&quot;architecture_route_role&quot;:null,&quot;depth&quot;:17.43883075,&quot;endpoint_object_ids&quot;:[],&quot;endpoint_role_ids&quot;:[],&quot;kind&quot;:&quot;edge&quot;,&quot;object_id&quot;:&quot;scene_object_scene_template_transformer_ffn_c3ed74b9&quot;,&quot;repeat_count&quot;:1,&quot;source_digest&quot;:&quot;c5fe30435ff71fb6c2b42c9344fa803012349ef02c7bfbe18177d053e65d90ef&quot;}"/>
          <p:cNvCxnSpPr/>
          <p:nvPr/>
        </p:nvCxnSpPr>
        <p:spPr>
          <a:xfrm flipV="1">
            <a:off x="4336014" y="2514195"/>
            <a:ext cx="0" cy="61045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NNDV editable edge scene_object_scene_template_transformer_ffn_c3ed74b9 000" descr="{&quot;architecture_direction&quot;:null,&quot;architecture_evidence_digest&quot;:null,&quot;architecture_role&quot;:&quot;ffn&quot;,&quot;architecture_role_graph_digest&quot;:null,&quot;architecture_role_graph_edge_id&quot;:null,&quot;architecture_role_id&quot;:null,&quot;architecture_route_id&quot;:null,&quot;architecture_route_role&quot;:null,&quot;depth&quot;:17.3339499,&quot;endpoint_object_ids&quot;:[],&quot;endpoint_role_ids&quot;:[],&quot;kind&quot;:&quot;edge&quot;,&quot;object_id&quot;:&quot;scene_object_scene_template_transformer_ffn_c3ed74b9&quot;,&quot;repeat_count&quot;:1,&quot;source_digest&quot;:&quot;c5fe30435ff71fb6c2b42c9344fa803012349ef02c7bfbe18177d053e65d90ef&quot;}"/>
          <p:cNvCxnSpPr/>
          <p:nvPr/>
        </p:nvCxnSpPr>
        <p:spPr>
          <a:xfrm>
            <a:off x="4336014" y="3124652"/>
            <a:ext cx="554306" cy="21545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NNDV editable edge scene_object_scene_template_transformer_ffn_c3ed74b9 000" descr="{&quot;architecture_direction&quot;:null,&quot;architecture_evidence_digest&quot;:null,&quot;architecture_role&quot;:&quot;ffn&quot;,&quot;architecture_role_graph_digest&quot;:null,&quot;architecture_role_graph_edge_id&quot;:null,&quot;architecture_role_id&quot;:null,&quot;architecture_route_id&quot;:null,&quot;architecture_route_role&quot;:null,&quot;depth&quot;:16.3900219,&quot;endpoint_object_ids&quot;:[],&quot;endpoint_role_ids&quot;:[],&quot;kind&quot;:&quot;edge&quot;,&quot;object_id&quot;:&quot;scene_object_scene_template_transformer_ffn_c3ed74b9&quot;,&quot;repeat_count&quot;:1,&quot;source_digest&quot;:&quot;c5fe30435ff71fb6c2b42c9344fa803012349ef02c7bfbe18177d053e65d90ef&quot;}"/>
          <p:cNvCxnSpPr/>
          <p:nvPr/>
        </p:nvCxnSpPr>
        <p:spPr>
          <a:xfrm flipH="1">
            <a:off x="4890320" y="2478286"/>
            <a:ext cx="475120" cy="25136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NNDV editable edge scene_object_scene_template_transformer_ffn_c3ed74b9 000" descr="{&quot;architecture_direction&quot;:null,&quot;architecture_evidence_digest&quot;:null,&quot;architecture_role&quot;:&quot;ffn&quot;,&quot;architecture_role_graph_digest&quot;:null,&quot;architecture_role_graph_edge_id&quot;:null,&quot;architecture_role_id&quot;:null,&quot;architecture_route_id&quot;:null,&quot;architecture_route_role&quot;:null,&quot;depth&quot;:16.285141,&quot;endpoint_object_ids&quot;:[],&quot;endpoint_role_ids&quot;:[],&quot;kind&quot;:&quot;edge&quot;,&quot;object_id&quot;:&quot;scene_object_scene_template_transformer_ffn_c3ed74b9&quot;,&quot;repeat_count&quot;:1,&quot;source_digest&quot;:&quot;c5fe30435ff71fb6c2b42c9344fa803012349ef02c7bfbe18177d053e65d90ef&quot;}"/>
          <p:cNvCxnSpPr/>
          <p:nvPr/>
        </p:nvCxnSpPr>
        <p:spPr>
          <a:xfrm flipH="1" flipV="1">
            <a:off x="4336014" y="2514195"/>
            <a:ext cx="554306" cy="21545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NNDV editable edge scene_object_scene_template_transformer_ffn_c3ed74b9 000" descr="{&quot;architecture_direction&quot;:null,&quot;architecture_evidence_digest&quot;:null,&quot;architecture_role&quot;:&quot;ffn&quot;,&quot;architecture_role_graph_digest&quot;:null,&quot;architecture_role_graph_edge_id&quot;:null,&quot;architecture_role_id&quot;:null,&quot;architecture_route_id&quot;:null,&quot;architecture_route_role&quot;:null,&quot;depth&quot;:16.180260150000002,&quot;endpoint_object_ids&quot;:[],&quot;endpoint_role_ids&quot;:[],&quot;kind&quot;:&quot;edge&quot;,&quot;object_id&quot;:&quot;scene_object_scene_template_transformer_ffn_c3ed74b9&quot;,&quot;repeat_count&quot;:1,&quot;source_digest&quot;:&quot;c5fe30435ff71fb6c2b42c9344fa803012349ef02c7bfbe18177d053e65d90ef&quot;}"/>
          <p:cNvCxnSpPr/>
          <p:nvPr/>
        </p:nvCxnSpPr>
        <p:spPr>
          <a:xfrm flipV="1">
            <a:off x="4890320" y="2729650"/>
            <a:ext cx="0" cy="61045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NNDV editable label scene_object_scene_template_transformer_geometry_legend_3fc83918 0117" descr="{&quot;architecture_direction&quot;:null,&quot;architecture_evidence_digest&quot;:null,&quot;architecture_role&quot;:&quot;legend&quot;,&quot;architecture_role_graph_digest&quot;:null,&quot;architecture_role_graph_edge_id&quot;:null,&quot;architecture_role_id&quot;:null,&quot;architecture_route_id&quot;:null,&quot;architecture_route_role&quot;:null,&quot;depth&quot;:23.3598334,&quot;endpoint_object_ids&quot;:[],&quot;endpoint_role_ids&quot;:[],&quot;kind&quot;:&quot;label&quot;,&quot;object_id&quot;:&quot;scene_object_scene_template_transformer_geometry_legend_3fc83918&quot;,&quot;repeat_count&quot;:1,&quot;source_digest&quot;:&quot;c5fe30435ff71fb6c2b42c9344fa803012349ef02c7bfbe18177d053e65d90ef&quot;}"/>
          <p:cNvSpPr txBox="1"/>
          <p:nvPr/>
        </p:nvSpPr>
        <p:spPr>
          <a:xfrm>
            <a:off x="288000" y="3920875"/>
            <a:ext cx="1488185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Depth/thickness are visual.</a:t>
            </a:r>
          </a:p>
        </p:txBody>
      </p:sp>
      <p:cxnSp>
        <p:nvCxnSpPr>
          <p:cNvPr id="121" name="NNDV editable leader scene_object_scene_template_transformer_head_3_5fd1a2b5 000" descr="{&quot;architecture_direction&quot;:null,&quot;architecture_evidence_digest&quot;:null,&quot;architecture_role&quot;:&quot;head-3&quot;,&quot;architecture_role_graph_digest&quot;:null,&quot;architecture_role_graph_edge_id&quot;:null,&quot;architecture_role_id&quot;:null,&quot;architecture_route_id&quot;:null,&quot;architecture_route_role&quot;:null,&quot;depth&quot;:18.9023958,&quot;endpoint_object_ids&quot;:[],&quot;endpoint_role_ids&quot;:[],&quot;kind&quot;:&quot;leader&quot;,&quot;object_id&quot;:&quot;scene_object_scene_template_transformer_head_3_5fd1a2b5&quot;,&quot;repeat_count&quot;:1,&quot;source_digest&quot;:&quot;c5fe30435ff71fb6c2b42c9344fa803012349ef02c7bfbe18177d053e65d90ef&quot;}"/>
          <p:cNvCxnSpPr/>
          <p:nvPr/>
        </p:nvCxnSpPr>
        <p:spPr>
          <a:xfrm flipH="1">
            <a:off x="3346184" y="1424373"/>
            <a:ext cx="4320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NNDV editable label scene_object_scene_template_transformer_head_3_5fd1a2b5 0119" descr="{&quot;architecture_direction&quot;:null,&quot;architecture_evidence_digest&quot;:null,&quot;architecture_role&quot;:&quot;head-3&quot;,&quot;architecture_role_graph_digest&quot;:null,&quot;architecture_role_graph_edge_id&quot;:null,&quot;architecture_role_id&quot;:null,&quot;architecture_route_id&quot;:null,&quot;architecture_route_role&quot;:null,&quot;depth&quot;:18.9023958,&quot;endpoint_object_ids&quot;:[],&quot;endpoint_role_ids&quot;:[],&quot;kind&quot;:&quot;label&quot;,&quot;object_id&quot;:&quot;scene_object_scene_template_transformer_head_3_5fd1a2b5&quot;,&quot;repeat_count&quot;:1,&quot;source_digest&quot;:&quot;c5fe30435ff71fb6c2b42c9344fa803012349ef02c7bfbe18177d053e65d90ef&quot;}"/>
          <p:cNvSpPr txBox="1"/>
          <p:nvPr/>
        </p:nvSpPr>
        <p:spPr>
          <a:xfrm>
            <a:off x="3389384" y="1313248"/>
            <a:ext cx="881888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Attention head 4</a:t>
            </a:r>
          </a:p>
        </p:txBody>
      </p:sp>
      <p:cxnSp>
        <p:nvCxnSpPr>
          <p:cNvPr id="123" name="NNDV editable leader scene_object_scene_template_transformer_head_2_7cd9b8b4 000" descr="{&quot;architecture_direction&quot;:null,&quot;architecture_evidence_digest&quot;:null,&quot;architecture_role&quot;:&quot;head-2&quot;,&quot;architecture_role_graph_digest&quot;:null,&quot;architecture_role_graph_edge_id&quot;:null,&quot;architecture_role_id&quot;:null,&quot;architecture_route_id&quot;:null,&quot;architecture_route_role&quot;:null,&quot;depth&quot;:20.2849166,&quot;endpoint_object_ids&quot;:[],&quot;endpoint_role_ids&quot;:[],&quot;kind&quot;:&quot;leader&quot;,&quot;object_id&quot;:&quot;scene_object_scene_template_transformer_head_2_7cd9b8b4&quot;,&quot;repeat_count&quot;:1,&quot;source_digest&quot;:&quot;c5fe30435ff71fb6c2b42c9344fa803012349ef02c7bfbe18177d053e65d90ef&quot;}"/>
          <p:cNvCxnSpPr/>
          <p:nvPr/>
        </p:nvCxnSpPr>
        <p:spPr>
          <a:xfrm flipH="1">
            <a:off x="3562147" y="1726337"/>
            <a:ext cx="4320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NNDV editable label scene_object_scene_template_transformer_head_2_7cd9b8b4 0121" descr="{&quot;architecture_direction&quot;:null,&quot;architecture_evidence_digest&quot;:null,&quot;architecture_role&quot;:&quot;head-2&quot;,&quot;architecture_role_graph_digest&quot;:null,&quot;architecture_role_graph_edge_id&quot;:null,&quot;architecture_role_id&quot;:null,&quot;architecture_route_id&quot;:null,&quot;architecture_route_role&quot;:null,&quot;depth&quot;:20.2849166,&quot;endpoint_object_ids&quot;:[],&quot;endpoint_role_ids&quot;:[],&quot;kind&quot;:&quot;label&quot;,&quot;object_id&quot;:&quot;scene_object_scene_template_transformer_head_2_7cd9b8b4&quot;,&quot;repeat_count&quot;:1,&quot;source_digest&quot;:&quot;c5fe30435ff71fb6c2b42c9344fa803012349ef02c7bfbe18177d053e65d90ef&quot;}"/>
          <p:cNvSpPr txBox="1"/>
          <p:nvPr/>
        </p:nvSpPr>
        <p:spPr>
          <a:xfrm>
            <a:off x="3605347" y="1615212"/>
            <a:ext cx="881888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Attention head 3</a:t>
            </a:r>
          </a:p>
        </p:txBody>
      </p:sp>
      <p:cxnSp>
        <p:nvCxnSpPr>
          <p:cNvPr id="125" name="NNDV editable leader scene_object_scene_template_transformer_head_0_db2d8aba 000" descr="{&quot;architecture_direction&quot;:null,&quot;architecture_evidence_digest&quot;:null,&quot;architecture_role&quot;:&quot;head-0&quot;,&quot;architecture_role_graph_digest&quot;:null,&quot;architecture_role_graph_edge_id&quot;:null,&quot;architecture_role_id&quot;:null,&quot;architecture_route_id&quot;:null,&quot;architecture_route_role&quot;:null,&quot;depth&quot;:23.0499581,&quot;endpoint_object_ids&quot;:[],&quot;endpoint_role_ids&quot;:[],&quot;kind&quot;:&quot;leader&quot;,&quot;object_id&quot;:&quot;scene_object_scene_template_transformer_head_0_db2d8aba&quot;,&quot;repeat_count&quot;:1,&quot;source_digest&quot;:&quot;c5fe30435ff71fb6c2b42c9344fa803012349ef02c7bfbe18177d053e65d90ef&quot;}"/>
          <p:cNvCxnSpPr/>
          <p:nvPr/>
        </p:nvCxnSpPr>
        <p:spPr>
          <a:xfrm flipV="1">
            <a:off x="3288582" y="2960154"/>
            <a:ext cx="4320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NNDV editable label scene_object_scene_template_transformer_head_0_db2d8aba 0123" descr="{&quot;architecture_direction&quot;:null,&quot;architecture_evidence_digest&quot;:null,&quot;architecture_role&quot;:&quot;head-0&quot;,&quot;architecture_role_graph_digest&quot;:null,&quot;architecture_role_graph_edge_id&quot;:null,&quot;architecture_role_id&quot;:null,&quot;architecture_route_id&quot;:null,&quot;architecture_route_role&quot;:null,&quot;depth&quot;:23.0499581,&quot;endpoint_object_ids&quot;:[],&quot;endpoint_role_ids&quot;:[],&quot;kind&quot;:&quot;label&quot;,&quot;object_id&quot;:&quot;scene_object_scene_template_transformer_head_0_db2d8aba&quot;,&quot;repeat_count&quot;:1,&quot;source_digest&quot;:&quot;c5fe30435ff71fb6c2b42c9344fa803012349ef02c7bfbe18177d053e65d90ef&quot;}"/>
          <p:cNvSpPr txBox="1"/>
          <p:nvPr/>
        </p:nvSpPr>
        <p:spPr>
          <a:xfrm>
            <a:off x="2406694" y="3003354"/>
            <a:ext cx="881888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Attention head 1</a:t>
            </a:r>
          </a:p>
        </p:txBody>
      </p:sp>
      <p:cxnSp>
        <p:nvCxnSpPr>
          <p:cNvPr id="127" name="NNDV editable leader scene_object_scene_template_transformer_concat_ae9e295a 000" descr="{&quot;architecture_direction&quot;:null,&quot;architecture_evidence_digest&quot;:null,&quot;architecture_role&quot;:&quot;concat&quot;,&quot;architecture_role_graph_digest&quot;:null,&quot;architecture_role_graph_edge_id&quot;:null,&quot;architecture_role_id&quot;:null,&quot;architecture_route_id&quot;:null,&quot;architecture_route_role&quot;:null,&quot;depth&quot;:19.2599443,&quot;endpoint_object_ids&quot;:[],&quot;endpoint_role_ids&quot;:[],&quot;kind&quot;:&quot;leader&quot;,&quot;object_id&quot;:&quot;scene_object_scene_template_transformer_concat_ae9e295a&quot;,&quot;repeat_count&quot;:1,&quot;source_digest&quot;:&quot;c5fe30435ff71fb6c2b42c9344fa803012349ef02c7bfbe18177d053e65d90ef&quot;}"/>
          <p:cNvCxnSpPr/>
          <p:nvPr/>
        </p:nvCxnSpPr>
        <p:spPr>
          <a:xfrm>
            <a:off x="4094855" y="1932815"/>
            <a:ext cx="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NNDV editable label scene_object_scene_template_transformer_concat_ae9e295a 0125" descr="{&quot;architecture_direction&quot;:null,&quot;architecture_evidence_digest&quot;:null,&quot;architecture_role&quot;:&quot;concat&quot;,&quot;architecture_role_graph_digest&quot;:null,&quot;architecture_role_graph_edge_id&quot;:null,&quot;architecture_role_id&quot;:null,&quot;architecture_route_id&quot;:null,&quot;architecture_route_role&quot;:null,&quot;depth&quot;:19.2599443,&quot;endpoint_object_ids&quot;:[],&quot;endpoint_role_ids&quot;:[],&quot;kind&quot;:&quot;label&quot;,&quot;object_id&quot;:&quot;scene_object_scene_template_transformer_concat_ae9e295a&quot;,&quot;repeat_count&quot;:1,&quot;source_digest&quot;:&quot;c5fe30435ff71fb6c2b42c9344fa803012349ef02c7bfbe18177d053e65d90ef&quot;}"/>
          <p:cNvSpPr txBox="1"/>
          <p:nvPr/>
        </p:nvSpPr>
        <p:spPr>
          <a:xfrm>
            <a:off x="3626352" y="1821690"/>
            <a:ext cx="937006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Concatenate heads</a:t>
            </a:r>
          </a:p>
        </p:txBody>
      </p:sp>
      <p:cxnSp>
        <p:nvCxnSpPr>
          <p:cNvPr id="129" name="NNDV editable leader scene_object_scene_template_transformer_v_f36fcd6a 000" descr="{&quot;architecture_direction&quot;:null,&quot;architecture_evidence_digest&quot;:null,&quot;architecture_role&quot;:&quot;v&quot;,&quot;architecture_role_graph_digest&quot;:null,&quot;architecture_role_graph_edge_id&quot;:null,&quot;architecture_role_id&quot;:null,&quot;architecture_route_id&quot;:null,&quot;architecture_route_role&quot;:null,&quot;depth&quot;:23.8747032,&quot;endpoint_object_ids&quot;:[],&quot;endpoint_role_ids&quot;:[],&quot;kind&quot;:&quot;leader&quot;,&quot;object_id&quot;:&quot;scene_object_scene_template_transformer_v_f36fcd6a&quot;,&quot;repeat_count&quot;:1,&quot;source_digest&quot;:&quot;c5fe30435ff71fb6c2b42c9344fa803012349ef02c7bfbe18177d053e65d90ef&quot;}"/>
          <p:cNvCxnSpPr/>
          <p:nvPr/>
        </p:nvCxnSpPr>
        <p:spPr>
          <a:xfrm flipV="1">
            <a:off x="2482328" y="2794482"/>
            <a:ext cx="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NNDV editable label scene_object_scene_template_transformer_v_f36fcd6a 0127" descr="{&quot;architecture_direction&quot;:null,&quot;architecture_evidence_digest&quot;:null,&quot;architecture_role&quot;:&quot;v&quot;,&quot;architecture_role_graph_digest&quot;:null,&quot;architecture_role_graph_edge_id&quot;:null,&quot;architecture_role_id&quot;:null,&quot;architecture_route_id&quot;:null,&quot;architecture_route_role&quot;:null,&quot;depth&quot;:23.8747032,&quot;endpoint_object_ids&quot;:[],&quot;endpoint_role_ids&quot;:[],&quot;kind&quot;:&quot;label&quot;,&quot;object_id&quot;:&quot;scene_object_scene_template_transformer_v_f36fcd6a&quot;,&quot;repeat_count&quot;:1,&quot;source_digest&quot;:&quot;c5fe30435ff71fb6c2b42c9344fa803012349ef02c7bfbe18177d053e65d90ef&quot;}"/>
          <p:cNvSpPr txBox="1"/>
          <p:nvPr/>
        </p:nvSpPr>
        <p:spPr>
          <a:xfrm>
            <a:off x="2426765" y="2837682"/>
            <a:ext cx="111125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V</a:t>
            </a:r>
          </a:p>
        </p:txBody>
      </p:sp>
      <p:cxnSp>
        <p:nvCxnSpPr>
          <p:cNvPr id="131" name="NNDV editable leader scene_object_scene_template_transformer_ffn_c3ed74b9 000" descr="{&quot;architecture_direction&quot;:null,&quot;architecture_evidence_digest&quot;:null,&quot;architecture_role&quot;:&quot;ffn&quot;,&quot;architecture_role_graph_digest&quot;:null,&quot;architecture_role_graph_edge_id&quot;:null,&quot;architecture_role_id&quot;:null,&quot;architecture_route_id&quot;:null,&quot;architecture_route_role&quot;:null,&quot;depth&quot;:17.5437116,&quot;endpoint_object_ids&quot;:[],&quot;endpoint_role_ids&quot;:[],&quot;kind&quot;:&quot;leader&quot;,&quot;object_id&quot;:&quot;scene_object_scene_template_transformer_ffn_c3ed74b9&quot;,&quot;repeat_count&quot;:1,&quot;source_digest&quot;:&quot;c5fe30435ff71fb6c2b42c9344fa803012349ef02c7bfbe18177d053e65d90ef&quot;}"/>
          <p:cNvCxnSpPr/>
          <p:nvPr/>
        </p:nvCxnSpPr>
        <p:spPr>
          <a:xfrm flipV="1">
            <a:off x="4850727" y="3352707"/>
            <a:ext cx="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NNDV editable label scene_object_scene_template_transformer_ffn_c3ed74b9 0129" descr="{&quot;architecture_direction&quot;:null,&quot;architecture_evidence_digest&quot;:null,&quot;architecture_role&quot;:&quot;ffn&quot;,&quot;architecture_role_graph_digest&quot;:null,&quot;architecture_role_graph_edge_id&quot;:null,&quot;architecture_role_id&quot;:null,&quot;architecture_route_id&quot;:null,&quot;architecture_route_role&quot;:null,&quot;depth&quot;:17.5437116,&quot;endpoint_object_ids&quot;:[],&quot;endpoint_role_ids&quot;:[],&quot;kind&quot;:&quot;label&quot;,&quot;object_id&quot;:&quot;scene_object_scene_template_transformer_ffn_c3ed74b9&quot;,&quot;repeat_count&quot;:1,&quot;source_digest&quot;:&quot;c5fe30435ff71fb6c2b42c9344fa803012349ef02c7bfbe18177d053e65d90ef&quot;}"/>
          <p:cNvSpPr txBox="1"/>
          <p:nvPr/>
        </p:nvSpPr>
        <p:spPr>
          <a:xfrm>
            <a:off x="4299547" y="3395907"/>
            <a:ext cx="1102360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Feed-forward network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NN_DaVinci Scene scene_transformer_editable_3d_template_acdd9693</dc:title>
  <dc:subject>Editable deterministic CPU projection of Scene IR 1.0</dc:subject>
  <dc:creator/>
  <cp:keywords/>
  <dc:description>NN_DaVinci 0.7.3;nndv-scene-export-1;camera=scene_camera_transformer_editable_3d_template_camera_is_0f30bd81;digest=c5fe30435ff71fb6c2b42c9344fa803012349ef02c7bfbe18177d053e65d90ef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