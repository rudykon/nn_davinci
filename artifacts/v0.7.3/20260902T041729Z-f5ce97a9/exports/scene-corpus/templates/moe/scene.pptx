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scene_template_moe_tokens_dae5b0e1 0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4.1226035,&quot;endpoint_object_ids&quot;:[],&quot;endpoint_role_ids&quot;:[],&quot;kind&quot;:&quot;face&quot;,&quot;object_id&quot;:&quot;scene_object_scene_template_moe_tokens_dae5b0e1&quot;,&quot;repeat_count&quot;:1,&quot;source_digest&quot;:&quot;b234286c81b23f31aac472c5d86b2ee121ccbfddde6e13f408cce901b4c25754&quot;}"/>
          <p:cNvSpPr/>
          <p:nvPr/>
        </p:nvSpPr>
        <p:spPr>
          <a:xfrm>
            <a:off x="1114560" y="935423"/>
            <a:ext cx="1471620" cy="695945"/>
          </a:xfrm>
          <a:custGeom>
            <a:avLst/>
            <a:gdLst/>
            <a:ahLst/>
            <a:cxnLst/>
            <a:rect l="l" t="t" r="r" b="b"/>
            <a:pathLst>
              <a:path w="1471620" h="695945">
                <a:moveTo>
                  <a:pt x="882972" y="0"/>
                </a:moveTo>
                <a:lnTo>
                  <a:pt x="0" y="467141"/>
                </a:lnTo>
                <a:lnTo>
                  <a:pt x="588648" y="695945"/>
                </a:lnTo>
                <a:lnTo>
                  <a:pt x="1471620" y="228804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scene_template_moe_tokens_dae5b0e1 0001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3.836564725,&quot;endpoint_object_ids&quot;:[],&quot;endpoint_role_ids&quot;:[],&quot;kind&quot;:&quot;face&quot;,&quot;object_id&quot;:&quot;scene_object_scene_template_moe_tokens_dae5b0e1&quot;,&quot;repeat_count&quot;:1,&quot;source_digest&quot;:&quot;b234286c81b23f31aac472c5d86b2ee121ccbfddde6e13f408cce901b4c25754&quot;}"/>
          <p:cNvSpPr/>
          <p:nvPr/>
        </p:nvSpPr>
        <p:spPr>
          <a:xfrm>
            <a:off x="1703208" y="1164227"/>
            <a:ext cx="882972" cy="856107"/>
          </a:xfrm>
          <a:custGeom>
            <a:avLst/>
            <a:gdLst/>
            <a:ahLst/>
            <a:cxnLst/>
            <a:rect l="l" t="t" r="r" b="b"/>
            <a:pathLst>
              <a:path w="882972" h="856107">
                <a:moveTo>
                  <a:pt x="882972" y="388966"/>
                </a:moveTo>
                <a:lnTo>
                  <a:pt x="882972" y="0"/>
                </a:lnTo>
                <a:lnTo>
                  <a:pt x="0" y="467141"/>
                </a:lnTo>
                <a:lnTo>
                  <a:pt x="0" y="856107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scene_template_moe_tokens_dae5b0e1 0002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3.2406506,&quot;endpoint_object_ids&quot;:[],&quot;endpoint_role_ids&quot;:[],&quot;kind&quot;:&quot;face&quot;,&quot;object_id&quot;:&quot;scene_object_scene_template_moe_tokens_dae5b0e1&quot;,&quot;repeat_count&quot;:1,&quot;source_digest&quot;:&quot;b234286c81b23f31aac472c5d86b2ee121ccbfddde6e13f408cce901b4c25754&quot;}"/>
          <p:cNvSpPr/>
          <p:nvPr/>
        </p:nvSpPr>
        <p:spPr>
          <a:xfrm>
            <a:off x="1114560" y="1402564"/>
            <a:ext cx="588648" cy="617770"/>
          </a:xfrm>
          <a:custGeom>
            <a:avLst/>
            <a:gdLst/>
            <a:ahLst/>
            <a:cxnLst/>
            <a:rect l="l" t="t" r="r" b="b"/>
            <a:pathLst>
              <a:path w="588648" h="617770">
                <a:moveTo>
                  <a:pt x="0" y="388966"/>
                </a:moveTo>
                <a:lnTo>
                  <a:pt x="588648" y="617770"/>
                </a:lnTo>
                <a:lnTo>
                  <a:pt x="588648" y="228804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scene_template_moe_expert_0_947072f1 0003" descr="{&quot;architecture_direction&quot;:null,&quot;architecture_evidence_digest&quot;:null,&quot;architecture_role&quot;:&quot;expert-0&quot;,&quot;architecture_role_graph_digest&quot;:null,&quot;architecture_role_graph_edge_id&quot;:null,&quot;architecture_role_id&quot;:null,&quot;architecture_route_id&quot;:null,&quot;architecture_route_role&quot;:null,&quot;depth&quot;:22.835428999999998,&quot;endpoint_object_ids&quot;:[],&quot;endpoint_role_ids&quot;:[],&quot;kind&quot;:&quot;face&quot;,&quot;object_id&quot;:&quot;scene_object_scene_template_moe_expert_0_947072f1&quot;,&quot;repeat_count&quot;:1,&quot;source_digest&quot;:&quot;b234286c81b23f31aac472c5d86b2ee121ccbfddde6e13f408cce901b4c25754&quot;}"/>
          <p:cNvSpPr/>
          <p:nvPr/>
        </p:nvSpPr>
        <p:spPr>
          <a:xfrm>
            <a:off x="3700407" y="2602831"/>
            <a:ext cx="882972" cy="392780"/>
          </a:xfrm>
          <a:custGeom>
            <a:avLst/>
            <a:gdLst/>
            <a:ahLst/>
            <a:cxnLst/>
            <a:rect l="l" t="t" r="r" b="b"/>
            <a:pathLst>
              <a:path w="882972" h="392780">
                <a:moveTo>
                  <a:pt x="353189" y="0"/>
                </a:moveTo>
                <a:lnTo>
                  <a:pt x="0" y="186856"/>
                </a:lnTo>
                <a:lnTo>
                  <a:pt x="529783" y="392780"/>
                </a:lnTo>
                <a:lnTo>
                  <a:pt x="882972" y="205923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scene_template_moe_expert_0_947072f1 0004" descr="{&quot;architecture_direction&quot;:null,&quot;architecture_evidence_digest&quot;:null,&quot;architecture_role&quot;:&quot;expert-0&quot;,&quot;architecture_role_graph_digest&quot;:null,&quot;architecture_role_graph_edge_id&quot;:null,&quot;architecture_role_id&quot;:null,&quot;architecture_route_id&quot;:null,&quot;architecture_route_role&quot;:null,&quot;depth&quot;:22.6542711,&quot;endpoint_object_ids&quot;:[],&quot;endpoint_role_ids&quot;:[],&quot;kind&quot;:&quot;face&quot;,&quot;object_id&quot;:&quot;scene_object_scene_template_moe_expert_0_947072f1&quot;,&quot;repeat_count&quot;:1,&quot;source_digest&quot;:&quot;b234286c81b23f31aac472c5d86b2ee121ccbfddde6e13f408cce901b4c25754&quot;}"/>
          <p:cNvSpPr/>
          <p:nvPr/>
        </p:nvSpPr>
        <p:spPr>
          <a:xfrm>
            <a:off x="3700407" y="2789687"/>
            <a:ext cx="529783" cy="594890"/>
          </a:xfrm>
          <a:custGeom>
            <a:avLst/>
            <a:gdLst/>
            <a:ahLst/>
            <a:cxnLst/>
            <a:rect l="l" t="t" r="r" b="b"/>
            <a:pathLst>
              <a:path w="529783" h="594890">
                <a:moveTo>
                  <a:pt x="0" y="388967"/>
                </a:moveTo>
                <a:lnTo>
                  <a:pt x="529783" y="594890"/>
                </a:lnTo>
                <a:lnTo>
                  <a:pt x="529783" y="205924"/>
                </a:lnTo>
                <a:lnTo>
                  <a:pt x="0" y="0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scene_template_moe_expert_0_947072f1 0005" descr="{&quot;architecture_direction&quot;:null,&quot;architecture_evidence_digest&quot;:null,&quot;architecture_role&quot;:&quot;expert-0&quot;,&quot;architecture_role_graph_digest&quot;:null,&quot;architecture_role_graph_edge_id&quot;:null,&quot;architecture_role_id&quot;:null,&quot;architecture_route_id&quot;:null,&quot;architecture_route_role&quot;:null,&quot;depth&quot;:22.606597975,&quot;endpoint_object_ids&quot;:[],&quot;endpoint_role_ids&quot;:[],&quot;kind&quot;:&quot;face&quot;,&quot;object_id&quot;:&quot;scene_object_scene_template_moe_expert_0_947072f1&quot;,&quot;repeat_count&quot;:1,&quot;source_digest&quot;:&quot;b234286c81b23f31aac472c5d86b2ee121ccbfddde6e13f408cce901b4c25754&quot;}"/>
          <p:cNvSpPr/>
          <p:nvPr/>
        </p:nvSpPr>
        <p:spPr>
          <a:xfrm>
            <a:off x="4230190" y="2808754"/>
            <a:ext cx="353189" cy="575823"/>
          </a:xfrm>
          <a:custGeom>
            <a:avLst/>
            <a:gdLst/>
            <a:ahLst/>
            <a:cxnLst/>
            <a:rect l="l" t="t" r="r" b="b"/>
            <a:pathLst>
              <a:path w="353189" h="575823">
                <a:moveTo>
                  <a:pt x="353189" y="388967"/>
                </a:moveTo>
                <a:lnTo>
                  <a:pt x="353189" y="0"/>
                </a:lnTo>
                <a:lnTo>
                  <a:pt x="0" y="186857"/>
                </a:lnTo>
                <a:lnTo>
                  <a:pt x="0" y="575823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scene_template_moe_router_6272f25e 0006" descr="{&quot;architecture_direction&quot;:null,&quot;architecture_evidence_digest&quot;:null,&quot;architecture_role&quot;:&quot;router&quot;,&quot;architecture_role_graph_digest&quot;:null,&quot;architecture_role_graph_edge_id&quot;:null,&quot;architecture_role_id&quot;:null,&quot;architecture_route_id&quot;:null,&quot;architecture_route_role&quot;:null,&quot;depth&quot;:22.2156783,&quot;endpoint_object_ids&quot;:[],&quot;endpoint_role_ids&quot;:[],&quot;kind&quot;:&quot;face&quot;,&quot;object_id&quot;:&quot;scene_object_scene_template_moe_router_6272f25e&quot;,&quot;repeat_count&quot;:1,&quot;source_digest&quot;:&quot;b234286c81b23f31aac472c5d86b2ee121ccbfddde6e13f408cce901b4c25754&quot;}"/>
          <p:cNvSpPr/>
          <p:nvPr/>
        </p:nvSpPr>
        <p:spPr>
          <a:xfrm>
            <a:off x="2216173" y="1260515"/>
            <a:ext cx="1034339" cy="472861"/>
          </a:xfrm>
          <a:custGeom>
            <a:avLst/>
            <a:gdLst/>
            <a:ahLst/>
            <a:cxnLst/>
            <a:rect l="l" t="t" r="r" b="b"/>
            <a:pathLst>
              <a:path w="1034339" h="472861">
                <a:moveTo>
                  <a:pt x="504555" y="0"/>
                </a:moveTo>
                <a:lnTo>
                  <a:pt x="0" y="266938"/>
                </a:lnTo>
                <a:lnTo>
                  <a:pt x="529783" y="472861"/>
                </a:lnTo>
                <a:lnTo>
                  <a:pt x="1034339" y="205923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scene_template_moe_router_6272f25e 0007" descr="{&quot;architecture_direction&quot;:null,&quot;architecture_evidence_digest&quot;:null,&quot;architecture_role&quot;:&quot;router&quot;,&quot;architecture_role_graph_digest&quot;:null,&quot;architecture_role_graph_edge_id&quot;:null,&quot;architecture_role_id&quot;:null,&quot;architecture_route_id&quot;:null,&quot;architecture_route_role&quot;:null,&quot;depth&quot;:22.177539799999998,&quot;endpoint_object_ids&quot;:[],&quot;endpoint_role_ids&quot;:[],&quot;kind&quot;:&quot;face&quot;,&quot;object_id&quot;:&quot;scene_object_scene_template_moe_router_6272f25e&quot;,&quot;repeat_count&quot;:1,&quot;source_digest&quot;:&quot;b234286c81b23f31aac472c5d86b2ee121ccbfddde6e13f408cce901b4c25754&quot;}"/>
          <p:cNvSpPr/>
          <p:nvPr/>
        </p:nvSpPr>
        <p:spPr>
          <a:xfrm>
            <a:off x="2745956" y="1466438"/>
            <a:ext cx="504556" cy="915216"/>
          </a:xfrm>
          <a:custGeom>
            <a:avLst/>
            <a:gdLst/>
            <a:ahLst/>
            <a:cxnLst/>
            <a:rect l="l" t="t" r="r" b="b"/>
            <a:pathLst>
              <a:path w="504556" h="915216">
                <a:moveTo>
                  <a:pt x="504556" y="648278"/>
                </a:moveTo>
                <a:lnTo>
                  <a:pt x="504556" y="0"/>
                </a:lnTo>
                <a:lnTo>
                  <a:pt x="0" y="266938"/>
                </a:lnTo>
                <a:lnTo>
                  <a:pt x="0" y="915216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scene_template_moe_router_6272f25e 0008" descr="{&quot;architecture_direction&quot;:null,&quot;architecture_evidence_digest&quot;:null,&quot;architecture_role&quot;:&quot;router&quot;,&quot;architecture_role_graph_digest&quot;:null,&quot;architecture_role_graph_edge_id&quot;:null,&quot;architecture_role_id&quot;:null,&quot;architecture_route_id&quot;:null,&quot;architecture_route_role&quot;:null,&quot;depth&quot;:22.0249858,&quot;endpoint_object_ids&quot;:[],&quot;endpoint_role_ids&quot;:[],&quot;kind&quot;:&quot;face&quot;,&quot;object_id&quot;:&quot;scene_object_scene_template_moe_router_6272f25e&quot;,&quot;repeat_count&quot;:1,&quot;source_digest&quot;:&quot;b234286c81b23f31aac472c5d86b2ee121ccbfddde6e13f408cce901b4c25754&quot;}"/>
          <p:cNvSpPr/>
          <p:nvPr/>
        </p:nvSpPr>
        <p:spPr>
          <a:xfrm>
            <a:off x="2216173" y="1527453"/>
            <a:ext cx="529783" cy="854201"/>
          </a:xfrm>
          <a:custGeom>
            <a:avLst/>
            <a:gdLst/>
            <a:ahLst/>
            <a:cxnLst/>
            <a:rect l="l" t="t" r="r" b="b"/>
            <a:pathLst>
              <a:path w="529783" h="854201">
                <a:moveTo>
                  <a:pt x="0" y="648277"/>
                </a:moveTo>
                <a:lnTo>
                  <a:pt x="529783" y="854201"/>
                </a:lnTo>
                <a:lnTo>
                  <a:pt x="529783" y="205923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scene_template_moe_expert_1_7fa785bc 0009" descr="{&quot;architecture_direction&quot;:null,&quot;architecture_evidence_digest&quot;:null,&quot;architecture_role&quot;:&quot;expert-1&quot;,&quot;architecture_role_graph_digest&quot;:null,&quot;architecture_role_graph_edge_id&quot;:null,&quot;architecture_role_id&quot;:null,&quot;architecture_route_id&quot;:null,&quot;architecture_route_role&quot;:null,&quot;depth&quot;:21.2145426,&quot;endpoint_object_ids&quot;:[],&quot;endpoint_role_ids&quot;:[],&quot;kind&quot;:&quot;face&quot;,&quot;object_id&quot;:&quot;scene_object_scene_template_moe_expert_1_7fa785bc&quot;,&quot;repeat_count&quot;:1,&quot;source_digest&quot;:&quot;b234286c81b23f31aac472c5d86b2ee121ccbfddde6e13f408cce901b4c25754&quot;}"/>
          <p:cNvSpPr/>
          <p:nvPr/>
        </p:nvSpPr>
        <p:spPr>
          <a:xfrm>
            <a:off x="3448129" y="2088022"/>
            <a:ext cx="882972" cy="392780"/>
          </a:xfrm>
          <a:custGeom>
            <a:avLst/>
            <a:gdLst/>
            <a:ahLst/>
            <a:cxnLst/>
            <a:rect l="l" t="t" r="r" b="b"/>
            <a:pathLst>
              <a:path w="882972" h="392780">
                <a:moveTo>
                  <a:pt x="353189" y="0"/>
                </a:moveTo>
                <a:lnTo>
                  <a:pt x="0" y="186857"/>
                </a:lnTo>
                <a:lnTo>
                  <a:pt x="529783" y="392780"/>
                </a:lnTo>
                <a:lnTo>
                  <a:pt x="882972" y="205924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scene_template_moe_expert_1_7fa785bc 0010" descr="{&quot;architecture_direction&quot;:null,&quot;architecture_evidence_digest&quot;:null,&quot;architecture_role&quot;:&quot;expert-1&quot;,&quot;architecture_role_graph_digest&quot;:null,&quot;architecture_role_graph_edge_id&quot;:null,&quot;architecture_role_id&quot;:null,&quot;architecture_route_id&quot;:null,&quot;architecture_route_role&quot;:null,&quot;depth&quot;:21.0333847,&quot;endpoint_object_ids&quot;:[],&quot;endpoint_role_ids&quot;:[],&quot;kind&quot;:&quot;face&quot;,&quot;object_id&quot;:&quot;scene_object_scene_template_moe_expert_1_7fa785bc&quot;,&quot;repeat_count&quot;:1,&quot;source_digest&quot;:&quot;b234286c81b23f31aac472c5d86b2ee121ccbfddde6e13f408cce901b4c25754&quot;}"/>
          <p:cNvSpPr/>
          <p:nvPr/>
        </p:nvSpPr>
        <p:spPr>
          <a:xfrm>
            <a:off x="3448129" y="2274879"/>
            <a:ext cx="529783" cy="594890"/>
          </a:xfrm>
          <a:custGeom>
            <a:avLst/>
            <a:gdLst/>
            <a:ahLst/>
            <a:cxnLst/>
            <a:rect l="l" t="t" r="r" b="b"/>
            <a:pathLst>
              <a:path w="529783" h="594890">
                <a:moveTo>
                  <a:pt x="0" y="388966"/>
                </a:moveTo>
                <a:lnTo>
                  <a:pt x="529783" y="594890"/>
                </a:lnTo>
                <a:lnTo>
                  <a:pt x="529783" y="205923"/>
                </a:lnTo>
                <a:lnTo>
                  <a:pt x="0" y="0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scene_template_moe_expert_1_7fa785bc 0011" descr="{&quot;architecture_direction&quot;:null,&quot;architecture_evidence_digest&quot;:null,&quot;architecture_role&quot;:&quot;expert-1&quot;,&quot;architecture_role_graph_digest&quot;:null,&quot;architecture_role_graph_edge_id&quot;:null,&quot;architecture_role_id&quot;:null,&quot;architecture_route_id&quot;:null,&quot;architecture_route_role&quot;:null,&quot;depth&quot;:20.985711575,&quot;endpoint_object_ids&quot;:[],&quot;endpoint_role_ids&quot;:[],&quot;kind&quot;:&quot;face&quot;,&quot;object_id&quot;:&quot;scene_object_scene_template_moe_expert_1_7fa785bc&quot;,&quot;repeat_count&quot;:1,&quot;source_digest&quot;:&quot;b234286c81b23f31aac472c5d86b2ee121ccbfddde6e13f408cce901b4c25754&quot;}"/>
          <p:cNvSpPr/>
          <p:nvPr/>
        </p:nvSpPr>
        <p:spPr>
          <a:xfrm>
            <a:off x="3977912" y="2293946"/>
            <a:ext cx="353189" cy="575823"/>
          </a:xfrm>
          <a:custGeom>
            <a:avLst/>
            <a:gdLst/>
            <a:ahLst/>
            <a:cxnLst/>
            <a:rect l="l" t="t" r="r" b="b"/>
            <a:pathLst>
              <a:path w="353189" h="575823">
                <a:moveTo>
                  <a:pt x="353189" y="388966"/>
                </a:moveTo>
                <a:lnTo>
                  <a:pt x="353189" y="0"/>
                </a:lnTo>
                <a:lnTo>
                  <a:pt x="0" y="186856"/>
                </a:lnTo>
                <a:lnTo>
                  <a:pt x="0" y="575823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NDV editable face scene_object_scene_template_moe_expert_2_a42a68ec 0012" descr="{&quot;architecture_direction&quot;:null,&quot;architecture_evidence_digest&quot;:null,&quot;architecture_role&quot;:&quot;expert-2&quot;,&quot;architecture_role_graph_digest&quot;:null,&quot;architecture_role_graph_edge_id&quot;:null,&quot;architecture_role_id&quot;:null,&quot;architecture_route_id&quot;:null,&quot;architecture_route_role&quot;:null,&quot;depth&quot;:19.593656199999998,&quot;endpoint_object_ids&quot;:[],&quot;endpoint_role_ids&quot;:[],&quot;kind&quot;:&quot;face&quot;,&quot;object_id&quot;:&quot;scene_object_scene_template_moe_expert_2_a42a68ec&quot;,&quot;repeat_count&quot;:1,&quot;source_digest&quot;:&quot;b234286c81b23f31aac472c5d86b2ee121ccbfddde6e13f408cce901b4c25754&quot;}"/>
          <p:cNvSpPr/>
          <p:nvPr/>
        </p:nvSpPr>
        <p:spPr>
          <a:xfrm>
            <a:off x="3195851" y="1573213"/>
            <a:ext cx="882973" cy="392780"/>
          </a:xfrm>
          <a:custGeom>
            <a:avLst/>
            <a:gdLst/>
            <a:ahLst/>
            <a:cxnLst/>
            <a:rect l="l" t="t" r="r" b="b"/>
            <a:pathLst>
              <a:path w="882973" h="392780">
                <a:moveTo>
                  <a:pt x="353189" y="0"/>
                </a:moveTo>
                <a:lnTo>
                  <a:pt x="0" y="186857"/>
                </a:lnTo>
                <a:lnTo>
                  <a:pt x="529784" y="392780"/>
                </a:lnTo>
                <a:lnTo>
                  <a:pt x="882973" y="205924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NDV editable face scene_object_scene_template_moe_expert_2_a42a68ec 0013" descr="{&quot;architecture_direction&quot;:null,&quot;architecture_evidence_digest&quot;:null,&quot;architecture_role&quot;:&quot;expert-2&quot;,&quot;architecture_role_graph_digest&quot;:null,&quot;architecture_role_graph_edge_id&quot;:null,&quot;architecture_role_id&quot;:null,&quot;architecture_route_id&quot;:null,&quot;architecture_route_role&quot;:null,&quot;depth&quot;:19.4124983,&quot;endpoint_object_ids&quot;:[],&quot;endpoint_role_ids&quot;:[],&quot;kind&quot;:&quot;face&quot;,&quot;object_id&quot;:&quot;scene_object_scene_template_moe_expert_2_a42a68ec&quot;,&quot;repeat_count&quot;:1,&quot;source_digest&quot;:&quot;b234286c81b23f31aac472c5d86b2ee121ccbfddde6e13f408cce901b4c25754&quot;}"/>
          <p:cNvSpPr/>
          <p:nvPr/>
        </p:nvSpPr>
        <p:spPr>
          <a:xfrm>
            <a:off x="3195851" y="1760070"/>
            <a:ext cx="529784" cy="594890"/>
          </a:xfrm>
          <a:custGeom>
            <a:avLst/>
            <a:gdLst/>
            <a:ahLst/>
            <a:cxnLst/>
            <a:rect l="l" t="t" r="r" b="b"/>
            <a:pathLst>
              <a:path w="529784" h="594890">
                <a:moveTo>
                  <a:pt x="0" y="388966"/>
                </a:moveTo>
                <a:lnTo>
                  <a:pt x="529784" y="594890"/>
                </a:lnTo>
                <a:lnTo>
                  <a:pt x="529784" y="205923"/>
                </a:lnTo>
                <a:lnTo>
                  <a:pt x="0" y="0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NDV editable face scene_object_scene_template_moe_expert_2_a42a68ec 0014" descr="{&quot;architecture_direction&quot;:null,&quot;architecture_evidence_digest&quot;:null,&quot;architecture_role&quot;:&quot;expert-2&quot;,&quot;architecture_role_graph_digest&quot;:null,&quot;architecture_role_graph_edge_id&quot;:null,&quot;architecture_role_id&quot;:null,&quot;architecture_route_id&quot;:null,&quot;architecture_route_role&quot;:null,&quot;depth&quot;:19.364825175,&quot;endpoint_object_ids&quot;:[],&quot;endpoint_role_ids&quot;:[],&quot;kind&quot;:&quot;face&quot;,&quot;object_id&quot;:&quot;scene_object_scene_template_moe_expert_2_a42a68ec&quot;,&quot;repeat_count&quot;:1,&quot;source_digest&quot;:&quot;b234286c81b23f31aac472c5d86b2ee121ccbfddde6e13f408cce901b4c25754&quot;}"/>
          <p:cNvSpPr/>
          <p:nvPr/>
        </p:nvSpPr>
        <p:spPr>
          <a:xfrm>
            <a:off x="3725635" y="1779137"/>
            <a:ext cx="353189" cy="575823"/>
          </a:xfrm>
          <a:custGeom>
            <a:avLst/>
            <a:gdLst/>
            <a:ahLst/>
            <a:cxnLst/>
            <a:rect l="l" t="t" r="r" b="b"/>
            <a:pathLst>
              <a:path w="353189" h="575823">
                <a:moveTo>
                  <a:pt x="353189" y="388966"/>
                </a:moveTo>
                <a:lnTo>
                  <a:pt x="353189" y="0"/>
                </a:lnTo>
                <a:lnTo>
                  <a:pt x="0" y="186856"/>
                </a:lnTo>
                <a:lnTo>
                  <a:pt x="0" y="575823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NDV editable face scene_object_scene_template_moe_merge_41f278f3 0015" descr="{&quot;architecture_direction&quot;:null,&quot;architecture_evidence_digest&quot;:null,&quot;architecture_role&quot;:&quot;merge&quot;,&quot;architecture_role_graph_digest&quot;:null,&quot;architecture_role_graph_edge_id&quot;:null,&quot;architecture_role_id&quot;:null,&quot;architecture_route_id&quot;:null,&quot;architecture_route_role&quot;:null,&quot;depth&quot;:18.16346235,&quot;endpoint_object_ids&quot;:[],&quot;endpoint_role_ids&quot;:[],&quot;kind&quot;:&quot;face&quot;,&quot;object_id&quot;:&quot;scene_object_scene_template_moe_merge_41f278f3&quot;,&quot;repeat_count&quot;:1,&quot;source_digest&quot;:&quot;b234286c81b23f31aac472c5d86b2ee121ccbfddde6e13f408cce901b4c25754&quot;}"/>
          <p:cNvSpPr/>
          <p:nvPr/>
        </p:nvSpPr>
        <p:spPr>
          <a:xfrm>
            <a:off x="4221781" y="2004127"/>
            <a:ext cx="1143659" cy="522436"/>
          </a:xfrm>
          <a:custGeom>
            <a:avLst/>
            <a:gdLst/>
            <a:ahLst/>
            <a:cxnLst/>
            <a:rect l="l" t="t" r="r" b="b"/>
            <a:pathLst>
              <a:path w="1143659" h="522436">
                <a:moveTo>
                  <a:pt x="555011" y="0"/>
                </a:moveTo>
                <a:lnTo>
                  <a:pt x="0" y="293632"/>
                </a:lnTo>
                <a:lnTo>
                  <a:pt x="588648" y="522436"/>
                </a:lnTo>
                <a:lnTo>
                  <a:pt x="1143659" y="228804"/>
                </a:lnTo>
                <a:close/>
              </a:path>
            </a:pathLst>
          </a:custGeom>
          <a:solidFill>
            <a:srgbClr val="C4B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NDV editable face scene_object_scene_template_moe_merge_41f278f3 0016" descr="{&quot;architecture_direction&quot;:null,&quot;architecture_evidence_digest&quot;:null,&quot;architecture_role&quot;:&quot;merge&quot;,&quot;architecture_role_graph_digest&quot;:null,&quot;architecture_role_graph_edge_id&quot;:null,&quot;architecture_role_id&quot;:null,&quot;architecture_route_id&quot;:null,&quot;architecture_route_role&quot;:null,&quot;depth&quot;:18.115789200000002,&quot;endpoint_object_ids&quot;:[],&quot;endpoint_role_ids&quot;:[],&quot;kind&quot;:&quot;face&quot;,&quot;object_id&quot;:&quot;scene_object_scene_template_moe_merge_41f278f3&quot;,&quot;repeat_count&quot;:1,&quot;source_digest&quot;:&quot;b234286c81b23f31aac472c5d86b2ee121ccbfddde6e13f408cce901b4c25754&quot;}"/>
          <p:cNvSpPr/>
          <p:nvPr/>
        </p:nvSpPr>
        <p:spPr>
          <a:xfrm>
            <a:off x="4810429" y="2232931"/>
            <a:ext cx="555011" cy="1006737"/>
          </a:xfrm>
          <a:custGeom>
            <a:avLst/>
            <a:gdLst/>
            <a:ahLst/>
            <a:cxnLst/>
            <a:rect l="l" t="t" r="r" b="b"/>
            <a:pathLst>
              <a:path w="555011" h="1006737">
                <a:moveTo>
                  <a:pt x="555011" y="713106"/>
                </a:moveTo>
                <a:lnTo>
                  <a:pt x="555011" y="0"/>
                </a:lnTo>
                <a:lnTo>
                  <a:pt x="0" y="293632"/>
                </a:lnTo>
                <a:lnTo>
                  <a:pt x="0" y="1006737"/>
                </a:lnTo>
                <a:close/>
              </a:path>
            </a:pathLst>
          </a:custGeom>
          <a:solidFill>
            <a:srgbClr val="C4B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NDV editable face scene_object_scene_template_moe_expert_3_ea48ec9c 0017" descr="{&quot;architecture_direction&quot;:null,&quot;architecture_evidence_digest&quot;:null,&quot;architecture_role&quot;:&quot;expert-3&quot;,&quot;architecture_role_graph_digest&quot;:null,&quot;architecture_role_graph_edge_id&quot;:null,&quot;architecture_role_id&quot;:null,&quot;architecture_route_id&quot;:null,&quot;architecture_route_role&quot;:null,&quot;depth&quot;:17.972769800000002,&quot;endpoint_object_ids&quot;:[],&quot;endpoint_role_ids&quot;:[],&quot;kind&quot;:&quot;face&quot;,&quot;object_id&quot;:&quot;scene_object_scene_template_moe_expert_3_ea48ec9c&quot;,&quot;repeat_count&quot;:1,&quot;source_digest&quot;:&quot;b234286c81b23f31aac472c5d86b2ee121ccbfddde6e13f408cce901b4c25754&quot;}"/>
          <p:cNvSpPr/>
          <p:nvPr/>
        </p:nvSpPr>
        <p:spPr>
          <a:xfrm>
            <a:off x="2943574" y="1058405"/>
            <a:ext cx="882972" cy="392780"/>
          </a:xfrm>
          <a:custGeom>
            <a:avLst/>
            <a:gdLst/>
            <a:ahLst/>
            <a:cxnLst/>
            <a:rect l="l" t="t" r="r" b="b"/>
            <a:pathLst>
              <a:path w="882972" h="392780">
                <a:moveTo>
                  <a:pt x="353188" y="0"/>
                </a:moveTo>
                <a:lnTo>
                  <a:pt x="0" y="186856"/>
                </a:lnTo>
                <a:lnTo>
                  <a:pt x="529783" y="392780"/>
                </a:lnTo>
                <a:lnTo>
                  <a:pt x="882972" y="205923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NDV editable face scene_object_scene_template_moe_merge_41f278f3 0018" descr="{&quot;architecture_direction&quot;:null,&quot;architecture_evidence_digest&quot;:null,&quot;architecture_role&quot;:&quot;merge&quot;,&quot;architecture_role_graph_digest&quot;:null,&quot;architecture_role_graph_edge_id&quot;:null,&quot;architecture_role_id&quot;:null,&quot;architecture_route_id&quot;:null,&quot;architecture_route_role&quot;:null,&quot;depth&quot;:17.95370055,&quot;endpoint_object_ids&quot;:[],&quot;endpoint_role_ids&quot;:[],&quot;kind&quot;:&quot;face&quot;,&quot;object_id&quot;:&quot;scene_object_scene_template_moe_merge_41f278f3&quot;,&quot;repeat_count&quot;:1,&quot;source_digest&quot;:&quot;b234286c81b23f31aac472c5d86b2ee121ccbfddde6e13f408cce901b4c25754&quot;}"/>
          <p:cNvSpPr/>
          <p:nvPr/>
        </p:nvSpPr>
        <p:spPr>
          <a:xfrm>
            <a:off x="4221781" y="2297759"/>
            <a:ext cx="588648" cy="941909"/>
          </a:xfrm>
          <a:custGeom>
            <a:avLst/>
            <a:gdLst/>
            <a:ahLst/>
            <a:cxnLst/>
            <a:rect l="l" t="t" r="r" b="b"/>
            <a:pathLst>
              <a:path w="588648" h="941909">
                <a:moveTo>
                  <a:pt x="0" y="713105"/>
                </a:moveTo>
                <a:lnTo>
                  <a:pt x="588648" y="941909"/>
                </a:lnTo>
                <a:lnTo>
                  <a:pt x="588648" y="228804"/>
                </a:lnTo>
                <a:lnTo>
                  <a:pt x="0" y="0"/>
                </a:lnTo>
                <a:close/>
              </a:path>
            </a:pathLst>
          </a:custGeom>
          <a:solidFill>
            <a:srgbClr val="C4B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NDV editable face scene_object_scene_template_moe_expert_3_ea48ec9c 0019" descr="{&quot;architecture_direction&quot;:null,&quot;architecture_evidence_digest&quot;:null,&quot;architecture_role&quot;:&quot;expert-3&quot;,&quot;architecture_role_graph_digest&quot;:null,&quot;architecture_role_graph_edge_id&quot;:null,&quot;architecture_role_id&quot;:null,&quot;architecture_route_id&quot;:null,&quot;architecture_route_role&quot;:null,&quot;depth&quot;:17.7916119,&quot;endpoint_object_ids&quot;:[],&quot;endpoint_role_ids&quot;:[],&quot;kind&quot;:&quot;face&quot;,&quot;object_id&quot;:&quot;scene_object_scene_template_moe_expert_3_ea48ec9c&quot;,&quot;repeat_count&quot;:1,&quot;source_digest&quot;:&quot;b234286c81b23f31aac472c5d86b2ee121ccbfddde6e13f408cce901b4c25754&quot;}"/>
          <p:cNvSpPr/>
          <p:nvPr/>
        </p:nvSpPr>
        <p:spPr>
          <a:xfrm>
            <a:off x="2943574" y="1245261"/>
            <a:ext cx="529783" cy="594890"/>
          </a:xfrm>
          <a:custGeom>
            <a:avLst/>
            <a:gdLst/>
            <a:ahLst/>
            <a:cxnLst/>
            <a:rect l="l" t="t" r="r" b="b"/>
            <a:pathLst>
              <a:path w="529783" h="594890">
                <a:moveTo>
                  <a:pt x="0" y="388967"/>
                </a:moveTo>
                <a:lnTo>
                  <a:pt x="529783" y="594890"/>
                </a:lnTo>
                <a:lnTo>
                  <a:pt x="529783" y="205924"/>
                </a:lnTo>
                <a:lnTo>
                  <a:pt x="0" y="0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NDV editable face scene_object_scene_template_moe_expert_3_ea48ec9c 0020" descr="{&quot;architecture_direction&quot;:null,&quot;architecture_evidence_digest&quot;:null,&quot;architecture_role&quot;:&quot;expert-3&quot;,&quot;architecture_role_graph_digest&quot;:null,&quot;architecture_role_graph_edge_id&quot;:null,&quot;architecture_role_id&quot;:null,&quot;architecture_route_id&quot;:null,&quot;architecture_route_role&quot;:null,&quot;depth&quot;:17.743938775,&quot;endpoint_object_ids&quot;:[],&quot;endpoint_role_ids&quot;:[],&quot;kind&quot;:&quot;face&quot;,&quot;object_id&quot;:&quot;scene_object_scene_template_moe_expert_3_ea48ec9c&quot;,&quot;repeat_count&quot;:1,&quot;source_digest&quot;:&quot;b234286c81b23f31aac472c5d86b2ee121ccbfddde6e13f408cce901b4c25754&quot;}"/>
          <p:cNvSpPr/>
          <p:nvPr/>
        </p:nvSpPr>
        <p:spPr>
          <a:xfrm>
            <a:off x="3473357" y="1264328"/>
            <a:ext cx="353189" cy="575823"/>
          </a:xfrm>
          <a:custGeom>
            <a:avLst/>
            <a:gdLst/>
            <a:ahLst/>
            <a:cxnLst/>
            <a:rect l="l" t="t" r="r" b="b"/>
            <a:pathLst>
              <a:path w="353189" h="575823">
                <a:moveTo>
                  <a:pt x="353189" y="388967"/>
                </a:moveTo>
                <a:lnTo>
                  <a:pt x="353189" y="0"/>
                </a:lnTo>
                <a:lnTo>
                  <a:pt x="0" y="186857"/>
                </a:lnTo>
                <a:lnTo>
                  <a:pt x="0" y="575823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NNDV editable edge scene_object_scene_template_moe_tokens_dae5b0e1 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5.29059515,&quot;endpoint_object_ids&quot;:[],&quot;endpoint_role_ids&quot;:[],&quot;kind&quot;:&quot;edge&quot;,&quot;object_id&quot;:&quot;scene_object_scene_template_moe_tokens_dae5b0e1&quot;,&quot;repeat_count&quot;:1,&quot;source_digest&quot;:&quot;b234286c81b23f31aac472c5d86b2ee121ccbfddde6e13f408cce901b4c25754&quot;}"/>
          <p:cNvCxnSpPr/>
          <p:nvPr/>
        </p:nvCxnSpPr>
        <p:spPr>
          <a:xfrm flipH="1" flipV="1">
            <a:off x="1997532" y="935422"/>
            <a:ext cx="588648" cy="2288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edge scene_object_scene_template_moe_tokens_dae5b0e1 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4.8347208625,&quot;endpoint_object_ids&quot;:[],&quot;endpoint_role_ids&quot;:[],&quot;kind&quot;:&quot;edge&quot;,&quot;object_id&quot;:&quot;scene_object_scene_template_moe_tokens_dae5b0e1&quot;,&quot;repeat_count&quot;:1,&quot;source_digest&quot;:&quot;b234286c81b23f31aac472c5d86b2ee121ccbfddde6e13f408cce901b4c25754&quot;}"/>
          <p:cNvCxnSpPr/>
          <p:nvPr/>
        </p:nvCxnSpPr>
        <p:spPr>
          <a:xfrm flipV="1">
            <a:off x="2586180" y="1164226"/>
            <a:ext cx="0" cy="15801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scene_template_moe_tokens_dae5b0e1 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4.69468105,&quot;endpoint_object_ids&quot;:[],&quot;endpoint_role_ids&quot;:[],&quot;kind&quot;:&quot;edge&quot;,&quot;object_id&quot;:&quot;scene_object_scene_template_moe_tokens_dae5b0e1&quot;,&quot;repeat_count&quot;:1,&quot;source_digest&quot;:&quot;b234286c81b23f31aac472c5d86b2ee121ccbfddde6e13f408cce901b4c25754&quot;}"/>
          <p:cNvCxnSpPr/>
          <p:nvPr/>
        </p:nvCxnSpPr>
        <p:spPr>
          <a:xfrm flipH="1">
            <a:off x="1114560" y="935422"/>
            <a:ext cx="882972" cy="46714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edge scene_object_scene_template_moe_tokens_dae5b0e1 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3.611607131249997,&quot;endpoint_object_ids&quot;:[],&quot;endpoint_role_ids&quot;:[],&quot;kind&quot;:&quot;edge&quot;,&quot;object_id&quot;:&quot;scene_object_scene_template_moe_tokens_dae5b0e1&quot;,&quot;repeat_count&quot;:1,&quot;source_digest&quot;:&quot;b234286c81b23f31aac472c5d86b2ee121ccbfddde6e13f408cce901b4c25754&quot;}"/>
          <p:cNvCxnSpPr/>
          <p:nvPr/>
        </p:nvCxnSpPr>
        <p:spPr>
          <a:xfrm flipH="1">
            <a:off x="1703208" y="1757567"/>
            <a:ext cx="496671" cy="2627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edge scene_object_scene_template_moe_tokens_dae5b0e1 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3.812728149999998,&quot;endpoint_object_ids&quot;:[],&quot;endpoint_role_ids&quot;:[],&quot;kind&quot;:&quot;edge&quot;,&quot;object_id&quot;:&quot;scene_object_scene_template_moe_tokens_dae5b0e1&quot;,&quot;repeat_count&quot;:1,&quot;source_digest&quot;:&quot;b234286c81b23f31aac472c5d86b2ee121ccbfddde6e13f408cce901b4c25754&quot;}"/>
          <p:cNvCxnSpPr/>
          <p:nvPr/>
        </p:nvCxnSpPr>
        <p:spPr>
          <a:xfrm flipV="1">
            <a:off x="1114560" y="1402563"/>
            <a:ext cx="0" cy="3889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edge scene_object_scene_template_moe_tokens_dae5b0e1 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3.55052595,&quot;endpoint_object_ids&quot;:[],&quot;endpoint_role_ids&quot;:[],&quot;kind&quot;:&quot;edge&quot;,&quot;object_id&quot;:&quot;scene_object_scene_template_moe_tokens_dae5b0e1&quot;,&quot;repeat_count&quot;:1,&quot;source_digest&quot;:&quot;b234286c81b23f31aac472c5d86b2ee121ccbfddde6e13f408cce901b4c25754&quot;}"/>
          <p:cNvCxnSpPr/>
          <p:nvPr/>
        </p:nvCxnSpPr>
        <p:spPr>
          <a:xfrm flipH="1">
            <a:off x="1703208" y="1164226"/>
            <a:ext cx="882972" cy="46714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edge scene_object_scene_template_moe_tokens_dae5b0e1 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3.526689349999998,&quot;endpoint_object_ids&quot;:[],&quot;endpoint_role_ids&quot;:[],&quot;kind&quot;:&quot;edge&quot;,&quot;object_id&quot;:&quot;scene_object_scene_template_moe_tokens_dae5b0e1&quot;,&quot;repeat_count&quot;:1,&quot;source_digest&quot;:&quot;b234286c81b23f31aac472c5d86b2ee121ccbfddde6e13f408cce901b4c25754&quot;}"/>
          <p:cNvCxnSpPr/>
          <p:nvPr/>
        </p:nvCxnSpPr>
        <p:spPr>
          <a:xfrm>
            <a:off x="1114560" y="1791530"/>
            <a:ext cx="588648" cy="2288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arrow scene_object_scene_template_moe_input_route_2073e488 000" descr="{&quot;architecture_direction&quot;:null,&quot;architecture_evidence_digest&quot;:null,&quot;architecture_role&quot;:&quot;input-route&quot;,&quot;architecture_role_graph_digest&quot;:null,&quot;architecture_role_graph_edge_id&quot;:null,&quot;architecture_role_id&quot;:null,&quot;architecture_route_id&quot;:null,&quot;architecture_route_role&quot;:null,&quot;depth&quot;:23.7677366203125,&quot;endpoint_object_ids&quot;:[&quot;scene_object_scene_template_moe_tokens_dae5b0e1&quot;,&quot;scene_object_scene_template_moe_router_6272f25e&quot;],&quot;endpoint_role_ids&quot;:[],&quot;kind&quot;:&quot;arrow&quot;,&quot;object_id&quot;:&quot;scene_object_scene_template_moe_input_route_2073e488&quot;,&quot;repeat_count&quot;:1,&quot;source_digest&quot;:&quot;b234286c81b23f31aac472c5d86b2ee121ccbfddde6e13f408cce901b4c25754&quot;}"/>
          <p:cNvCxnSpPr/>
          <p:nvPr/>
        </p:nvCxnSpPr>
        <p:spPr>
          <a:xfrm>
            <a:off x="2144694" y="1592280"/>
            <a:ext cx="70821" cy="27528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scene_template_moe_expert_0_947072f1 000" descr="{&quot;architecture_direction&quot;:null,&quot;architecture_evidence_digest&quot;:null,&quot;architecture_role&quot;:&quot;expert-0&quot;,&quot;architecture_role_graph_digest&quot;:null,&quot;architecture_role_graph_edge_id&quot;:null,&quot;architecture_role_id&quot;:null,&quot;architecture_route_id&quot;:null,&quot;architecture_route_role&quot;:null,&quot;depth&quot;:22.912301893749998,&quot;endpoint_object_ids&quot;:[],&quot;endpoint_role_ids&quot;:[],&quot;kind&quot;:&quot;edge&quot;,&quot;object_id&quot;:&quot;scene_object_scene_template_moe_expert_0_947072f1&quot;,&quot;repeat_count&quot;:1,&quot;source_digest&quot;:&quot;b234286c81b23f31aac472c5d86b2ee121ccbfddde6e13f408cce901b4c25754&quot;}"/>
          <p:cNvCxnSpPr/>
          <p:nvPr/>
        </p:nvCxnSpPr>
        <p:spPr>
          <a:xfrm flipH="1">
            <a:off x="3700406" y="2778008"/>
            <a:ext cx="22075" cy="1167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edge scene_object_scene_template_moe_expert_0_947072f1 000" descr="{&quot;architecture_direction&quot;:null,&quot;architecture_evidence_digest&quot;:null,&quot;architecture_role&quot;:&quot;expert-0&quot;,&quot;architecture_role_graph_digest&quot;:null,&quot;architecture_role_graph_edge_id&quot;:null,&quot;architecture_role_id&quot;:null,&quot;architecture_route_id&quot;:null,&quot;architecture_route_role&quot;:null,&quot;depth&quot;:23.1691409,&quot;endpoint_object_ids&quot;:[],&quot;endpoint_role_ids&quot;:[],&quot;kind&quot;:&quot;edge&quot;,&quot;object_id&quot;:&quot;scene_object_scene_template_moe_expert_0_947072f1&quot;,&quot;repeat_count&quot;:1,&quot;source_digest&quot;:&quot;b234286c81b23f31aac472c5d86b2ee121ccbfddde6e13f408cce901b4c25754&quot;}"/>
          <p:cNvCxnSpPr/>
          <p:nvPr/>
        </p:nvCxnSpPr>
        <p:spPr>
          <a:xfrm flipV="1">
            <a:off x="3700406" y="2789687"/>
            <a:ext cx="0" cy="38896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scene_template_moe_expert_0_947072f1 000" descr="{&quot;architecture_direction&quot;:null,&quot;architecture_evidence_digest&quot;:null,&quot;architecture_role&quot;:&quot;expert-0&quot;,&quot;architecture_role_graph_digest&quot;:null,&quot;architecture_role_graph_edge_id&quot;:null,&quot;architecture_role_id&quot;:null,&quot;architecture_route_id&quot;:null,&quot;architecture_route_role&quot;:null,&quot;depth&quot;:23.3330172671875,&quot;endpoint_object_ids&quot;:[],&quot;endpoint_role_ids&quot;:[],&quot;kind&quot;:&quot;edge&quot;,&quot;object_id&quot;:&quot;scene_object_scene_template_moe_expert_0_947072f1&quot;,&quot;repeat_count&quot;:1,&quot;source_digest&quot;:&quot;b234286c81b23f31aac472c5d86b2ee121ccbfddde6e13f408cce901b4c25754&quot;}"/>
          <p:cNvCxnSpPr/>
          <p:nvPr/>
        </p:nvCxnSpPr>
        <p:spPr>
          <a:xfrm flipV="1">
            <a:off x="4583378" y="3161255"/>
            <a:ext cx="0" cy="3646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edge scene_object_scene_template_moe_tokens_dae5b0e1 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2.95461185,&quot;endpoint_object_ids&quot;:[],&quot;endpoint_role_ids&quot;:[],&quot;kind&quot;:&quot;edge&quot;,&quot;object_id&quot;:&quot;scene_object_scene_template_moe_tokens_dae5b0e1&quot;,&quot;repeat_count&quot;:1,&quot;source_digest&quot;:&quot;b234286c81b23f31aac472c5d86b2ee121ccbfddde6e13f408cce901b4c25754&quot;}"/>
          <p:cNvCxnSpPr/>
          <p:nvPr/>
        </p:nvCxnSpPr>
        <p:spPr>
          <a:xfrm flipH="1" flipV="1">
            <a:off x="1114560" y="1402563"/>
            <a:ext cx="588648" cy="2288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edge scene_object_scene_template_moe_expert_0_947072f1 000" descr="{&quot;architecture_direction&quot;:null,&quot;architecture_evidence_digest&quot;:null,&quot;architecture_role&quot;:&quot;expert-0&quot;,&quot;architecture_role_graph_digest&quot;:null,&quot;architecture_role_graph_edge_id&quot;:null,&quot;architecture_role_id&quot;:null,&quot;architecture_route_id&quot;:null,&quot;architecture_route_role&quot;:null,&quot;depth&quot;:22.9403099,&quot;endpoint_object_ids&quot;:[],&quot;endpoint_role_ids&quot;:[],&quot;kind&quot;:&quot;edge&quot;,&quot;object_id&quot;:&quot;scene_object_scene_template_moe_expert_0_947072f1&quot;,&quot;repeat_count&quot;:1,&quot;source_digest&quot;:&quot;b234286c81b23f31aac472c5d86b2ee121ccbfddde6e13f408cce901b4c25754&quot;}"/>
          <p:cNvCxnSpPr/>
          <p:nvPr/>
        </p:nvCxnSpPr>
        <p:spPr>
          <a:xfrm>
            <a:off x="3700406" y="3178653"/>
            <a:ext cx="529784" cy="20592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edge scene_object_scene_template_moe_expert_0_947072f1 000" descr="{&quot;architecture_direction&quot;:null,&quot;architecture_evidence_digest&quot;:null,&quot;architecture_role&quot;:&quot;expert-0&quot;,&quot;architecture_role_graph_digest&quot;:null,&quot;architecture_role_graph_edge_id&quot;:null,&quot;architecture_role_id&quot;:null,&quot;architecture_route_id&quot;:null,&quot;architecture_route_role&quot;:null,&quot;depth&quot;:22.89263675,&quot;endpoint_object_ids&quot;:[],&quot;endpoint_role_ids&quot;:[],&quot;kind&quot;:&quot;edge&quot;,&quot;object_id&quot;:&quot;scene_object_scene_template_moe_expert_0_947072f1&quot;,&quot;repeat_count&quot;:1,&quot;source_digest&quot;:&quot;b234286c81b23f31aac472c5d86b2ee121ccbfddde6e13f408cce901b4c25754&quot;}"/>
          <p:cNvCxnSpPr/>
          <p:nvPr/>
        </p:nvCxnSpPr>
        <p:spPr>
          <a:xfrm flipH="1">
            <a:off x="4230190" y="3197720"/>
            <a:ext cx="353188" cy="18685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edge scene_object_scene_template_moe_router_6272f25e 000" descr="{&quot;architecture_direction&quot;:null,&quot;architecture_evidence_digest&quot;:null,&quot;architecture_role&quot;:&quot;router&quot;,&quot;architecture_role_graph_digest&quot;:null,&quot;architecture_role_graph_edge_id&quot;:null,&quot;architecture_role_id&quot;:null,&quot;architecture_route_id&quot;:null,&quot;architecture_route_role&quot;:null,&quot;depth&quot;:23.18880604375,&quot;endpoint_object_ids&quot;:[],&quot;endpoint_role_ids&quot;:[],&quot;kind&quot;:&quot;edge&quot;,&quot;object_id&quot;:&quot;scene_object_scene_template_moe_router_6272f25e&quot;,&quot;repeat_count&quot;:1,&quot;source_digest&quot;:&quot;b234286c81b23f31aac472c5d86b2ee121ccbfddde6e13f408cce901b4c25754&quot;}"/>
          <p:cNvCxnSpPr/>
          <p:nvPr/>
        </p:nvCxnSpPr>
        <p:spPr>
          <a:xfrm flipH="1" flipV="1">
            <a:off x="2720728" y="1260514"/>
            <a:ext cx="215224" cy="8365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edge scene_object_scene_template_moe_router_6272f25e 000" descr="{&quot;architecture_direction&quot;:null,&quot;architecture_evidence_digest&quot;:null,&quot;architecture_role&quot;:&quot;router&quot;,&quot;architecture_role_graph_digest&quot;:null,&quot;architecture_role_graph_edge_id&quot;:null,&quot;architecture_role_id&quot;:null,&quot;architecture_route_id&quot;:null,&quot;architecture_route_role&quot;:null,&quot;depth&quot;:22.7305481,&quot;endpoint_object_ids&quot;:[],&quot;endpoint_role_ids&quot;:[],&quot;kind&quot;:&quot;edge&quot;,&quot;object_id&quot;:&quot;scene_object_scene_template_moe_router_6272f25e&quot;,&quot;repeat_count&quot;:1,&quot;source_digest&quot;:&quot;b234286c81b23f31aac472c5d86b2ee121ccbfddde6e13f408cce901b4c25754&quot;}"/>
          <p:cNvCxnSpPr/>
          <p:nvPr/>
        </p:nvCxnSpPr>
        <p:spPr>
          <a:xfrm flipH="1">
            <a:off x="2216172" y="1260514"/>
            <a:ext cx="504556" cy="2669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edge scene_object_scene_template_moe_tokens_dae5b0e1 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2.66857305,&quot;endpoint_object_ids&quot;:[],&quot;endpoint_role_ids&quot;:[],&quot;kind&quot;:&quot;edge&quot;,&quot;object_id&quot;:&quot;scene_object_scene_template_moe_tokens_dae5b0e1&quot;,&quot;repeat_count&quot;:1,&quot;source_digest&quot;:&quot;b234286c81b23f31aac472c5d86b2ee121ccbfddde6e13f408cce901b4c25754&quot;}"/>
          <p:cNvCxnSpPr/>
          <p:nvPr/>
        </p:nvCxnSpPr>
        <p:spPr>
          <a:xfrm flipV="1">
            <a:off x="1703208" y="1631367"/>
            <a:ext cx="0" cy="3889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edge scene_object_scene_template_moe_router_6272f25e 000" descr="{&quot;architecture_direction&quot;:null,&quot;architecture_evidence_digest&quot;:null,&quot;architecture_role&quot;:&quot;router&quot;,&quot;architecture_role_graph_digest&quot;:null,&quot;architecture_role_graph_edge_id&quot;:null,&quot;architecture_role_id&quot;:null,&quot;architecture_route_id&quot;:null,&quot;architecture_route_role&quot;:null,&quot;depth&quot;:22.570843125000003,&quot;endpoint_object_ids&quot;:[],&quot;endpoint_role_ids&quot;:[],&quot;kind&quot;:&quot;edge&quot;,&quot;object_id&quot;:&quot;scene_object_scene_template_moe_router_6272f25e&quot;,&quot;repeat_count&quot;:1,&quot;source_digest&quot;:&quot;b234286c81b23f31aac472c5d86b2ee121ccbfddde6e13f408cce901b4c25754&quot;}"/>
          <p:cNvCxnSpPr/>
          <p:nvPr/>
        </p:nvCxnSpPr>
        <p:spPr>
          <a:xfrm flipH="1">
            <a:off x="2745956" y="2148083"/>
            <a:ext cx="441486" cy="23357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polyline scene_object_scene_template_moe_route_0_ff1ae896 000" descr="{&quot;architecture_direction&quot;:null,&quot;architecture_evidence_digest&quot;:null,&quot;architecture_role&quot;:&quot;route-0&quot;,&quot;architecture_role_graph_digest&quot;:null,&quot;architecture_role_graph_edge_id&quot;:null,&quot;architecture_role_id&quot;:null,&quot;architecture_route_id&quot;:null,&quot;architecture_route_role&quot;:null,&quot;depth&quot;:22.251284175000002,&quot;endpoint_object_ids&quot;:[&quot;scene_object_scene_template_moe_router_6272f25e&quot;,&quot;scene_object_scene_template_moe_expert_0_947072f1&quot;],&quot;endpoint_role_ids&quot;:[],&quot;kind&quot;:&quot;polyline&quot;,&quot;object_id&quot;:&quot;scene_object_scene_template_moe_route_0_ff1ae896&quot;,&quot;repeat_count&quot;:1,&quot;source_digest&quot;:&quot;b234286c81b23f31aac472c5d86b2ee121ccbfddde6e13f408cce901b4c25754&quot;}"/>
          <p:cNvCxnSpPr/>
          <p:nvPr/>
        </p:nvCxnSpPr>
        <p:spPr>
          <a:xfrm>
            <a:off x="2998233" y="1924046"/>
            <a:ext cx="178697" cy="167134"/>
          </a:xfrm>
          <a:prstGeom prst="line">
            <a:avLst/>
          </a:prstGeom>
          <a:ln w="95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arrow scene_object_scene_template_moe_route_0_ff1ae896 000" descr="{&quot;architecture_direction&quot;:null,&quot;architecture_evidence_digest&quot;:null,&quot;architecture_role&quot;:&quot;route-0&quot;,&quot;architecture_role_graph_digest&quot;:null,&quot;architecture_role_graph_edge_id&quot;:null,&quot;architecture_role_id&quot;:null,&quot;architecture_route_id&quot;:null,&quot;architecture_route_role&quot;:null,&quot;depth&quot;:22.4725173,&quot;endpoint_object_ids&quot;:[&quot;scene_object_scene_template_moe_router_6272f25e&quot;,&quot;scene_object_scene_template_moe_expert_0_947072f1&quot;],&quot;endpoint_role_ids&quot;:[],&quot;kind&quot;:&quot;arrow&quot;,&quot;object_id&quot;:&quot;scene_object_scene_template_moe_route_0_ff1ae896&quot;,&quot;repeat_count&quot;:1,&quot;source_digest&quot;:&quot;b234286c81b23f31aac472c5d86b2ee121ccbfddde6e13f408cce901b4c25754&quot;}"/>
          <p:cNvCxnSpPr/>
          <p:nvPr/>
        </p:nvCxnSpPr>
        <p:spPr>
          <a:xfrm>
            <a:off x="3284148" y="2191460"/>
            <a:ext cx="142957" cy="133707"/>
          </a:xfrm>
          <a:prstGeom prst="line">
            <a:avLst/>
          </a:prstGeom>
          <a:ln w="9525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edge scene_object_scene_template_moe_router_6272f25e 000" descr="{&quot;architecture_direction&quot;:null,&quot;architecture_evidence_digest&quot;:null,&quot;architecture_role&quot;:&quot;router&quot;,&quot;architecture_role_graph_digest&quot;:null,&quot;architecture_role_graph_edge_id&quot;:null,&quot;architecture_role_id&quot;:null,&quot;architecture_route_id&quot;:null,&quot;architecture_route_role&quot;:null,&quot;depth&quot;:22.5398556,&quot;endpoint_object_ids&quot;:[],&quot;endpoint_role_ids&quot;:[],&quot;kind&quot;:&quot;edge&quot;,&quot;object_id&quot;:&quot;scene_object_scene_template_moe_router_6272f25e&quot;,&quot;repeat_count&quot;:1,&quot;source_digest&quot;:&quot;b234286c81b23f31aac472c5d86b2ee121ccbfddde6e13f408cce901b4c25754&quot;}"/>
          <p:cNvCxnSpPr/>
          <p:nvPr/>
        </p:nvCxnSpPr>
        <p:spPr>
          <a:xfrm flipV="1">
            <a:off x="2216172" y="1527452"/>
            <a:ext cx="0" cy="64827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edge scene_object_scene_template_moe_router_6272f25e 000" descr="{&quot;architecture_direction&quot;:null,&quot;architecture_evidence_digest&quot;:null,&quot;architecture_role&quot;:&quot;router&quot;,&quot;architecture_role_graph_digest&quot;:null,&quot;architecture_role_graph_edge_id&quot;:null,&quot;architecture_role_id&quot;:null,&quot;architecture_route_id&quot;:null,&quot;architecture_route_role&quot;:null,&quot;depth&quot;:22.5017171,&quot;endpoint_object_ids&quot;:[],&quot;endpoint_role_ids&quot;:[],&quot;kind&quot;:&quot;edge&quot;,&quot;object_id&quot;:&quot;scene_object_scene_template_moe_router_6272f25e&quot;,&quot;repeat_count&quot;:1,&quot;source_digest&quot;:&quot;b234286c81b23f31aac472c5d86b2ee121ccbfddde6e13f408cce901b4c25754&quot;}"/>
          <p:cNvCxnSpPr/>
          <p:nvPr/>
        </p:nvCxnSpPr>
        <p:spPr>
          <a:xfrm>
            <a:off x="2216172" y="2175730"/>
            <a:ext cx="529784" cy="2059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edge scene_object_scene_template_moe_expert_0_947072f1 000" descr="{&quot;architecture_direction&quot;:null,&quot;architecture_evidence_digest&quot;:null,&quot;architecture_role&quot;:&quot;expert-0&quot;,&quot;architecture_role_graph_digest&quot;:null,&quot;architecture_role_graph_edge_id&quot;:null,&quot;architecture_role_id&quot;:null,&quot;architecture_route_id&quot;:null,&quot;architecture_route_role&quot;:null,&quot;depth&quot;:22.384321981249997,&quot;endpoint_object_ids&quot;:[],&quot;endpoint_role_ids&quot;:[],&quot;kind&quot;:&quot;edge&quot;,&quot;object_id&quot;:&quot;scene_object_scene_template_moe_expert_0_947072f1&quot;,&quot;repeat_count&quot;:1,&quot;source_digest&quot;:&quot;b234286c81b23f31aac472c5d86b2ee121ccbfddde6e13f408cce901b4c25754&quot;}"/>
          <p:cNvCxnSpPr/>
          <p:nvPr/>
        </p:nvCxnSpPr>
        <p:spPr>
          <a:xfrm flipH="1" flipV="1">
            <a:off x="3700406" y="2789687"/>
            <a:ext cx="513228" cy="19948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edge scene_object_scene_template_moe_expert_0_947072f1 000" descr="{&quot;architecture_direction&quot;:null,&quot;architecture_evidence_digest&quot;:null,&quot;architecture_role&quot;:&quot;expert-0&quot;,&quot;architecture_role_graph_digest&quot;:null,&quot;architecture_role_graph_edge_id&quot;:null,&quot;architecture_role_id&quot;:null,&quot;architecture_route_id&quot;:null,&quot;architecture_route_role&quot;:null,&quot;depth&quot;:22.157278724999998,&quot;endpoint_object_ids&quot;:[],&quot;endpoint_role_ids&quot;:[],&quot;kind&quot;:&quot;edge&quot;,&quot;object_id&quot;:&quot;scene_object_scene_template_moe_expert_0_947072f1&quot;,&quot;repeat_count&quot;:1,&quot;source_digest&quot;:&quot;b234286c81b23f31aac472c5d86b2ee121ccbfddde6e13f408cce901b4c25754&quot;}"/>
          <p:cNvCxnSpPr/>
          <p:nvPr/>
        </p:nvCxnSpPr>
        <p:spPr>
          <a:xfrm flipV="1">
            <a:off x="4230190" y="3019921"/>
            <a:ext cx="0" cy="36465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arrow scene_object_scene_template_moe_route_1_277cd2b8 000" descr="{&quot;architecture_direction&quot;:null,&quot;architecture_evidence_digest&quot;:null,&quot;architecture_role&quot;:&quot;route-1&quot;,&quot;architecture_role_graph_digest&quot;:null,&quot;architecture_role_graph_edge_id&quot;:null,&quot;architecture_role_id&quot;:null,&quot;architecture_route_id&quot;:null,&quot;architecture_route_role&quot;:null,&quot;depth&quot;:22.103497475,&quot;endpoint_object_ids&quot;:[&quot;scene_object_scene_template_moe_router_6272f25e&quot;,&quot;scene_object_scene_template_moe_expert_1_7fa785bc&quot;],&quot;endpoint_role_ids&quot;:[],&quot;kind&quot;:&quot;arrow&quot;,&quot;object_id&quot;:&quot;scene_object_scene_template_moe_route_1_277cd2b8&quot;,&quot;repeat_count&quot;:1,&quot;source_digest&quot;:&quot;b234286c81b23f31aac472c5d86b2ee121ccbfddde6e13f408cce901b4c25754&quot;}"/>
          <p:cNvCxnSpPr/>
          <p:nvPr/>
        </p:nvCxnSpPr>
        <p:spPr>
          <a:xfrm>
            <a:off x="2998233" y="1924046"/>
            <a:ext cx="194990" cy="121373"/>
          </a:xfrm>
          <a:prstGeom prst="line">
            <a:avLst/>
          </a:prstGeom>
          <a:ln w="9525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edge scene_object_scene_template_moe_expert_1_7fa785bc 000" descr="{&quot;architecture_direction&quot;:null,&quot;architecture_evidence_digest&quot;:null,&quot;architecture_role&quot;:&quot;expert-1&quot;,&quot;architecture_role_graph_digest&quot;:null,&quot;architecture_role_graph_edge_id&quot;:null,&quot;architecture_role_id&quot;:null,&quot;architecture_route_id&quot;:null,&quot;architecture_route_role&quot;:null,&quot;depth&quot;:21.291415493749998,&quot;endpoint_object_ids&quot;:[],&quot;endpoint_role_ids&quot;:[],&quot;kind&quot;:&quot;edge&quot;,&quot;object_id&quot;:&quot;scene_object_scene_template_moe_expert_1_7fa785bc&quot;,&quot;repeat_count&quot;:1,&quot;source_digest&quot;:&quot;b234286c81b23f31aac472c5d86b2ee121ccbfddde6e13f408cce901b4c25754&quot;}"/>
          <p:cNvCxnSpPr/>
          <p:nvPr/>
        </p:nvCxnSpPr>
        <p:spPr>
          <a:xfrm flipH="1">
            <a:off x="3448129" y="2263200"/>
            <a:ext cx="22074" cy="1167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edge scene_object_scene_template_moe_router_6272f25e 000" descr="{&quot;architecture_direction&quot;:null,&quot;architecture_evidence_digest&quot;:null,&quot;architecture_role&quot;:&quot;router&quot;,&quot;architecture_role_graph_digest&quot;:null,&quot;architecture_role_graph_edge_id&quot;:null,&quot;architecture_role_id&quot;:null,&quot;architecture_route_id&quot;:null,&quot;architecture_route_role&quot;:null,&quot;depth&quot;:21.283668624999997,&quot;endpoint_object_ids&quot;:[],&quot;endpoint_role_ids&quot;:[],&quot;kind&quot;:&quot;edge&quot;,&quot;object_id&quot;:&quot;scene_object_scene_template_moe_router_6272f25e&quot;,&quot;repeat_count&quot;:1,&quot;source_digest&quot;:&quot;b234286c81b23f31aac472c5d86b2ee121ccbfddde6e13f408cce901b4c25754&quot;}"/>
          <p:cNvCxnSpPr/>
          <p:nvPr/>
        </p:nvCxnSpPr>
        <p:spPr>
          <a:xfrm flipH="1">
            <a:off x="2745956" y="1633274"/>
            <a:ext cx="189208" cy="1001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edge scene_object_scene_template_moe_expert_1_7fa785bc 000" descr="{&quot;architecture_direction&quot;:null,&quot;architecture_evidence_digest&quot;:null,&quot;architecture_role&quot;:&quot;expert-1&quot;,&quot;architecture_role_graph_digest&quot;:null,&quot;architecture_role_graph_edge_id&quot;:null,&quot;architecture_role_id&quot;:null,&quot;architecture_route_id&quot;:null,&quot;architecture_route_role&quot;:null,&quot;depth&quot;:21.50475280625,&quot;endpoint_object_ids&quot;:[],&quot;endpoint_role_ids&quot;:[],&quot;kind&quot;:&quot;edge&quot;,&quot;object_id&quot;:&quot;scene_object_scene_template_moe_expert_1_7fa785bc&quot;,&quot;repeat_count&quot;:1,&quot;source_digest&quot;:&quot;b234286c81b23f31aac472c5d86b2ee121ccbfddde6e13f408cce901b4c25754&quot;}"/>
          <p:cNvCxnSpPr/>
          <p:nvPr/>
        </p:nvCxnSpPr>
        <p:spPr>
          <a:xfrm flipH="1" flipV="1">
            <a:off x="4049653" y="2184548"/>
            <a:ext cx="215225" cy="8365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edge scene_object_scene_template_moe_expert_1_7fa785bc 000" descr="{&quot;architecture_direction&quot;:null,&quot;architecture_evidence_digest&quot;:null,&quot;architecture_role&quot;:&quot;expert-1&quot;,&quot;architecture_role_graph_digest&quot;:null,&quot;architecture_role_graph_edge_id&quot;:null,&quot;architecture_role_id&quot;:null,&quot;architecture_route_id&quot;:null,&quot;architecture_route_role&quot;:null,&quot;depth&quot;:21.5482545,&quot;endpoint_object_ids&quot;:[],&quot;endpoint_role_ids&quot;:[],&quot;kind&quot;:&quot;edge&quot;,&quot;object_id&quot;:&quot;scene_object_scene_template_moe_expert_1_7fa785bc&quot;,&quot;repeat_count&quot;:1,&quot;source_digest&quot;:&quot;b234286c81b23f31aac472c5d86b2ee121ccbfddde6e13f408cce901b4c25754&quot;}"/>
          <p:cNvCxnSpPr/>
          <p:nvPr/>
        </p:nvCxnSpPr>
        <p:spPr>
          <a:xfrm flipV="1">
            <a:off x="3448129" y="2274878"/>
            <a:ext cx="0" cy="3889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edge scene_object_scene_template_moe_router_6272f25e 000" descr="{&quot;architecture_direction&quot;:null,&quot;architecture_evidence_digest&quot;:null,&quot;architecture_role&quot;:&quot;router&quot;,&quot;architecture_role_graph_digest&quot;:null,&quot;architecture_role_graph_edge_id&quot;:null,&quot;architecture_role_id&quot;:null,&quot;architecture_route_id&quot;:null,&quot;architecture_route_role&quot;:null,&quot;depth&quot;:21.5482545,&quot;endpoint_object_ids&quot;:[],&quot;endpoint_role_ids&quot;:[],&quot;kind&quot;:&quot;edge&quot;,&quot;object_id&quot;:&quot;scene_object_scene_template_moe_router_6272f25e&quot;,&quot;repeat_count&quot;:1,&quot;source_digest&quot;:&quot;b234286c81b23f31aac472c5d86b2ee121ccbfddde6e13f408cce901b4c25754&quot;}"/>
          <p:cNvCxnSpPr/>
          <p:nvPr/>
        </p:nvCxnSpPr>
        <p:spPr>
          <a:xfrm flipH="1" flipV="1">
            <a:off x="2216172" y="1527452"/>
            <a:ext cx="529784" cy="20592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edge scene_object_scene_template_moe_router_6272f25e 000" descr="{&quot;architecture_direction&quot;:null,&quot;architecture_evidence_digest&quot;:null,&quot;architecture_role&quot;:&quot;router&quot;,&quot;architecture_role_graph_digest&quot;:null,&quot;architecture_role_graph_edge_id&quot;:null,&quot;architecture_role_id&quot;:null,&quot;architecture_route_id&quot;:null,&quot;architecture_route_role&quot;:null,&quot;depth&quot;:21.510116,&quot;endpoint_object_ids&quot;:[],&quot;endpoint_role_ids&quot;:[],&quot;kind&quot;:&quot;edge&quot;,&quot;object_id&quot;:&quot;scene_object_scene_template_moe_router_6272f25e&quot;,&quot;repeat_count&quot;:1,&quot;source_digest&quot;:&quot;b234286c81b23f31aac472c5d86b2ee121ccbfddde6e13f408cce901b4c25754&quot;}"/>
          <p:cNvCxnSpPr/>
          <p:nvPr/>
        </p:nvCxnSpPr>
        <p:spPr>
          <a:xfrm flipV="1">
            <a:off x="2745956" y="1733376"/>
            <a:ext cx="0" cy="6482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edge scene_object_scene_template_moe_expert_1_7fa785bc 000" descr="{&quot;architecture_direction&quot;:null,&quot;architecture_evidence_digest&quot;:null,&quot;architecture_role&quot;:&quot;expert-1&quot;,&quot;architecture_role_graph_digest&quot;:null,&quot;architecture_role_graph_edge_id&quot;:null,&quot;architecture_role_id&quot;:null,&quot;architecture_route_id&quot;:null,&quot;architecture_route_role&quot;:null,&quot;depth&quot;:21.3194235,&quot;endpoint_object_ids&quot;:[],&quot;endpoint_role_ids&quot;:[],&quot;kind&quot;:&quot;edge&quot;,&quot;object_id&quot;:&quot;scene_object_scene_template_moe_expert_1_7fa785bc&quot;,&quot;repeat_count&quot;:1,&quot;source_digest&quot;:&quot;b234286c81b23f31aac472c5d86b2ee121ccbfddde6e13f408cce901b4c25754&quot;}"/>
          <p:cNvCxnSpPr/>
          <p:nvPr/>
        </p:nvCxnSpPr>
        <p:spPr>
          <a:xfrm>
            <a:off x="3448129" y="2663845"/>
            <a:ext cx="529783" cy="2059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edge scene_object_scene_template_moe_expert_1_7fa785bc 000" descr="{&quot;architecture_direction&quot;:null,&quot;architecture_evidence_digest&quot;:null,&quot;architecture_role&quot;:&quot;expert-1&quot;,&quot;architecture_role_graph_digest&quot;:null,&quot;architecture_role_graph_edge_id&quot;:null,&quot;architecture_role_id&quot;:null,&quot;architecture_route_id&quot;:null,&quot;architecture_route_role&quot;:null,&quot;depth&quot;:21.125751396875,&quot;endpoint_object_ids&quot;:[],&quot;endpoint_role_ids&quot;:[],&quot;kind&quot;:&quot;edge&quot;,&quot;object_id&quot;:&quot;scene_object_scene_template_moe_expert_1_7fa785bc&quot;,&quot;repeat_count&quot;:1,&quot;source_digest&quot;:&quot;b234286c81b23f31aac472c5d86b2ee121ccbfddde6e13f408cce901b4c25754&quot;}"/>
          <p:cNvCxnSpPr/>
          <p:nvPr/>
        </p:nvCxnSpPr>
        <p:spPr>
          <a:xfrm flipH="1">
            <a:off x="3977912" y="2741304"/>
            <a:ext cx="242817" cy="12846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arrow scene_object_scene_template_moe_route_2_96f458e9 000" descr="{&quot;architecture_direction&quot;:null,&quot;architecture_evidence_digest&quot;:null,&quot;architecture_role&quot;:&quot;route-2&quot;,&quot;architecture_role_graph_digest&quot;:null,&quot;architecture_role_graph_edge_id&quot;:null,&quot;architecture_role_id&quot;:null,&quot;architecture_route_id&quot;:null,&quot;architecture_route_role&quot;:null,&quot;depth&quot;:21.854405375000002,&quot;endpoint_object_ids&quot;:[&quot;scene_object_scene_template_moe_router_6272f25e&quot;,&quot;scene_object_scene_template_moe_expert_2_a42a68ec&quot;],&quot;endpoint_role_ids&quot;:[],&quot;kind&quot;:&quot;arrow&quot;,&quot;object_id&quot;:&quot;scene_object_scene_template_moe_route_2_96f458e9&quot;,&quot;repeat_count&quot;:1,&quot;source_digest&quot;:&quot;b234286c81b23f31aac472c5d86b2ee121ccbfddde6e13f408cce901b4c25754&quot;}"/>
          <p:cNvCxnSpPr/>
          <p:nvPr/>
        </p:nvCxnSpPr>
        <p:spPr>
          <a:xfrm>
            <a:off x="2998233" y="1924046"/>
            <a:ext cx="179748" cy="11261"/>
          </a:xfrm>
          <a:prstGeom prst="line">
            <a:avLst/>
          </a:prstGeom>
          <a:ln w="9525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edge scene_object_scene_template_moe_expert_1_7fa785bc 000" descr="{&quot;architecture_direction&quot;:null,&quot;architecture_evidence_digest&quot;:null,&quot;architecture_role&quot;:&quot;expert-1&quot;,&quot;architecture_role_graph_digest&quot;:null,&quot;architecture_role_graph_edge_id&quot;:null,&quot;architecture_role_id&quot;:null,&quot;architecture_route_id&quot;:null,&quot;architecture_route_role&quot;:null,&quot;depth&quot;:20.7473459,&quot;endpoint_object_ids&quot;:[],&quot;endpoint_role_ids&quot;:[],&quot;kind&quot;:&quot;edge&quot;,&quot;object_id&quot;:&quot;scene_object_scene_template_moe_expert_1_7fa785bc&quot;,&quot;repeat_count&quot;:1,&quot;source_digest&quot;:&quot;b234286c81b23f31aac472c5d86b2ee121ccbfddde6e13f408cce901b4c25754&quot;}"/>
          <p:cNvCxnSpPr/>
          <p:nvPr/>
        </p:nvCxnSpPr>
        <p:spPr>
          <a:xfrm flipH="1" flipV="1">
            <a:off x="3448129" y="2274878"/>
            <a:ext cx="529783" cy="20592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NDV editable edge scene_object_scene_template_moe_expert_1_7fa785bc 000" descr="{&quot;architecture_direction&quot;:null,&quot;architecture_evidence_digest&quot;:null,&quot;architecture_role&quot;:&quot;expert-1&quot;,&quot;architecture_role_graph_digest&quot;:null,&quot;architecture_role_graph_edge_id&quot;:null,&quot;architecture_role_id&quot;:null,&quot;architecture_route_id&quot;:null,&quot;architecture_route_role&quot;:null,&quot;depth&quot;:20.553673831250002,&quot;endpoint_object_ids&quot;:[],&quot;endpoint_role_ids&quot;:[],&quot;kind&quot;:&quot;edge&quot;,&quot;object_id&quot;:&quot;scene_object_scene_template_moe_expert_1_7fa785bc&quot;,&quot;repeat_count&quot;:1,&quot;source_digest&quot;:&quot;b234286c81b23f31aac472c5d86b2ee121ccbfddde6e13f408cce901b4c25754&quot;}"/>
          <p:cNvCxnSpPr/>
          <p:nvPr/>
        </p:nvCxnSpPr>
        <p:spPr>
          <a:xfrm flipH="1">
            <a:off x="3977912" y="2352338"/>
            <a:ext cx="242817" cy="12846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NDV editable edge scene_object_scene_template_moe_expert_1_7fa785bc 000" descr="{&quot;architecture_direction&quot;:null,&quot;architecture_evidence_digest&quot;:null,&quot;architecture_role&quot;:&quot;expert-1&quot;,&quot;architecture_role_graph_digest&quot;:null,&quot;architecture_role_graph_edge_id&quot;:null,&quot;architecture_role_id&quot;:null,&quot;architecture_route_id&quot;:null,&quot;architecture_route_role&quot;:null,&quot;depth&quot;:20.5185149,&quot;endpoint_object_ids&quot;:[],&quot;endpoint_role_ids&quot;:[],&quot;kind&quot;:&quot;edge&quot;,&quot;object_id&quot;:&quot;scene_object_scene_template_moe_expert_1_7fa785bc&quot;,&quot;repeat_count&quot;:1,&quot;source_digest&quot;:&quot;b234286c81b23f31aac472c5d86b2ee121ccbfddde6e13f408cce901b4c25754&quot;}"/>
          <p:cNvCxnSpPr/>
          <p:nvPr/>
        </p:nvCxnSpPr>
        <p:spPr>
          <a:xfrm flipV="1">
            <a:off x="3977912" y="2480802"/>
            <a:ext cx="0" cy="38896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NDV editable arrow scene_object_scene_template_moe_merge_route_1_4e0d237e 000" descr="{&quot;architecture_direction&quot;:null,&quot;architecture_evidence_digest&quot;:null,&quot;architecture_role&quot;:&quot;merge-route-1&quot;,&quot;architecture_role_graph_digest&quot;:null,&quot;architecture_role_graph_edge_id&quot;:null,&quot;architecture_role_id&quot;:null,&quot;architecture_route_id&quot;:null,&quot;architecture_route_role&quot;:null,&quot;depth&quot;:20.485292714062503,&quot;endpoint_object_ids&quot;:[&quot;scene_object_scene_template_moe_expert_1_7fa785bc&quot;,&quot;scene_object_scene_template_moe_merge_41f278f3&quot;],&quot;endpoint_role_ids&quot;:[],&quot;kind&quot;:&quot;arrow&quot;,&quot;object_id&quot;:&quot;scene_object_scene_template_moe_merge_route_1_4e0d237e&quot;,&quot;repeat_count&quot;:1,&quot;source_digest&quot;:&quot;b234286c81b23f31aac472c5d86b2ee121ccbfddde6e13f408cce901b4c25754&quot;}"/>
          <p:cNvCxnSpPr/>
          <p:nvPr/>
        </p:nvCxnSpPr>
        <p:spPr>
          <a:xfrm>
            <a:off x="4118241" y="2489620"/>
            <a:ext cx="95262" cy="4469"/>
          </a:xfrm>
          <a:prstGeom prst="line">
            <a:avLst/>
          </a:prstGeom>
          <a:ln w="9525">
            <a:solidFill>
              <a:srgbClr val="8B5C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NDV editable arrow scene_object_scene_template_moe_route_3_c91c1f0a 000" descr="{&quot;architecture_direction&quot;:null,&quot;architecture_evidence_digest&quot;:null,&quot;architecture_role&quot;:&quot;route-3&quot;,&quot;architecture_role_graph_digest&quot;:null,&quot;architecture_role_graph_edge_id&quot;:null,&quot;architecture_role_id&quot;:null,&quot;architecture_route_id&quot;:null,&quot;architecture_route_role&quot;:null,&quot;depth&quot;:21.381547525000002,&quot;endpoint_object_ids&quot;:[&quot;scene_object_scene_template_moe_router_6272f25e&quot;,&quot;scene_object_scene_template_moe_expert_3_ea48ec9c&quot;],&quot;endpoint_role_ids&quot;:[],&quot;kind&quot;:&quot;arrow&quot;,&quot;object_id&quot;:&quot;scene_object_scene_template_moe_route_3_c91c1f0a&quot;,&quot;repeat_count&quot;:1,&quot;source_digest&quot;:&quot;b234286c81b23f31aac472c5d86b2ee121ccbfddde6e13f408cce901b4c25754&quot;}"/>
          <p:cNvCxnSpPr/>
          <p:nvPr/>
        </p:nvCxnSpPr>
        <p:spPr>
          <a:xfrm flipV="1">
            <a:off x="2998233" y="1731171"/>
            <a:ext cx="157148" cy="192875"/>
          </a:xfrm>
          <a:prstGeom prst="line">
            <a:avLst/>
          </a:prstGeom>
          <a:ln w="9525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NNDV editable edge scene_object_scene_template_moe_expert_2_a42a68ec 000" descr="{&quot;architecture_direction&quot;:null,&quot;architecture_evidence_digest&quot;:null,&quot;architecture_role&quot;:&quot;expert-2&quot;,&quot;architecture_role_graph_digest&quot;:null,&quot;architecture_role_graph_edge_id&quot;:null,&quot;architecture_role_id&quot;:null,&quot;architecture_route_id&quot;:null,&quot;architecture_route_role&quot;:null,&quot;depth&quot;:19.670529093749998,&quot;endpoint_object_ids&quot;:[],&quot;endpoint_role_ids&quot;:[],&quot;kind&quot;:&quot;edge&quot;,&quot;object_id&quot;:&quot;scene_object_scene_template_moe_expert_2_a42a68ec&quot;,&quot;repeat_count&quot;:1,&quot;source_digest&quot;:&quot;b234286c81b23f31aac472c5d86b2ee121ccbfddde6e13f408cce901b4c25754&quot;}"/>
          <p:cNvCxnSpPr/>
          <p:nvPr/>
        </p:nvCxnSpPr>
        <p:spPr>
          <a:xfrm flipH="1">
            <a:off x="3195851" y="1748391"/>
            <a:ext cx="22074" cy="1167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NNDV editable edge scene_object_scene_template_moe_expert_2_a42a68ec 000" descr="{&quot;architecture_direction&quot;:null,&quot;architecture_evidence_digest&quot;:null,&quot;architecture_role&quot;:&quot;expert-2&quot;,&quot;architecture_role_graph_digest&quot;:null,&quot;architecture_role_graph_edge_id&quot;:null,&quot;architecture_role_id&quot;:null,&quot;architecture_route_id&quot;:null,&quot;architecture_route_role&quot;:null,&quot;depth&quot;:19.819507681250002,&quot;endpoint_object_ids&quot;:[],&quot;endpoint_role_ids&quot;:[],&quot;kind&quot;:&quot;edge&quot;,&quot;object_id&quot;:&quot;scene_object_scene_template_moe_expert_2_a42a68ec&quot;,&quot;repeat_count&quot;:1,&quot;source_digest&quot;:&quot;b234286c81b23f31aac472c5d86b2ee121ccbfddde6e13f408cce901b4c25754&quot;}"/>
          <p:cNvCxnSpPr/>
          <p:nvPr/>
        </p:nvCxnSpPr>
        <p:spPr>
          <a:xfrm flipH="1" flipV="1">
            <a:off x="3797376" y="1669740"/>
            <a:ext cx="281447" cy="10939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NDV editable edge scene_object_scene_template_moe_expert_2_a42a68ec 000" descr="{&quot;architecture_direction&quot;:null,&quot;architecture_evidence_digest&quot;:null,&quot;architecture_role&quot;:&quot;expert-2&quot;,&quot;architecture_role_graph_digest&quot;:null,&quot;architecture_role_graph_edge_id&quot;:null,&quot;architecture_role_id&quot;:null,&quot;architecture_route_id&quot;:null,&quot;architecture_route_role&quot;:null,&quot;depth&quot;:19.9273681,&quot;endpoint_object_ids&quot;:[],&quot;endpoint_role_ids&quot;:[],&quot;kind&quot;:&quot;edge&quot;,&quot;object_id&quot;:&quot;scene_object_scene_template_moe_expert_2_a42a68ec&quot;,&quot;repeat_count&quot;:1,&quot;source_digest&quot;:&quot;b234286c81b23f31aac472c5d86b2ee121ccbfddde6e13f408cce901b4c25754&quot;}"/>
          <p:cNvCxnSpPr/>
          <p:nvPr/>
        </p:nvCxnSpPr>
        <p:spPr>
          <a:xfrm flipV="1">
            <a:off x="3195851" y="1760069"/>
            <a:ext cx="0" cy="3889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NNDV editable edge scene_object_scene_template_moe_expert_2_a42a68ec 000" descr="{&quot;architecture_direction&quot;:null,&quot;architecture_evidence_digest&quot;:null,&quot;architecture_role&quot;:&quot;expert-2&quot;,&quot;architecture_role_graph_digest&quot;:null,&quot;architecture_role_graph_edge_id&quot;:null,&quot;architecture_role_id&quot;:null,&quot;architecture_route_id&quot;:null,&quot;architecture_route_role&quot;:null,&quot;depth&quot;:19.83202185,&quot;endpoint_object_ids&quot;:[],&quot;endpoint_role_ids&quot;:[],&quot;kind&quot;:&quot;edge&quot;,&quot;object_id&quot;:&quot;scene_object_scene_template_moe_expert_2_a42a68ec&quot;,&quot;repeat_count&quot;:1,&quot;source_digest&quot;:&quot;b234286c81b23f31aac472c5d86b2ee121ccbfddde6e13f408cce901b4c25754&quot;}"/>
          <p:cNvCxnSpPr/>
          <p:nvPr/>
        </p:nvCxnSpPr>
        <p:spPr>
          <a:xfrm flipV="1">
            <a:off x="4078823" y="1779136"/>
            <a:ext cx="0" cy="3889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NNDV editable edge scene_object_scene_template_moe_expert_2_a42a68ec 000" descr="{&quot;architecture_direction&quot;:null,&quot;architecture_evidence_digest&quot;:null,&quot;architecture_role&quot;:&quot;expert-2&quot;,&quot;architecture_role_graph_digest&quot;:null,&quot;architecture_role_graph_edge_id&quot;:null,&quot;architecture_role_id&quot;:null,&quot;architecture_route_id&quot;:null,&quot;architecture_route_role&quot;:null,&quot;depth&quot;:19.6985371,&quot;endpoint_object_ids&quot;:[],&quot;endpoint_role_ids&quot;:[],&quot;kind&quot;:&quot;edge&quot;,&quot;object_id&quot;:&quot;scene_object_scene_template_moe_expert_2_a42a68ec&quot;,&quot;repeat_count&quot;:1,&quot;source_digest&quot;:&quot;b234286c81b23f31aac472c5d86b2ee121ccbfddde6e13f408cce901b4c25754&quot;}"/>
          <p:cNvCxnSpPr/>
          <p:nvPr/>
        </p:nvCxnSpPr>
        <p:spPr>
          <a:xfrm>
            <a:off x="3195851" y="2149036"/>
            <a:ext cx="529783" cy="2059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NNDV editable edge scene_object_scene_template_moe_expert_2_a42a68ec 000" descr="{&quot;architecture_direction&quot;:null,&quot;architecture_evidence_digest&quot;:null,&quot;architecture_role&quot;:&quot;expert-2&quot;,&quot;architecture_role_graph_digest&quot;:null,&quot;architecture_role_graph_edge_id&quot;:null,&quot;architecture_role_id&quot;:null,&quot;architecture_route_id&quot;:null,&quot;architecture_route_role&quot;:null,&quot;depth&quot;:19.65086395,&quot;endpoint_object_ids&quot;:[],&quot;endpoint_role_ids&quot;:[],&quot;kind&quot;:&quot;edge&quot;,&quot;object_id&quot;:&quot;scene_object_scene_template_moe_expert_2_a42a68ec&quot;,&quot;repeat_count&quot;:1,&quot;source_digest&quot;:&quot;b234286c81b23f31aac472c5d86b2ee121ccbfddde6e13f408cce901b4c25754&quot;}"/>
          <p:cNvCxnSpPr/>
          <p:nvPr/>
        </p:nvCxnSpPr>
        <p:spPr>
          <a:xfrm flipH="1">
            <a:off x="3725634" y="2168103"/>
            <a:ext cx="353189" cy="18685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NNDV editable arrow scene_object_scene_template_moe_merge_route_2_f6cdb900 000" descr="{&quot;architecture_direction&quot;:null,&quot;architecture_evidence_digest&quot;:null,&quot;architecture_role&quot;:&quot;merge-route-2&quot;,&quot;architecture_role_graph_digest&quot;:null,&quot;architecture_role_graph_edge_id&quot;:null,&quot;architecture_role_id&quot;:null,&quot;architecture_route_id&quot;:null,&quot;architecture_route_role&quot;:null,&quot;depth&quot;:19.560136045312504,&quot;endpoint_object_ids&quot;:[&quot;scene_object_scene_template_moe_expert_2_a42a68ec&quot;,&quot;scene_object_scene_template_moe_merge_41f278f3&quot;],&quot;endpoint_role_ids&quot;:[],&quot;kind&quot;:&quot;arrow&quot;,&quot;object_id&quot;:&quot;scene_object_scene_template_moe_merge_route_2_f6cdb900&quot;,&quot;repeat_count&quot;:1,&quot;source_digest&quot;:&quot;b234286c81b23f31aac472c5d86b2ee121ccbfddde6e13f408cce901b4c25754&quot;}"/>
          <p:cNvCxnSpPr/>
          <p:nvPr/>
        </p:nvCxnSpPr>
        <p:spPr>
          <a:xfrm>
            <a:off x="3960568" y="2167865"/>
            <a:ext cx="242423" cy="152833"/>
          </a:xfrm>
          <a:prstGeom prst="line">
            <a:avLst/>
          </a:prstGeom>
          <a:ln w="9525">
            <a:solidFill>
              <a:srgbClr val="8B5C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NNDV editable edge scene_object_scene_template_moe_expert_2_a42a68ec 000" descr="{&quot;architecture_direction&quot;:null,&quot;architecture_evidence_digest&quot;:null,&quot;architecture_role&quot;:&quot;expert-2&quot;,&quot;architecture_role_graph_digest&quot;:null,&quot;architecture_role_graph_edge_id&quot;:null,&quot;architecture_role_id&quot;:null,&quot;architecture_route_id&quot;:null,&quot;architecture_route_role&quot;:null,&quot;depth&quot;:19.1264595,&quot;endpoint_object_ids&quot;:[],&quot;endpoint_role_ids&quot;:[],&quot;kind&quot;:&quot;edge&quot;,&quot;object_id&quot;:&quot;scene_object_scene_template_moe_expert_2_a42a68ec&quot;,&quot;repeat_count&quot;:1,&quot;source_digest&quot;:&quot;b234286c81b23f31aac472c5d86b2ee121ccbfddde6e13f408cce901b4c25754&quot;}"/>
          <p:cNvCxnSpPr/>
          <p:nvPr/>
        </p:nvCxnSpPr>
        <p:spPr>
          <a:xfrm flipH="1" flipV="1">
            <a:off x="3195851" y="1760069"/>
            <a:ext cx="529783" cy="20592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NNDV editable edge scene_object_scene_template_moe_expert_2_a42a68ec 000" descr="{&quot;architecture_direction&quot;:null,&quot;architecture_evidence_digest&quot;:null,&quot;architecture_role&quot;:&quot;expert-2&quot;,&quot;architecture_role_graph_digest&quot;:null,&quot;architecture_role_graph_edge_id&quot;:null,&quot;architecture_role_id&quot;:null,&quot;architecture_route_id&quot;:null,&quot;architecture_route_role&quot;:null,&quot;depth&quot;:19.0787864,&quot;endpoint_object_ids&quot;:[],&quot;endpoint_role_ids&quot;:[],&quot;kind&quot;:&quot;edge&quot;,&quot;object_id&quot;:&quot;scene_object_scene_template_moe_expert_2_a42a68ec&quot;,&quot;repeat_count&quot;:1,&quot;source_digest&quot;:&quot;b234286c81b23f31aac472c5d86b2ee121ccbfddde6e13f408cce901b4c25754&quot;}"/>
          <p:cNvCxnSpPr/>
          <p:nvPr/>
        </p:nvCxnSpPr>
        <p:spPr>
          <a:xfrm flipH="1">
            <a:off x="3725634" y="1779136"/>
            <a:ext cx="353189" cy="18685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NNDV editable edge scene_object_scene_template_moe_merge_41f278f3 000" descr="{&quot;architecture_direction&quot;:null,&quot;architecture_evidence_digest&quot;:null,&quot;architecture_role&quot;:&quot;merge&quot;,&quot;architecture_role_graph_digest&quot;:null,&quot;architecture_role_graph_edge_id&quot;:null,&quot;architecture_role_id&quot;:null,&quot;architecture_route_id&quot;:null,&quot;architecture_route_role&quot;:null,&quot;depth&quot;:18.89762855,&quot;endpoint_object_ids&quot;:[],&quot;endpoint_role_ids&quot;:[],&quot;kind&quot;:&quot;edge&quot;,&quot;object_id&quot;:&quot;scene_object_scene_template_moe_merge_41f278f3&quot;,&quot;repeat_count&quot;:1,&quot;source_digest&quot;:&quot;b234286c81b23f31aac472c5d86b2ee121ccbfddde6e13f408cce901b4c25754&quot;}"/>
          <p:cNvCxnSpPr/>
          <p:nvPr/>
        </p:nvCxnSpPr>
        <p:spPr>
          <a:xfrm flipH="1" flipV="1">
            <a:off x="4776791" y="2004127"/>
            <a:ext cx="588649" cy="2288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NNDV editable edge scene_object_scene_template_moe_expert_2_a42a68ec 000" descr="{&quot;architecture_direction&quot;:null,&quot;architecture_evidence_digest&quot;:null,&quot;architecture_role&quot;:&quot;expert-2&quot;,&quot;architecture_role_graph_digest&quot;:null,&quot;architecture_role_graph_edge_id&quot;:null,&quot;architecture_role_id&quot;:null,&quot;architecture_route_id&quot;:null,&quot;architecture_route_role&quot;:null,&quot;depth&quot;:18.8976285,&quot;endpoint_object_ids&quot;:[],&quot;endpoint_role_ids&quot;:[],&quot;kind&quot;:&quot;edge&quot;,&quot;object_id&quot;:&quot;scene_object_scene_template_moe_expert_2_a42a68ec&quot;,&quot;repeat_count&quot;:1,&quot;source_digest&quot;:&quot;b234286c81b23f31aac472c5d86b2ee121ccbfddde6e13f408cce901b4c25754&quot;}"/>
          <p:cNvCxnSpPr/>
          <p:nvPr/>
        </p:nvCxnSpPr>
        <p:spPr>
          <a:xfrm flipV="1">
            <a:off x="3725634" y="1965993"/>
            <a:ext cx="0" cy="38896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NNDV editable edge scene_object_scene_template_moe_merge_41f278f3 000" descr="{&quot;architecture_direction&quot;:null,&quot;architecture_evidence_digest&quot;:null,&quot;architecture_role&quot;:&quot;merge&quot;,&quot;architecture_role_graph_digest&quot;:null,&quot;architecture_role_graph_edge_id&quot;:null,&quot;architecture_role_id&quot;:null,&quot;architecture_route_id&quot;:null,&quot;architecture_route_role&quot;:null,&quot;depth&quot;:18.8499554,&quot;endpoint_object_ids&quot;:[],&quot;endpoint_role_ids&quot;:[],&quot;kind&quot;:&quot;edge&quot;,&quot;object_id&quot;:&quot;scene_object_scene_template_moe_merge_41f278f3&quot;,&quot;repeat_count&quot;:1,&quot;source_digest&quot;:&quot;b234286c81b23f31aac472c5d86b2ee121ccbfddde6e13f408cce901b4c25754&quot;}"/>
          <p:cNvCxnSpPr/>
          <p:nvPr/>
        </p:nvCxnSpPr>
        <p:spPr>
          <a:xfrm flipV="1">
            <a:off x="5365440" y="2232931"/>
            <a:ext cx="0" cy="71310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NNDV editable edge scene_object_scene_template_moe_merge_41f278f3 000" descr="{&quot;architecture_direction&quot;:null,&quot;architecture_evidence_digest&quot;:null,&quot;architecture_role&quot;:&quot;merge&quot;,&quot;architecture_role_graph_digest&quot;:null,&quot;architecture_role_graph_edge_id&quot;:null,&quot;architecture_role_id&quot;:null,&quot;architecture_route_id&quot;:null,&quot;architecture_route_role&quot;:null,&quot;depth&quot;:18.7355399,&quot;endpoint_object_ids&quot;:[],&quot;endpoint_role_ids&quot;:[],&quot;kind&quot;:&quot;edge&quot;,&quot;object_id&quot;:&quot;scene_object_scene_template_moe_merge_41f278f3&quot;,&quot;repeat_count&quot;:1,&quot;source_digest&quot;:&quot;b234286c81b23f31aac472c5d86b2ee121ccbfddde6e13f408cce901b4c25754&quot;}"/>
          <p:cNvCxnSpPr/>
          <p:nvPr/>
        </p:nvCxnSpPr>
        <p:spPr>
          <a:xfrm flipH="1">
            <a:off x="4221780" y="2004127"/>
            <a:ext cx="555011" cy="29363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NNDV editable edge scene_object_scene_template_moe_merge_41f278f3 000" descr="{&quot;architecture_direction&quot;:null,&quot;architecture_evidence_digest&quot;:null,&quot;architecture_role&quot;:&quot;merge&quot;,&quot;architecture_role_graph_digest&quot;:null,&quot;architecture_role_graph_edge_id&quot;:null,&quot;architecture_role_id&quot;:null,&quot;architecture_route_id&quot;:null,&quot;architecture_route_role&quot;:null,&quot;depth&quot;:18.6401936,&quot;endpoint_object_ids&quot;:[],&quot;endpoint_role_ids&quot;:[],&quot;kind&quot;:&quot;edge&quot;,&quot;object_id&quot;:&quot;scene_object_scene_template_moe_merge_41f278f3&quot;,&quot;repeat_count&quot;:1,&quot;source_digest&quot;:&quot;b234286c81b23f31aac472c5d86b2ee121ccbfddde6e13f408cce901b4c25754&quot;}"/>
          <p:cNvCxnSpPr/>
          <p:nvPr/>
        </p:nvCxnSpPr>
        <p:spPr>
          <a:xfrm flipH="1">
            <a:off x="4810428" y="2946036"/>
            <a:ext cx="555012" cy="29363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NNDV editable edge scene_object_scene_template_moe_merge_41f278f3 000" descr="{&quot;architecture_direction&quot;:null,&quot;architecture_evidence_digest&quot;:null,&quot;architecture_role&quot;:&quot;merge&quot;,&quot;architecture_role_graph_digest&quot;:null,&quot;architecture_role_graph_edge_id&quot;:null,&quot;architecture_role_id&quot;:null,&quot;architecture_route_id&quot;:null,&quot;architecture_route_role&quot;:null,&quot;depth&quot;:18.525778099999997,&quot;endpoint_object_ids&quot;:[],&quot;endpoint_role_ids&quot;:[],&quot;kind&quot;:&quot;edge&quot;,&quot;object_id&quot;:&quot;scene_object_scene_template_moe_merge_41f278f3&quot;,&quot;repeat_count&quot;:1,&quot;source_digest&quot;:&quot;b234286c81b23f31aac472c5d86b2ee121ccbfddde6e13f408cce901b4c25754&quot;}"/>
          <p:cNvCxnSpPr/>
          <p:nvPr/>
        </p:nvCxnSpPr>
        <p:spPr>
          <a:xfrm flipV="1">
            <a:off x="4221780" y="2297758"/>
            <a:ext cx="0" cy="71310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NNDV editable edge scene_object_scene_template_moe_expert_3_ea48ec9c 000" descr="{&quot;architecture_direction&quot;:null,&quot;architecture_evidence_digest&quot;:null,&quot;architecture_role&quot;:&quot;expert-3&quot;,&quot;architecture_role_graph_digest&quot;:null,&quot;architecture_role_graph_edge_id&quot;:null,&quot;architecture_role_id&quot;:null,&quot;architecture_route_id&quot;:null,&quot;architecture_route_role&quot;:null,&quot;depth&quot;:18.4876396,&quot;endpoint_object_ids&quot;:[],&quot;endpoint_role_ids&quot;:[],&quot;kind&quot;:&quot;edge&quot;,&quot;object_id&quot;:&quot;scene_object_scene_template_moe_expert_3_ea48ec9c&quot;,&quot;repeat_count&quot;:1,&quot;source_digest&quot;:&quot;b234286c81b23f31aac472c5d86b2ee121ccbfddde6e13f408cce901b4c25754&quot;}"/>
          <p:cNvCxnSpPr/>
          <p:nvPr/>
        </p:nvCxnSpPr>
        <p:spPr>
          <a:xfrm flipH="1">
            <a:off x="2943573" y="1058404"/>
            <a:ext cx="353189" cy="18685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NNDV editable edge scene_object_scene_template_moe_merge_41f278f3 000" descr="{&quot;architecture_direction&quot;:null,&quot;architecture_evidence_digest&quot;:null,&quot;architecture_role&quot;:&quot;merge&quot;,&quot;architecture_role_graph_digest&quot;:null,&quot;architecture_role_graph_edge_id&quot;:null,&quot;architecture_role_id&quot;:null,&quot;architecture_route_id&quot;:null,&quot;architecture_route_role&quot;:null,&quot;depth&quot;:18.47810495,&quot;endpoint_object_ids&quot;:[],&quot;endpoint_role_ids&quot;:[],&quot;kind&quot;:&quot;edge&quot;,&quot;object_id&quot;:&quot;scene_object_scene_template_moe_merge_41f278f3&quot;,&quot;repeat_count&quot;:1,&quot;source_digest&quot;:&quot;b234286c81b23f31aac472c5d86b2ee121ccbfddde6e13f408cce901b4c25754&quot;}"/>
          <p:cNvCxnSpPr/>
          <p:nvPr/>
        </p:nvCxnSpPr>
        <p:spPr>
          <a:xfrm>
            <a:off x="4221780" y="3010864"/>
            <a:ext cx="588648" cy="2288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NNDV editable edge scene_object_scene_template_moe_expert_3_ea48ec9c 000" descr="{&quot;architecture_direction&quot;:null,&quot;architecture_evidence_digest&quot;:null,&quot;architecture_role&quot;:&quot;expert-3&quot;,&quot;architecture_role_graph_digest&quot;:null,&quot;architecture_role_graph_edge_id&quot;:null,&quot;architecture_role_id&quot;:null,&quot;architecture_route_id&quot;:null,&quot;architecture_route_role&quot;:null,&quot;depth&quot;:18.4399665,&quot;endpoint_object_ids&quot;:[],&quot;endpoint_role_ids&quot;:[],&quot;kind&quot;:&quot;edge&quot;,&quot;object_id&quot;:&quot;scene_object_scene_template_moe_expert_3_ea48ec9c&quot;,&quot;repeat_count&quot;:1,&quot;source_digest&quot;:&quot;b234286c81b23f31aac472c5d86b2ee121ccbfddde6e13f408cce901b4c25754&quot;}"/>
          <p:cNvCxnSpPr/>
          <p:nvPr/>
        </p:nvCxnSpPr>
        <p:spPr>
          <a:xfrm flipH="1" flipV="1">
            <a:off x="3296762" y="1058404"/>
            <a:ext cx="529783" cy="20592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NNDV editable polyline scene_object_scene_template_moe_merge_route_3_b484c135 000" descr="{&quot;architecture_direction&quot;:null,&quot;architecture_evidence_digest&quot;:null,&quot;architecture_role&quot;:&quot;merge-route-3&quot;,&quot;architecture_role_graph_digest&quot;:null,&quot;architecture_role_graph_edge_id&quot;:null,&quot;architecture_role_id&quot;:null,&quot;architecture_route_id&quot;:null,&quot;architecture_route_role&quot;:null,&quot;depth&quot;:17.561589106249997,&quot;endpoint_object_ids&quot;:[&quot;scene_object_scene_template_moe_expert_3_ea48ec9c&quot;,&quot;scene_object_scene_template_moe_merge_41f278f3&quot;],&quot;endpoint_role_ids&quot;:[],&quot;kind&quot;:&quot;polyline&quot;,&quot;object_id&quot;:&quot;scene_object_scene_template_moe_merge_route_3_b484c135&quot;,&quot;repeat_count&quot;:1,&quot;source_digest&quot;:&quot;b234286c81b23f31aac472c5d86b2ee121ccbfddde6e13f408cce901b4c25754&quot;}"/>
          <p:cNvCxnSpPr/>
          <p:nvPr/>
        </p:nvCxnSpPr>
        <p:spPr>
          <a:xfrm>
            <a:off x="3660988" y="1556529"/>
            <a:ext cx="165557" cy="64351"/>
          </a:xfrm>
          <a:prstGeom prst="line">
            <a:avLst/>
          </a:prstGeom>
          <a:ln w="9525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NNDV editable polyline scene_object_scene_template_moe_merge_route_3_b484c135 000" descr="{&quot;architecture_direction&quot;:null,&quot;architecture_evidence_digest&quot;:null,&quot;architecture_role&quot;:&quot;merge-route-3&quot;,&quot;architecture_role_graph_digest&quot;:null,&quot;architecture_role_graph_edge_id&quot;:null,&quot;architecture_role_id&quot;:null,&quot;architecture_route_id&quot;:null,&quot;architecture_route_role&quot;:null,&quot;depth&quot;:17.97276985,&quot;endpoint_object_ids&quot;:[&quot;scene_object_scene_template_moe_expert_3_ea48ec9c&quot;,&quot;scene_object_scene_template_moe_merge_41f278f3&quot;],&quot;endpoint_role_ids&quot;:[],&quot;kind&quot;:&quot;polyline&quot;,&quot;object_id&quot;:&quot;scene_object_scene_template_moe_merge_route_3_b484c135&quot;,&quot;repeat_count&quot;:1,&quot;source_digest&quot;:&quot;b234286c81b23f31aac472c5d86b2ee121ccbfddde6e13f408cce901b4c25754&quot;}"/>
          <p:cNvCxnSpPr/>
          <p:nvPr/>
        </p:nvCxnSpPr>
        <p:spPr>
          <a:xfrm>
            <a:off x="3826545" y="1620880"/>
            <a:ext cx="672741" cy="400407"/>
          </a:xfrm>
          <a:prstGeom prst="line">
            <a:avLst/>
          </a:prstGeom>
          <a:ln w="9525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NNDV editable arrow scene_object_scene_template_moe_merge_route_3_b484c135 000" descr="{&quot;architecture_direction&quot;:null,&quot;architecture_evidence_digest&quot;:null,&quot;architecture_role&quot;:&quot;merge-route-3&quot;,&quot;architecture_role_graph_digest&quot;:null,&quot;architecture_role_graph_edge_id&quot;:null,&quot;architecture_role_id&quot;:null,&quot;architecture_route_id&quot;:null,&quot;architecture_route_role&quot;:null,&quot;depth&quot;:18.6342345125,&quot;endpoint_object_ids&quot;:[&quot;scene_object_scene_template_moe_expert_3_ea48ec9c&quot;,&quot;scene_object_scene_template_moe_merge_41f278f3&quot;],&quot;endpoint_role_ids&quot;:[],&quot;kind&quot;:&quot;arrow&quot;,&quot;object_id&quot;:&quot;scene_object_scene_template_moe_merge_route_3_b484c135&quot;,&quot;repeat_count&quot;:1,&quot;source_digest&quot;:&quot;b234286c81b23f31aac472c5d86b2ee121ccbfddde6e13f408cce901b4c25754&quot;}"/>
          <p:cNvCxnSpPr/>
          <p:nvPr/>
        </p:nvCxnSpPr>
        <p:spPr>
          <a:xfrm>
            <a:off x="4499286" y="2021287"/>
            <a:ext cx="0" cy="121552"/>
          </a:xfrm>
          <a:prstGeom prst="line">
            <a:avLst/>
          </a:prstGeom>
          <a:ln w="9525">
            <a:solidFill>
              <a:srgbClr val="8B5C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NNDV editable edge scene_object_scene_template_moe_expert_3_ea48ec9c 000" descr="{&quot;architecture_direction&quot;:null,&quot;architecture_evidence_digest&quot;:null,&quot;architecture_role&quot;:&quot;expert-3&quot;,&quot;architecture_role_graph_digest&quot;:null,&quot;architecture_role_graph_edge_id&quot;:null,&quot;architecture_role_id&quot;:null,&quot;architecture_route_id&quot;:null,&quot;architecture_route_role&quot;:null,&quot;depth&quot;:18.3064817,&quot;endpoint_object_ids&quot;:[],&quot;endpoint_role_ids&quot;:[],&quot;kind&quot;:&quot;edge&quot;,&quot;object_id&quot;:&quot;scene_object_scene_template_moe_expert_3_ea48ec9c&quot;,&quot;repeat_count&quot;:1,&quot;source_digest&quot;:&quot;b234286c81b23f31aac472c5d86b2ee121ccbfddde6e13f408cce901b4c25754&quot;}"/>
          <p:cNvCxnSpPr/>
          <p:nvPr/>
        </p:nvCxnSpPr>
        <p:spPr>
          <a:xfrm flipV="1">
            <a:off x="2943573" y="1245261"/>
            <a:ext cx="0" cy="38896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NNDV editable edge scene_object_scene_template_moe_expert_3_ea48ec9c 000" descr="{&quot;architecture_direction&quot;:null,&quot;architecture_evidence_digest&quot;:null,&quot;architecture_role&quot;:&quot;expert-3&quot;,&quot;architecture_role_graph_digest&quot;:null,&quot;architecture_role_graph_edge_id&quot;:null,&quot;architecture_role_id&quot;:null,&quot;architecture_route_id&quot;:null,&quot;architecture_route_role&quot;:null,&quot;depth&quot;:18.21113545,&quot;endpoint_object_ids&quot;:[],&quot;endpoint_role_ids&quot;:[],&quot;kind&quot;:&quot;edge&quot;,&quot;object_id&quot;:&quot;scene_object_scene_template_moe_expert_3_ea48ec9c&quot;,&quot;repeat_count&quot;:1,&quot;source_digest&quot;:&quot;b234286c81b23f31aac472c5d86b2ee121ccbfddde6e13f408cce901b4c25754&quot;}"/>
          <p:cNvCxnSpPr/>
          <p:nvPr/>
        </p:nvCxnSpPr>
        <p:spPr>
          <a:xfrm flipV="1">
            <a:off x="3826545" y="1264328"/>
            <a:ext cx="0" cy="38896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NNDV editable edge scene_object_scene_template_moe_expert_3_ea48ec9c 000" descr="{&quot;architecture_direction&quot;:null,&quot;architecture_evidence_digest&quot;:null,&quot;architecture_role&quot;:&quot;expert-3&quot;,&quot;architecture_role_graph_digest&quot;:null,&quot;architecture_role_graph_edge_id&quot;:null,&quot;architecture_role_id&quot;:null,&quot;architecture_route_id&quot;:null,&quot;architecture_route_role&quot;:null,&quot;depth&quot;:18.0776507,&quot;endpoint_object_ids&quot;:[],&quot;endpoint_role_ids&quot;:[],&quot;kind&quot;:&quot;edge&quot;,&quot;object_id&quot;:&quot;scene_object_scene_template_moe_expert_3_ea48ec9c&quot;,&quot;repeat_count&quot;:1,&quot;source_digest&quot;:&quot;b234286c81b23f31aac472c5d86b2ee121ccbfddde6e13f408cce901b4c25754&quot;}"/>
          <p:cNvCxnSpPr/>
          <p:nvPr/>
        </p:nvCxnSpPr>
        <p:spPr>
          <a:xfrm>
            <a:off x="2943573" y="1634227"/>
            <a:ext cx="529783" cy="20592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NNDV editable edge scene_object_scene_template_moe_expert_3_ea48ec9c 000" descr="{&quot;architecture_direction&quot;:null,&quot;architecture_evidence_digest&quot;:null,&quot;architecture_role&quot;:&quot;expert-3&quot;,&quot;architecture_role_graph_digest&quot;:null,&quot;architecture_role_graph_edge_id&quot;:null,&quot;architecture_role_id&quot;:null,&quot;architecture_route_id&quot;:null,&quot;architecture_route_role&quot;:null,&quot;depth&quot;:18.029977549999998,&quot;endpoint_object_ids&quot;:[],&quot;endpoint_role_ids&quot;:[],&quot;kind&quot;:&quot;edge&quot;,&quot;object_id&quot;:&quot;scene_object_scene_template_moe_expert_3_ea48ec9c&quot;,&quot;repeat_count&quot;:1,&quot;source_digest&quot;:&quot;b234286c81b23f31aac472c5d86b2ee121ccbfddde6e13f408cce901b4c25754&quot;}"/>
          <p:cNvCxnSpPr/>
          <p:nvPr/>
        </p:nvCxnSpPr>
        <p:spPr>
          <a:xfrm flipH="1">
            <a:off x="3473356" y="1653294"/>
            <a:ext cx="353189" cy="18685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NNDV editable edge scene_object_scene_template_moe_merge_41f278f3 000" descr="{&quot;architecture_direction&quot;:null,&quot;architecture_evidence_digest&quot;:null,&quot;architecture_role&quot;:&quot;merge&quot;,&quot;architecture_role_graph_digest&quot;:null,&quot;architecture_role_graph_edge_id&quot;:null,&quot;architecture_role_id&quot;:null,&quot;architecture_route_id&quot;:null,&quot;architecture_route_role&quot;:null,&quot;depth&quot;:17.5913848,&quot;endpoint_object_ids&quot;:[],&quot;endpoint_role_ids&quot;:[],&quot;kind&quot;:&quot;edge&quot;,&quot;object_id&quot;:&quot;scene_object_scene_template_moe_merge_41f278f3&quot;,&quot;repeat_count&quot;:1,&quot;source_digest&quot;:&quot;b234286c81b23f31aac472c5d86b2ee121ccbfddde6e13f408cce901b4c25754&quot;}"/>
          <p:cNvCxnSpPr/>
          <p:nvPr/>
        </p:nvCxnSpPr>
        <p:spPr>
          <a:xfrm flipH="1">
            <a:off x="4810428" y="2232931"/>
            <a:ext cx="555012" cy="29363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NNDV editable edge scene_object_scene_template_moe_expert_3_ea48ec9c 000" descr="{&quot;architecture_direction&quot;:null,&quot;architecture_evidence_digest&quot;:null,&quot;architecture_role&quot;:&quot;expert-3&quot;,&quot;architecture_role_graph_digest&quot;:null,&quot;architecture_role_graph_edge_id&quot;:null,&quot;architecture_role_id&quot;:null,&quot;architecture_route_id&quot;:null,&quot;architecture_route_role&quot;:null,&quot;depth&quot;:17.5055731,&quot;endpoint_object_ids&quot;:[],&quot;endpoint_role_ids&quot;:[],&quot;kind&quot;:&quot;edge&quot;,&quot;object_id&quot;:&quot;scene_object_scene_template_moe_expert_3_ea48ec9c&quot;,&quot;repeat_count&quot;:1,&quot;source_digest&quot;:&quot;b234286c81b23f31aac472c5d86b2ee121ccbfddde6e13f408cce901b4c25754&quot;}"/>
          <p:cNvCxnSpPr/>
          <p:nvPr/>
        </p:nvCxnSpPr>
        <p:spPr>
          <a:xfrm flipH="1" flipV="1">
            <a:off x="2943573" y="1245261"/>
            <a:ext cx="529783" cy="2059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NNDV editable edge scene_object_scene_template_moe_expert_3_ea48ec9c 000" descr="{&quot;architecture_direction&quot;:null,&quot;architecture_evidence_digest&quot;:null,&quot;architecture_role&quot;:&quot;expert-3&quot;,&quot;architecture_role_graph_digest&quot;:null,&quot;architecture_role_graph_edge_id&quot;:null,&quot;architecture_role_id&quot;:null,&quot;architecture_route_id&quot;:null,&quot;architecture_route_role&quot;:null,&quot;depth&quot;:17.457900000000002,&quot;endpoint_object_ids&quot;:[],&quot;endpoint_role_ids&quot;:[],&quot;kind&quot;:&quot;edge&quot;,&quot;object_id&quot;:&quot;scene_object_scene_template_moe_expert_3_ea48ec9c&quot;,&quot;repeat_count&quot;:1,&quot;source_digest&quot;:&quot;b234286c81b23f31aac472c5d86b2ee121ccbfddde6e13f408cce901b4c25754&quot;}"/>
          <p:cNvCxnSpPr/>
          <p:nvPr/>
        </p:nvCxnSpPr>
        <p:spPr>
          <a:xfrm flipH="1">
            <a:off x="3473356" y="1264328"/>
            <a:ext cx="353189" cy="18685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NNDV editable edge scene_object_scene_template_moe_merge_41f278f3 000" descr="{&quot;architecture_direction&quot;:null,&quot;architecture_evidence_digest&quot;:null,&quot;architecture_role&quot;:&quot;merge&quot;,&quot;architecture_role_graph_digest&quot;:null,&quot;architecture_role_graph_edge_id&quot;:null,&quot;architecture_role_id&quot;:null,&quot;architecture_route_id&quot;:null,&quot;architecture_route_role&quot;:null,&quot;depth&quot;:17.42929615,&quot;endpoint_object_ids&quot;:[],&quot;endpoint_role_ids&quot;:[],&quot;kind&quot;:&quot;edge&quot;,&quot;object_id&quot;:&quot;scene_object_scene_template_moe_merge_41f278f3&quot;,&quot;repeat_count&quot;:1,&quot;source_digest&quot;:&quot;b234286c81b23f31aac472c5d86b2ee121ccbfddde6e13f408cce901b4c25754&quot;}"/>
          <p:cNvCxnSpPr/>
          <p:nvPr/>
        </p:nvCxnSpPr>
        <p:spPr>
          <a:xfrm flipH="1" flipV="1">
            <a:off x="4221780" y="2297758"/>
            <a:ext cx="588648" cy="2288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NNDV editable edge scene_object_scene_template_moe_merge_41f278f3 000" descr="{&quot;architecture_direction&quot;:null,&quot;architecture_evidence_digest&quot;:null,&quot;architecture_role&quot;:&quot;merge&quot;,&quot;architecture_role_graph_digest&quot;:null,&quot;architecture_role_graph_edge_id&quot;:null,&quot;architecture_role_id&quot;:null,&quot;architecture_route_id&quot;:null,&quot;architecture_route_role&quot;:null,&quot;depth&quot;:17.381622999999998,&quot;endpoint_object_ids&quot;:[],&quot;endpoint_role_ids&quot;:[],&quot;kind&quot;:&quot;edge&quot;,&quot;object_id&quot;:&quot;scene_object_scene_template_moe_merge_41f278f3&quot;,&quot;repeat_count&quot;:1,&quot;source_digest&quot;:&quot;b234286c81b23f31aac472c5d86b2ee121ccbfddde6e13f408cce901b4c25754&quot;}"/>
          <p:cNvCxnSpPr/>
          <p:nvPr/>
        </p:nvCxnSpPr>
        <p:spPr>
          <a:xfrm flipV="1">
            <a:off x="4810428" y="2526562"/>
            <a:ext cx="0" cy="71310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NNDV editable edge scene_object_scene_template_moe_expert_3_ea48ec9c 000" descr="{&quot;architecture_direction&quot;:null,&quot;architecture_evidence_digest&quot;:null,&quot;architecture_role&quot;:&quot;expert-3&quot;,&quot;architecture_role_graph_digest&quot;:null,&quot;architecture_role_graph_edge_id&quot;:null,&quot;architecture_role_id&quot;:null,&quot;architecture_route_id&quot;:null,&quot;architecture_route_role&quot;:null,&quot;depth&quot;:17.2767421,&quot;endpoint_object_ids&quot;:[],&quot;endpoint_role_ids&quot;:[],&quot;kind&quot;:&quot;edge&quot;,&quot;object_id&quot;:&quot;scene_object_scene_template_moe_expert_3_ea48ec9c&quot;,&quot;repeat_count&quot;:1,&quot;source_digest&quot;:&quot;b234286c81b23f31aac472c5d86b2ee121ccbfddde6e13f408cce901b4c25754&quot;}"/>
          <p:cNvCxnSpPr/>
          <p:nvPr/>
        </p:nvCxnSpPr>
        <p:spPr>
          <a:xfrm flipV="1">
            <a:off x="3473356" y="1451184"/>
            <a:ext cx="0" cy="3889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NNDV editable label scene_object_scene_template_moe_geometry_legend_17e3447b 0091" descr="{&quot;architecture_direction&quot;:null,&quot;architecture_evidence_digest&quot;:null,&quot;architecture_role&quot;:&quot;legend&quot;,&quot;architecture_role_graph_digest&quot;:null,&quot;architecture_role_graph_edge_id&quot;:null,&quot;architecture_role_id&quot;:null,&quot;architecture_route_id&quot;:null,&quot;architecture_route_role&quot;:null,&quot;depth&quot;:23.3598334,&quot;endpoint_object_ids&quot;:[],&quot;endpoint_role_ids&quot;:[],&quot;kind&quot;:&quot;label&quot;,&quot;object_id&quot;:&quot;scene_object_scene_template_moe_geometry_legend_17e3447b&quot;,&quot;repeat_count&quot;:1,&quot;source_digest&quot;:&quot;b234286c81b23f31aac472c5d86b2ee121ccbfddde6e13f408cce901b4c25754&quot;}"/>
          <p:cNvSpPr txBox="1"/>
          <p:nvPr/>
        </p:nvSpPr>
        <p:spPr>
          <a:xfrm>
            <a:off x="288000" y="3920875"/>
            <a:ext cx="1488185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Depth/thickness are visual.</a:t>
            </a:r>
          </a:p>
        </p:txBody>
      </p:sp>
      <p:cxnSp>
        <p:nvCxnSpPr>
          <p:cNvPr id="95" name="NNDV editable leader scene_object_scene_template_moe_tokens_dae5b0e1 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4.4086423,&quot;endpoint_object_ids&quot;:[],&quot;endpoint_role_ids&quot;:[],&quot;kind&quot;:&quot;leader&quot;,&quot;object_id&quot;:&quot;scene_object_scene_template_moe_tokens_dae5b0e1&quot;,&quot;repeat_count&quot;:1,&quot;source_digest&quot;:&quot;b234286c81b23f31aac472c5d86b2ee121ccbfddde6e13f408cce901b4c25754&quot;}"/>
          <p:cNvCxnSpPr/>
          <p:nvPr/>
        </p:nvCxnSpPr>
        <p:spPr>
          <a:xfrm>
            <a:off x="1850370" y="879622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NNDV editable label scene_object_scene_template_moe_tokens_dae5b0e1 0093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4.4086423,&quot;endpoint_object_ids&quot;:[],&quot;endpoint_role_ids&quot;:[],&quot;kind&quot;:&quot;label&quot;,&quot;object_id&quot;:&quot;scene_object_scene_template_moe_tokens_dae5b0e1&quot;,&quot;repeat_count&quot;:1,&quot;source_digest&quot;:&quot;b234286c81b23f31aac472c5d86b2ee121ccbfddde6e13f408cce901b4c25754&quot;}"/>
          <p:cNvSpPr txBox="1"/>
          <p:nvPr/>
        </p:nvSpPr>
        <p:spPr>
          <a:xfrm>
            <a:off x="1685016" y="768497"/>
            <a:ext cx="330707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Tokens</a:t>
            </a:r>
          </a:p>
        </p:txBody>
      </p:sp>
      <p:cxnSp>
        <p:nvCxnSpPr>
          <p:cNvPr id="97" name="NNDV editable leader scene_object_scene_template_moe_router_6272f25e 000" descr="{&quot;architecture_direction&quot;:null,&quot;architecture_evidence_digest&quot;:null,&quot;architecture_role&quot;:&quot;router&quot;,&quot;architecture_role_graph_digest&quot;:null,&quot;architecture_role_graph_edge_id&quot;:null,&quot;architecture_role_id&quot;:null,&quot;architecture_route_id&quot;:null,&quot;architecture_route_role&quot;:null,&quot;depth&quot;:22.6924096,&quot;endpoint_object_ids&quot;:[],&quot;endpoint_role_ids&quot;:[],&quot;kind&quot;:&quot;leader&quot;,&quot;object_id&quot;:&quot;scene_object_scene_template_moe_router_6272f25e&quot;,&quot;repeat_count&quot;:1,&quot;source_digest&quot;:&quot;b234286c81b23f31aac472c5d86b2ee121ccbfddde6e13f408cce901b4c25754&quot;}"/>
          <p:cNvCxnSpPr/>
          <p:nvPr/>
        </p:nvCxnSpPr>
        <p:spPr>
          <a:xfrm flipV="1">
            <a:off x="2733342" y="2394253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NNDV editable label scene_object_scene_template_moe_router_6272f25e 0095" descr="{&quot;architecture_direction&quot;:null,&quot;architecture_evidence_digest&quot;:null,&quot;architecture_role&quot;:&quot;router&quot;,&quot;architecture_role_graph_digest&quot;:null,&quot;architecture_role_graph_edge_id&quot;:null,&quot;architecture_role_id&quot;:null,&quot;architecture_route_id&quot;:null,&quot;architecture_route_role&quot;:null,&quot;depth&quot;:22.6924096,&quot;endpoint_object_ids&quot;:[],&quot;endpoint_role_ids&quot;:[],&quot;kind&quot;:&quot;label&quot;,&quot;object_id&quot;:&quot;scene_object_scene_template_moe_router_6272f25e&quot;,&quot;repeat_count&quot;:1,&quot;source_digest&quot;:&quot;b234286c81b23f31aac472c5d86b2ee121ccbfddde6e13f408cce901b4c25754&quot;}"/>
          <p:cNvSpPr txBox="1"/>
          <p:nvPr/>
        </p:nvSpPr>
        <p:spPr>
          <a:xfrm>
            <a:off x="2402634" y="2437453"/>
            <a:ext cx="661415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Top-k router</a:t>
            </a:r>
          </a:p>
        </p:txBody>
      </p:sp>
      <p:cxnSp>
        <p:nvCxnSpPr>
          <p:cNvPr id="99" name="NNDV editable leader scene_object_scene_template_moe_expert_3_ea48ec9c 000" descr="{&quot;architecture_direction&quot;:null,&quot;architecture_evidence_digest&quot;:null,&quot;architecture_role&quot;:&quot;expert-3&quot;,&quot;architecture_role_graph_digest&quot;:null,&quot;architecture_role_graph_edge_id&quot;:null,&quot;architecture_role_id&quot;:null,&quot;architecture_route_id&quot;:null,&quot;architecture_route_role&quot;:null,&quot;depth&quot;:18.2588086,&quot;endpoint_object_ids&quot;:[],&quot;endpoint_role_ids&quot;:[],&quot;kind&quot;:&quot;leader&quot;,&quot;object_id&quot;:&quot;scene_object_scene_template_moe_expert_3_ea48ec9c&quot;,&quot;repeat_count&quot;:1,&quot;source_digest&quot;:&quot;b234286c81b23f31aac472c5d86b2ee121ccbfddde6e13f408cce901b4c25754&quot;}"/>
          <p:cNvCxnSpPr/>
          <p:nvPr/>
        </p:nvCxnSpPr>
        <p:spPr>
          <a:xfrm>
            <a:off x="3385059" y="1002604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NNDV editable label scene_object_scene_template_moe_expert_3_ea48ec9c 0097" descr="{&quot;architecture_direction&quot;:null,&quot;architecture_evidence_digest&quot;:null,&quot;architecture_role&quot;:&quot;expert-3&quot;,&quot;architecture_role_graph_digest&quot;:null,&quot;architecture_role_graph_edge_id&quot;:null,&quot;architecture_role_id&quot;:null,&quot;architecture_route_id&quot;:null,&quot;architecture_route_role&quot;:null,&quot;depth&quot;:18.2588086,&quot;endpoint_object_ids&quot;:[],&quot;endpoint_role_ids&quot;:[],&quot;kind&quot;:&quot;label&quot;,&quot;object_id&quot;:&quot;scene_object_scene_template_moe_expert_3_ea48ec9c&quot;,&quot;repeat_count&quot;:1,&quot;source_digest&quot;:&quot;b234286c81b23f31aac472c5d86b2ee121ccbfddde6e13f408cce901b4c25754&quot;}"/>
          <p:cNvSpPr txBox="1"/>
          <p:nvPr/>
        </p:nvSpPr>
        <p:spPr>
          <a:xfrm>
            <a:off x="3164587" y="891479"/>
            <a:ext cx="440944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Expert 4</a:t>
            </a:r>
          </a:p>
        </p:txBody>
      </p:sp>
      <p:cxnSp>
        <p:nvCxnSpPr>
          <p:cNvPr id="101" name="NNDV editable leader scene_object_scene_template_moe_expert_2_a42a68ec 000" descr="{&quot;architecture_direction&quot;:null,&quot;architecture_evidence_digest&quot;:null,&quot;architecture_role&quot;:&quot;expert-2&quot;,&quot;architecture_role_graph_digest&quot;:null,&quot;architecture_role_graph_edge_id&quot;:null,&quot;architecture_role_id&quot;:null,&quot;architecture_route_id&quot;:null,&quot;architecture_route_role&quot;:null,&quot;depth&quot;:19.879695,&quot;endpoint_object_ids&quot;:[],&quot;endpoint_role_ids&quot;:[],&quot;kind&quot;:&quot;leader&quot;,&quot;object_id&quot;:&quot;scene_object_scene_template_moe_expert_2_a42a68ec&quot;,&quot;repeat_count&quot;:1,&quot;source_digest&quot;:&quot;b234286c81b23f31aac472c5d86b2ee121ccbfddde6e13f408cce901b4c25754&quot;}"/>
          <p:cNvCxnSpPr/>
          <p:nvPr/>
        </p:nvCxnSpPr>
        <p:spPr>
          <a:xfrm flipH="1">
            <a:off x="4091423" y="1517413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NNDV editable label scene_object_scene_template_moe_expert_2_a42a68ec 0099" descr="{&quot;architecture_direction&quot;:null,&quot;architecture_evidence_digest&quot;:null,&quot;architecture_role&quot;:&quot;expert-2&quot;,&quot;architecture_role_graph_digest&quot;:null,&quot;architecture_role_graph_edge_id&quot;:null,&quot;architecture_role_id&quot;:null,&quot;architecture_route_id&quot;:null,&quot;architecture_route_role&quot;:null,&quot;depth&quot;:19.879695,&quot;endpoint_object_ids&quot;:[],&quot;endpoint_role_ids&quot;:[],&quot;kind&quot;:&quot;label&quot;,&quot;object_id&quot;:&quot;scene_object_scene_template_moe_expert_2_a42a68ec&quot;,&quot;repeat_count&quot;:1,&quot;source_digest&quot;:&quot;b234286c81b23f31aac472c5d86b2ee121ccbfddde6e13f408cce901b4c25754&quot;}"/>
          <p:cNvSpPr txBox="1"/>
          <p:nvPr/>
        </p:nvSpPr>
        <p:spPr>
          <a:xfrm>
            <a:off x="4134623" y="1406288"/>
            <a:ext cx="440944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Expert 3</a:t>
            </a:r>
          </a:p>
        </p:txBody>
      </p:sp>
      <p:cxnSp>
        <p:nvCxnSpPr>
          <p:cNvPr id="103" name="NNDV editable leader scene_object_scene_template_moe_expert_1_7fa785bc 000" descr="{&quot;architecture_direction&quot;:null,&quot;architecture_evidence_digest&quot;:null,&quot;architecture_role&quot;:&quot;expert-1&quot;,&quot;architecture_role_graph_digest&quot;:null,&quot;architecture_role_graph_edge_id&quot;:null,&quot;architecture_role_id&quot;:null,&quot;architecture_route_id&quot;:null,&quot;architecture_route_role&quot;:null,&quot;depth&quot;:21.5005814,&quot;endpoint_object_ids&quot;:[],&quot;endpoint_role_ids&quot;:[],&quot;kind&quot;:&quot;leader&quot;,&quot;object_id&quot;:&quot;scene_object_scene_template_moe_expert_1_7fa785bc&quot;,&quot;repeat_count&quot;:1,&quot;source_digest&quot;:&quot;b234286c81b23f31aac472c5d86b2ee121ccbfddde6e13f408cce901b4c25754&quot;}"/>
          <p:cNvCxnSpPr/>
          <p:nvPr/>
        </p:nvCxnSpPr>
        <p:spPr>
          <a:xfrm flipV="1">
            <a:off x="3392329" y="2882368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NNDV editable label scene_object_scene_template_moe_expert_1_7fa785bc 0101" descr="{&quot;architecture_direction&quot;:null,&quot;architecture_evidence_digest&quot;:null,&quot;architecture_role&quot;:&quot;expert-1&quot;,&quot;architecture_role_graph_digest&quot;:null,&quot;architecture_role_graph_edge_id&quot;:null,&quot;architecture_role_id&quot;:null,&quot;architecture_route_id&quot;:null,&quot;architecture_route_role&quot;:null,&quot;depth&quot;:21.5005814,&quot;endpoint_object_ids&quot;:[],&quot;endpoint_role_ids&quot;:[],&quot;kind&quot;:&quot;label&quot;,&quot;object_id&quot;:&quot;scene_object_scene_template_moe_expert_1_7fa785bc&quot;,&quot;repeat_count&quot;:1,&quot;source_digest&quot;:&quot;b234286c81b23f31aac472c5d86b2ee121ccbfddde6e13f408cce901b4c25754&quot;}"/>
          <p:cNvSpPr txBox="1"/>
          <p:nvPr/>
        </p:nvSpPr>
        <p:spPr>
          <a:xfrm>
            <a:off x="2951385" y="2925568"/>
            <a:ext cx="440944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Expert 2</a:t>
            </a:r>
          </a:p>
        </p:txBody>
      </p:sp>
      <p:cxnSp>
        <p:nvCxnSpPr>
          <p:cNvPr id="105" name="NNDV editable leader scene_object_scene_template_moe_expert_0_947072f1 000" descr="{&quot;architecture_direction&quot;:null,&quot;architecture_evidence_digest&quot;:null,&quot;architecture_role&quot;:&quot;expert-0&quot;,&quot;architecture_role_graph_digest&quot;:null,&quot;architecture_role_graph_edge_id&quot;:null,&quot;architecture_role_id&quot;:null,&quot;architecture_route_id&quot;:null,&quot;architecture_route_role&quot;:null,&quot;depth&quot;:23.1214678,&quot;endpoint_object_ids&quot;:[],&quot;endpoint_role_ids&quot;:[],&quot;kind&quot;:&quot;leader&quot;,&quot;object_id&quot;:&quot;scene_object_scene_template_moe_expert_0_947072f1&quot;,&quot;repeat_count&quot;:1,&quot;source_digest&quot;:&quot;b234286c81b23f31aac472c5d86b2ee121ccbfddde6e13f408cce901b4c25754&quot;}"/>
          <p:cNvCxnSpPr/>
          <p:nvPr/>
        </p:nvCxnSpPr>
        <p:spPr>
          <a:xfrm flipV="1">
            <a:off x="4141892" y="3397177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NNDV editable label scene_object_scene_template_moe_expert_0_947072f1 0103" descr="{&quot;architecture_direction&quot;:null,&quot;architecture_evidence_digest&quot;:null,&quot;architecture_role&quot;:&quot;expert-0&quot;,&quot;architecture_role_graph_digest&quot;:null,&quot;architecture_role_graph_edge_id&quot;:null,&quot;architecture_role_id&quot;:null,&quot;architecture_route_id&quot;:null,&quot;architecture_route_role&quot;:null,&quot;depth&quot;:23.1214678,&quot;endpoint_object_ids&quot;:[],&quot;endpoint_role_ids&quot;:[],&quot;kind&quot;:&quot;label&quot;,&quot;object_id&quot;:&quot;scene_object_scene_template_moe_expert_0_947072f1&quot;,&quot;repeat_count&quot;:1,&quot;source_digest&quot;:&quot;b234286c81b23f31aac472c5d86b2ee121ccbfddde6e13f408cce901b4c25754&quot;}"/>
          <p:cNvSpPr txBox="1"/>
          <p:nvPr/>
        </p:nvSpPr>
        <p:spPr>
          <a:xfrm>
            <a:off x="3921420" y="3440377"/>
            <a:ext cx="440944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Expert 1</a:t>
            </a:r>
          </a:p>
        </p:txBody>
      </p:sp>
      <p:cxnSp>
        <p:nvCxnSpPr>
          <p:cNvPr id="107" name="NNDV editable leader scene_object_scene_template_moe_merge_41f278f3 000" descr="{&quot;architecture_direction&quot;:null,&quot;architecture_evidence_digest&quot;:null,&quot;architecture_role&quot;:&quot;merge&quot;,&quot;architecture_role_graph_digest&quot;:null,&quot;architecture_role_graph_edge_id&quot;:null,&quot;architecture_role_id&quot;:null,&quot;architecture_route_id&quot;:null,&quot;architecture_route_role&quot;:null,&quot;depth&quot;:18.6878667,&quot;endpoint_object_ids&quot;:[],&quot;endpoint_role_ids&quot;:[],&quot;kind&quot;:&quot;leader&quot;,&quot;object_id&quot;:&quot;scene_object_scene_template_moe_merge_41f278f3&quot;,&quot;repeat_count&quot;:1,&quot;source_digest&quot;:&quot;b234286c81b23f31aac472c5d86b2ee121ccbfddde6e13f408cce901b4c25754&quot;}"/>
          <p:cNvCxnSpPr/>
          <p:nvPr/>
        </p:nvCxnSpPr>
        <p:spPr>
          <a:xfrm>
            <a:off x="4793610" y="1948327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NNDV editable label scene_object_scene_template_moe_merge_41f278f3 0105" descr="{&quot;architecture_direction&quot;:null,&quot;architecture_evidence_digest&quot;:null,&quot;architecture_role&quot;:&quot;merge&quot;,&quot;architecture_role_graph_digest&quot;:null,&quot;architecture_role_graph_edge_id&quot;:null,&quot;architecture_role_id&quot;:null,&quot;architecture_route_id&quot;:null,&quot;architecture_route_role&quot;:null,&quot;depth&quot;:18.6878667,&quot;endpoint_object_ids&quot;:[],&quot;endpoint_role_ids&quot;:[],&quot;kind&quot;:&quot;label&quot;,&quot;object_id&quot;:&quot;scene_object_scene_template_moe_merge_41f278f3&quot;,&quot;repeat_count&quot;:1,&quot;source_digest&quot;:&quot;b234286c81b23f31aac472c5d86b2ee121ccbfddde6e13f408cce901b4c25754&quot;}"/>
          <p:cNvSpPr txBox="1"/>
          <p:nvPr/>
        </p:nvSpPr>
        <p:spPr>
          <a:xfrm>
            <a:off x="4407784" y="1837202"/>
            <a:ext cx="771651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Weighted merge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scene_moe_editable_3d_template_cd8b0855</dc:title>
  <dc:subject>Editable deterministic CPU projection of Scene IR 1.0</dc:subject>
  <dc:creator/>
  <cp:keywords/>
  <dc:description>NN_DaVinci 0.7.3;nndv-scene-export-1;camera=scene_camera_moe_editable_3d_template_camera_isometric_4b61215d;digest=b234286c81b23f31aac472c5d86b2ee121ccbfddde6e13f408cce901b4c25754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