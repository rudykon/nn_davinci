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scene_template_cnn_input_9c93da68 0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4.694681075,&quot;endpoint_object_ids&quot;:[],&quot;endpoint_role_ids&quot;:[],&quot;kind&quot;:&quot;face&quot;,&quot;object_id&quot;:&quot;scene_object_scene_template_cnn_input_9c93da68&quot;,&quot;repeat_count&quot;:1,&quot;source_digest&quot;:&quot;dfce2ef0fd83a39ab3a0a0677aebe1f21c58020440286363fb90f29935bed637&quot;}"/>
          <p:cNvSpPr/>
          <p:nvPr/>
        </p:nvSpPr>
        <p:spPr>
          <a:xfrm>
            <a:off x="1369431" y="919190"/>
            <a:ext cx="1092303" cy="1981333"/>
          </a:xfrm>
          <a:custGeom>
            <a:avLst/>
            <a:gdLst/>
            <a:ahLst/>
            <a:cxnLst/>
            <a:rect l="l" t="t" r="r" b="b"/>
            <a:pathLst>
              <a:path w="1092303" h="1981333">
                <a:moveTo>
                  <a:pt x="1092303" y="1403444"/>
                </a:moveTo>
                <a:lnTo>
                  <a:pt x="1092303" y="0"/>
                </a:lnTo>
                <a:lnTo>
                  <a:pt x="0" y="577889"/>
                </a:lnTo>
                <a:lnTo>
                  <a:pt x="0" y="1981333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scene_template_cnn_input_9c93da68 0001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3.7888916,&quot;endpoint_object_ids&quot;:[],&quot;endpoint_role_ids&quot;:[],&quot;kind&quot;:&quot;face&quot;,&quot;object_id&quot;:&quot;scene_object_scene_template_cnn_input_9c93da68&quot;,&quot;repeat_count&quot;:1,&quot;source_digest&quot;:&quot;dfce2ef0fd83a39ab3a0a0677aebe1f21c58020440286363fb90f29935bed637&quot;}"/>
          <p:cNvSpPr/>
          <p:nvPr/>
        </p:nvSpPr>
        <p:spPr>
          <a:xfrm>
            <a:off x="1114560" y="820123"/>
            <a:ext cx="1347174" cy="676956"/>
          </a:xfrm>
          <a:custGeom>
            <a:avLst/>
            <a:gdLst/>
            <a:ahLst/>
            <a:cxnLst/>
            <a:rect l="l" t="t" r="r" b="b"/>
            <a:pathLst>
              <a:path w="1347174" h="676956">
                <a:moveTo>
                  <a:pt x="1092303" y="0"/>
                </a:moveTo>
                <a:lnTo>
                  <a:pt x="0" y="577889"/>
                </a:lnTo>
                <a:lnTo>
                  <a:pt x="254871" y="676956"/>
                </a:lnTo>
                <a:lnTo>
                  <a:pt x="1347174" y="99067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scene_template_cnn_input_9c93da68 0002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3.3121603,&quot;endpoint_object_ids&quot;:[],&quot;endpoint_role_ids&quot;:[],&quot;kind&quot;:&quot;face&quot;,&quot;object_id&quot;:&quot;scene_object_scene_template_cnn_input_9c93da68&quot;,&quot;repeat_count&quot;:1,&quot;source_digest&quot;:&quot;dfce2ef0fd83a39ab3a0a0677aebe1f21c58020440286363fb90f29935bed637&quot;}"/>
          <p:cNvSpPr/>
          <p:nvPr/>
        </p:nvSpPr>
        <p:spPr>
          <a:xfrm>
            <a:off x="1114560" y="1398012"/>
            <a:ext cx="254871" cy="1502511"/>
          </a:xfrm>
          <a:custGeom>
            <a:avLst/>
            <a:gdLst/>
            <a:ahLst/>
            <a:cxnLst/>
            <a:rect l="l" t="t" r="r" b="b"/>
            <a:pathLst>
              <a:path w="254871" h="1502511">
                <a:moveTo>
                  <a:pt x="0" y="1403445"/>
                </a:moveTo>
                <a:lnTo>
                  <a:pt x="254871" y="1502511"/>
                </a:lnTo>
                <a:lnTo>
                  <a:pt x="254871" y="99067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scene_template_cnn_kernel_7341e8a2 0003" descr="{&quot;architecture_direction&quot;:null,&quot;architecture_evidence_digest&quot;:null,&quot;architecture_role&quot;:&quot;kernel&quot;,&quot;architecture_role_graph_digest&quot;:null,&quot;architecture_role_graph_edge_id&quot;:null,&quot;architecture_role_id&quot;:null,&quot;architecture_route_id&quot;:null,&quot;architecture_route_role&quot;:null,&quot;depth&quot;:22.8592656,&quot;endpoint_object_ids&quot;:[],&quot;endpoint_role_ids&quot;:[],&quot;kind&quot;:&quot;face&quot;,&quot;object_id&quot;:&quot;scene_object_scene_template_cnn_kernel_7341e8a2&quot;,&quot;repeat_count&quot;:1,&quot;source_digest&quot;:&quot;dfce2ef0fd83a39ab3a0a0677aebe1f21c58020440286363fb90f29935bed637&quot;}"/>
          <p:cNvSpPr/>
          <p:nvPr/>
        </p:nvSpPr>
        <p:spPr>
          <a:xfrm>
            <a:off x="1681647" y="1910682"/>
            <a:ext cx="349537" cy="634027"/>
          </a:xfrm>
          <a:custGeom>
            <a:avLst/>
            <a:gdLst/>
            <a:ahLst/>
            <a:cxnLst/>
            <a:rect l="l" t="t" r="r" b="b"/>
            <a:pathLst>
              <a:path w="349537" h="634027">
                <a:moveTo>
                  <a:pt x="349537" y="449102"/>
                </a:moveTo>
                <a:lnTo>
                  <a:pt x="349537" y="0"/>
                </a:lnTo>
                <a:lnTo>
                  <a:pt x="0" y="184925"/>
                </a:lnTo>
                <a:lnTo>
                  <a:pt x="0" y="634027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scene_template_cnn_kernel_7341e8a2 0004" descr="{&quot;architecture_direction&quot;:null,&quot;architecture_evidence_digest&quot;:null,&quot;architecture_role&quot;:&quot;kernel&quot;,&quot;architecture_role_graph_digest&quot;:null,&quot;architecture_role_graph_edge_id&quot;:null,&quot;architecture_role_id&quot;:null,&quot;architecture_route_id&quot;:null,&quot;architecture_route_role&quot;:null,&quot;depth&quot;:22.549390250000002,&quot;endpoint_object_ids&quot;:[],&quot;endpoint_role_ids&quot;:[],&quot;kind&quot;:&quot;face&quot;,&quot;object_id&quot;:&quot;scene_object_scene_template_cnn_kernel_7341e8a2&quot;,&quot;repeat_count&quot;:1,&quot;source_digest&quot;:&quot;dfce2ef0fd83a39ab3a0a0677aebe1f21c58020440286363fb90f29935bed637&quot;}"/>
          <p:cNvSpPr/>
          <p:nvPr/>
        </p:nvSpPr>
        <p:spPr>
          <a:xfrm>
            <a:off x="1617930" y="1885916"/>
            <a:ext cx="413254" cy="209691"/>
          </a:xfrm>
          <a:custGeom>
            <a:avLst/>
            <a:gdLst/>
            <a:ahLst/>
            <a:cxnLst/>
            <a:rect l="l" t="t" r="r" b="b"/>
            <a:pathLst>
              <a:path w="413254" h="209691">
                <a:moveTo>
                  <a:pt x="349537" y="0"/>
                </a:moveTo>
                <a:lnTo>
                  <a:pt x="0" y="184924"/>
                </a:lnTo>
                <a:lnTo>
                  <a:pt x="63717" y="209691"/>
                </a:lnTo>
                <a:lnTo>
                  <a:pt x="413254" y="24766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scene_template_cnn_features_1_f3e7a0f2 0005" descr="{&quot;architecture_direction&quot;:null,&quot;architecture_evidence_digest&quot;:null,&quot;architecture_role&quot;:&quot;features-1&quot;,&quot;architecture_role_graph_digest&quot;:null,&quot;architecture_role_graph_edge_id&quot;:null,&quot;architecture_role_id&quot;:null,&quot;architecture_route_id&quot;:null,&quot;architecture_route_role&quot;:null,&quot;depth&quot;:22.406370850000002,&quot;endpoint_object_ids&quot;:[],&quot;endpoint_role_ids&quot;:[],&quot;kind&quot;:&quot;face&quot;,&quot;object_id&quot;:&quot;scene_object_scene_template_cnn_features_1_f3e7a0f2&quot;,&quot;repeat_count&quot;:1,&quot;source_digest&quot;:&quot;dfce2ef0fd83a39ab3a0a0677aebe1f21c58020440286363fb90f29935bed637&quot;}"/>
          <p:cNvSpPr/>
          <p:nvPr/>
        </p:nvSpPr>
        <p:spPr>
          <a:xfrm>
            <a:off x="2498144" y="1513590"/>
            <a:ext cx="873843" cy="1585067"/>
          </a:xfrm>
          <a:custGeom>
            <a:avLst/>
            <a:gdLst/>
            <a:ahLst/>
            <a:cxnLst/>
            <a:rect l="l" t="t" r="r" b="b"/>
            <a:pathLst>
              <a:path w="873843" h="1585067">
                <a:moveTo>
                  <a:pt x="873843" y="1122756"/>
                </a:moveTo>
                <a:lnTo>
                  <a:pt x="873843" y="0"/>
                </a:lnTo>
                <a:lnTo>
                  <a:pt x="0" y="462311"/>
                </a:lnTo>
                <a:lnTo>
                  <a:pt x="0" y="1585067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scene_template_cnn_kernel_7341e8a2 0006" descr="{&quot;architecture_direction&quot;:null,&quot;architecture_evidence_digest&quot;:null,&quot;architecture_role&quot;:&quot;kernel&quot;,&quot;architecture_role_graph_digest&quot;:null,&quot;architecture_role_graph_edge_id&quot;:null,&quot;architecture_role_id&quot;:null,&quot;architecture_route_id&quot;:null,&quot;architecture_route_role&quot;:null,&quot;depth&quot;:22.39683625,&quot;endpoint_object_ids&quot;:[],&quot;endpoint_role_ids&quot;:[],&quot;kind&quot;:&quot;face&quot;,&quot;object_id&quot;:&quot;scene_object_scene_template_cnn_kernel_7341e8a2&quot;,&quot;repeat_count&quot;:1,&quot;source_digest&quot;:&quot;dfce2ef0fd83a39ab3a0a0677aebe1f21c58020440286363fb90f29935bed637&quot;}"/>
          <p:cNvSpPr/>
          <p:nvPr/>
        </p:nvSpPr>
        <p:spPr>
          <a:xfrm>
            <a:off x="1617930" y="2070840"/>
            <a:ext cx="63717" cy="473869"/>
          </a:xfrm>
          <a:custGeom>
            <a:avLst/>
            <a:gdLst/>
            <a:ahLst/>
            <a:cxnLst/>
            <a:rect l="l" t="t" r="r" b="b"/>
            <a:pathLst>
              <a:path w="63717" h="473869">
                <a:moveTo>
                  <a:pt x="0" y="449102"/>
                </a:moveTo>
                <a:lnTo>
                  <a:pt x="63717" y="473869"/>
                </a:lnTo>
                <a:lnTo>
                  <a:pt x="63717" y="24767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scene_template_cnn_features_1_f3e7a0f2 0007" descr="{&quot;architecture_direction&quot;:null,&quot;architecture_evidence_digest&quot;:null,&quot;architecture_role&quot;:&quot;features-1&quot;,&quot;architecture_role_graph_digest&quot;:null,&quot;architecture_role_graph_edge_id&quot;:null,&quot;architecture_role_id&quot;:null,&quot;architecture_route_id&quot;:null,&quot;architecture_route_role&quot;:null,&quot;depth&quot;:22.0249858,&quot;endpoint_object_ids&quot;:[],&quot;endpoint_role_ids&quot;:[],&quot;kind&quot;:&quot;face&quot;,&quot;object_id&quot;:&quot;scene_object_scene_template_cnn_features_1_f3e7a0f2&quot;,&quot;repeat_count&quot;:1,&quot;source_digest&quot;:&quot;dfce2ef0fd83a39ab3a0a0677aebe1f21c58020440286363fb90f29935bed637&quot;}"/>
          <p:cNvSpPr/>
          <p:nvPr/>
        </p:nvSpPr>
        <p:spPr>
          <a:xfrm>
            <a:off x="1988403" y="1315457"/>
            <a:ext cx="1383584" cy="660444"/>
          </a:xfrm>
          <a:custGeom>
            <a:avLst/>
            <a:gdLst/>
            <a:ahLst/>
            <a:cxnLst/>
            <a:rect l="l" t="t" r="r" b="b"/>
            <a:pathLst>
              <a:path w="1383584" h="660444">
                <a:moveTo>
                  <a:pt x="873842" y="0"/>
                </a:moveTo>
                <a:lnTo>
                  <a:pt x="0" y="462311"/>
                </a:lnTo>
                <a:lnTo>
                  <a:pt x="509741" y="660444"/>
                </a:lnTo>
                <a:lnTo>
                  <a:pt x="1383584" y="198133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scene_template_cnn_features_1_f3e7a0f2 0008" descr="{&quot;architecture_direction&quot;:null,&quot;architecture_evidence_digest&quot;:null,&quot;architecture_role&quot;:&quot;features-1&quot;,&quot;architecture_role_graph_digest&quot;:null,&quot;architecture_role_graph_edge_id&quot;:null,&quot;architecture_role_id&quot;:null,&quot;architecture_route_id&quot;:null,&quot;architecture_route_role&quot;:null,&quot;depth&quot;:21.643600749999997,&quot;endpoint_object_ids&quot;:[],&quot;endpoint_role_ids&quot;:[],&quot;kind&quot;:&quot;face&quot;,&quot;object_id&quot;:&quot;scene_object_scene_template_cnn_features_1_f3e7a0f2&quot;,&quot;repeat_count&quot;:1,&quot;source_digest&quot;:&quot;dfce2ef0fd83a39ab3a0a0677aebe1f21c58020440286363fb90f29935bed637&quot;}"/>
          <p:cNvSpPr/>
          <p:nvPr/>
        </p:nvSpPr>
        <p:spPr>
          <a:xfrm>
            <a:off x="1988403" y="1777768"/>
            <a:ext cx="509741" cy="1320889"/>
          </a:xfrm>
          <a:custGeom>
            <a:avLst/>
            <a:gdLst/>
            <a:ahLst/>
            <a:cxnLst/>
            <a:rect l="l" t="t" r="r" b="b"/>
            <a:pathLst>
              <a:path w="509741" h="1320889">
                <a:moveTo>
                  <a:pt x="0" y="1122755"/>
                </a:moveTo>
                <a:lnTo>
                  <a:pt x="509741" y="1320889"/>
                </a:lnTo>
                <a:lnTo>
                  <a:pt x="509741" y="198133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scene_template_cnn_pool_da28a912 0009" descr="{&quot;architecture_direction&quot;:null,&quot;architecture_evidence_digest&quot;:null,&quot;architecture_role&quot;:&quot;pool&quot;,&quot;architecture_role_graph_digest&quot;:null,&quot;architecture_role_graph_edge_id&quot;:null,&quot;architecture_role_id&quot;:null,&quot;architecture_route_id&quot;:null,&quot;architecture_route_role&quot;:null,&quot;depth&quot;:20.8045537,&quot;endpoint_object_ids&quot;:[],&quot;endpoint_role_ids&quot;:[],&quot;kind&quot;:&quot;face&quot;,&quot;object_id&quot;:&quot;scene_object_scene_template_cnn_pool_da28a912&quot;,&quot;repeat_count&quot;:1,&quot;source_digest&quot;:&quot;dfce2ef0fd83a39ab3a0a0677aebe1f21c58020440286363fb90f29935bed637&quot;}"/>
          <p:cNvSpPr/>
          <p:nvPr/>
        </p:nvSpPr>
        <p:spPr>
          <a:xfrm>
            <a:off x="3321012" y="1989110"/>
            <a:ext cx="655382" cy="1188800"/>
          </a:xfrm>
          <a:custGeom>
            <a:avLst/>
            <a:gdLst/>
            <a:ahLst/>
            <a:cxnLst/>
            <a:rect l="l" t="t" r="r" b="b"/>
            <a:pathLst>
              <a:path w="655382" h="1188800">
                <a:moveTo>
                  <a:pt x="655382" y="842067"/>
                </a:moveTo>
                <a:lnTo>
                  <a:pt x="655382" y="0"/>
                </a:lnTo>
                <a:lnTo>
                  <a:pt x="0" y="346733"/>
                </a:lnTo>
                <a:lnTo>
                  <a:pt x="0" y="1188800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scene_template_cnn_pool_da28a912 0010" descr="{&quot;architecture_direction&quot;:null,&quot;architecture_evidence_digest&quot;:null,&quot;architecture_role&quot;:&quot;pool&quot;,&quot;architecture_role_graph_digest&quot;:null,&quot;architecture_role_graph_edge_id&quot;:null,&quot;architecture_role_id&quot;:null,&quot;architecture_route_id&quot;:null,&quot;architecture_route_role&quot;:null,&quot;depth&quot;:20.5471188,&quot;endpoint_object_ids&quot;:[],&quot;endpoint_role_ids&quot;:[],&quot;kind&quot;:&quot;face&quot;,&quot;object_id&quot;:&quot;scene_object_scene_template_cnn_pool_da28a912&quot;,&quot;repeat_count&quot;:1,&quot;source_digest&quot;:&quot;dfce2ef0fd83a39ab3a0a0677aebe1f21c58020440286363fb90f29935bed637&quot;}"/>
          <p:cNvSpPr/>
          <p:nvPr/>
        </p:nvSpPr>
        <p:spPr>
          <a:xfrm>
            <a:off x="2913219" y="1830603"/>
            <a:ext cx="1063175" cy="505240"/>
          </a:xfrm>
          <a:custGeom>
            <a:avLst/>
            <a:gdLst/>
            <a:ahLst/>
            <a:cxnLst/>
            <a:rect l="l" t="t" r="r" b="b"/>
            <a:pathLst>
              <a:path w="1063175" h="505240">
                <a:moveTo>
                  <a:pt x="655382" y="0"/>
                </a:moveTo>
                <a:lnTo>
                  <a:pt x="0" y="346734"/>
                </a:lnTo>
                <a:lnTo>
                  <a:pt x="407793" y="505240"/>
                </a:lnTo>
                <a:lnTo>
                  <a:pt x="1063175" y="158507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scene_template_cnn_pool_da28a912 0011" descr="{&quot;architecture_direction&quot;:null,&quot;architecture_evidence_digest&quot;:null,&quot;architecture_role&quot;:&quot;pool&quot;,&quot;architecture_role_graph_digest&quot;:null,&quot;architecture_role_graph_edge_id&quot;:null,&quot;architecture_role_id&quot;:null,&quot;architecture_route_id&quot;:null,&quot;architecture_route_role&quot;:null,&quot;depth&quot;:20.26108,&quot;endpoint_object_ids&quot;:[],&quot;endpoint_role_ids&quot;:[],&quot;kind&quot;:&quot;face&quot;,&quot;object_id&quot;:&quot;scene_object_scene_template_cnn_pool_da28a912&quot;,&quot;repeat_count&quot;:1,&quot;source_digest&quot;:&quot;dfce2ef0fd83a39ab3a0a0677aebe1f21c58020440286363fb90f29935bed637&quot;}"/>
          <p:cNvSpPr/>
          <p:nvPr/>
        </p:nvSpPr>
        <p:spPr>
          <a:xfrm>
            <a:off x="2913219" y="2177337"/>
            <a:ext cx="407793" cy="1000573"/>
          </a:xfrm>
          <a:custGeom>
            <a:avLst/>
            <a:gdLst/>
            <a:ahLst/>
            <a:cxnLst/>
            <a:rect l="l" t="t" r="r" b="b"/>
            <a:pathLst>
              <a:path w="407793" h="1000573">
                <a:moveTo>
                  <a:pt x="0" y="842066"/>
                </a:moveTo>
                <a:lnTo>
                  <a:pt x="407793" y="1000573"/>
                </a:lnTo>
                <a:lnTo>
                  <a:pt x="407793" y="158506"/>
                </a:lnTo>
                <a:lnTo>
                  <a:pt x="0" y="0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scene_template_cnn_features_2_1fc5ceed 0012" descr="{&quot;architecture_direction&quot;:null,&quot;architecture_evidence_digest&quot;:null,&quot;architecture_role&quot;:&quot;features-2&quot;,&quot;architecture_role_graph_digest&quot;:null,&quot;architecture_role_graph_edge_id&quot;:null,&quot;architecture_role_id&quot;:null,&quot;architecture_route_id&quot;:null,&quot;architecture_route_role&quot;:null,&quot;depth&quot;:19.1359942,&quot;endpoint_object_ids&quot;:[],&quot;endpoint_role_ids&quot;:[],&quot;kind&quot;:&quot;face&quot;,&quot;object_id&quot;:&quot;scene_object_scene_template_cnn_features_2_1fc5ceed&quot;,&quot;repeat_count&quot;:1,&quot;source_digest&quot;:&quot;dfce2ef0fd83a39ab3a0a0677aebe1f21c58020440286363fb90f29935bed637&quot;}"/>
          <p:cNvSpPr/>
          <p:nvPr/>
        </p:nvSpPr>
        <p:spPr>
          <a:xfrm>
            <a:off x="3637780" y="2236777"/>
            <a:ext cx="1041329" cy="472218"/>
          </a:xfrm>
          <a:custGeom>
            <a:avLst/>
            <a:gdLst/>
            <a:ahLst/>
            <a:cxnLst/>
            <a:rect l="l" t="t" r="r" b="b"/>
            <a:pathLst>
              <a:path w="1041329" h="472218">
                <a:moveTo>
                  <a:pt x="480614" y="0"/>
                </a:moveTo>
                <a:lnTo>
                  <a:pt x="0" y="254271"/>
                </a:lnTo>
                <a:lnTo>
                  <a:pt x="560716" y="472218"/>
                </a:lnTo>
                <a:lnTo>
                  <a:pt x="1041329" y="217946"/>
                </a:lnTo>
                <a:close/>
              </a:path>
            </a:pathLst>
          </a:custGeom>
          <a:solidFill>
            <a:srgbClr val="60A5F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scene_template_cnn_features_2_1fc5ceed 0013" descr="{&quot;architecture_direction&quot;:null,&quot;architecture_evidence_digest&quot;:null,&quot;architecture_role&quot;:&quot;features-2&quot;,&quot;architecture_role_graph_digest&quot;:null,&quot;architecture_role_graph_edge_id&quot;:null,&quot;architecture_role_id&quot;:null,&quot;architecture_route_id&quot;:null,&quot;architecture_route_role&quot;:null,&quot;depth&quot;:19.0311133,&quot;endpoint_object_ids&quot;:[],&quot;endpoint_role_ids&quot;:[],&quot;kind&quot;:&quot;face&quot;,&quot;object_id&quot;:&quot;scene_object_scene_template_cnn_features_2_1fc5ceed&quot;,&quot;repeat_count&quot;:1,&quot;source_digest&quot;:&quot;dfce2ef0fd83a39ab3a0a0677aebe1f21c58020440286363fb90f29935bed637&quot;}"/>
          <p:cNvSpPr/>
          <p:nvPr/>
        </p:nvSpPr>
        <p:spPr>
          <a:xfrm>
            <a:off x="4198496" y="2454723"/>
            <a:ext cx="480613" cy="871787"/>
          </a:xfrm>
          <a:custGeom>
            <a:avLst/>
            <a:gdLst/>
            <a:ahLst/>
            <a:cxnLst/>
            <a:rect l="l" t="t" r="r" b="b"/>
            <a:pathLst>
              <a:path w="480613" h="871787">
                <a:moveTo>
                  <a:pt x="480613" y="617516"/>
                </a:moveTo>
                <a:lnTo>
                  <a:pt x="480613" y="0"/>
                </a:lnTo>
                <a:lnTo>
                  <a:pt x="0" y="254272"/>
                </a:lnTo>
                <a:lnTo>
                  <a:pt x="0" y="871787"/>
                </a:lnTo>
                <a:close/>
              </a:path>
            </a:pathLst>
          </a:custGeom>
          <a:solidFill>
            <a:srgbClr val="60A5F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scene_template_cnn_features_2_1fc5ceed 0014" descr="{&quot;architecture_direction&quot;:null,&quot;architecture_evidence_digest&quot;:null,&quot;architecture_role&quot;:&quot;features-2&quot;,&quot;architecture_role_graph_digest&quot;:null,&quot;architecture_role_graph_edge_id&quot;:null,&quot;architecture_role_id&quot;:null,&quot;architecture_route_id&quot;:null,&quot;architecture_route_role&quot;:null,&quot;depth&quot;:18.9262324,&quot;endpoint_object_ids&quot;:[],&quot;endpoint_role_ids&quot;:[],&quot;kind&quot;:&quot;face&quot;,&quot;object_id&quot;:&quot;scene_object_scene_template_cnn_features_2_1fc5ceed&quot;,&quot;repeat_count&quot;:1,&quot;source_digest&quot;:&quot;dfce2ef0fd83a39ab3a0a0677aebe1f21c58020440286363fb90f29935bed637&quot;}"/>
          <p:cNvSpPr/>
          <p:nvPr/>
        </p:nvSpPr>
        <p:spPr>
          <a:xfrm>
            <a:off x="3637780" y="2491048"/>
            <a:ext cx="560716" cy="835462"/>
          </a:xfrm>
          <a:custGeom>
            <a:avLst/>
            <a:gdLst/>
            <a:ahLst/>
            <a:cxnLst/>
            <a:rect l="l" t="t" r="r" b="b"/>
            <a:pathLst>
              <a:path w="560716" h="835462">
                <a:moveTo>
                  <a:pt x="0" y="617515"/>
                </a:moveTo>
                <a:lnTo>
                  <a:pt x="560716" y="835462"/>
                </a:lnTo>
                <a:lnTo>
                  <a:pt x="560716" y="217947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NDV editable face scene_object_scene_template_cnn_head_4117f49c 0015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5627809,&quot;endpoint_object_ids&quot;:[],&quot;endpoint_role_ids&quot;:[],&quot;kind&quot;:&quot;face&quot;,&quot;object_id&quot;:&quot;scene_object_scene_template_cnn_head_4117f49c&quot;,&quot;repeat_count&quot;:1,&quot;source_digest&quot;:&quot;dfce2ef0fd83a39ab3a0a0677aebe1f21c58020440286363fb90f29935bed637&quot;}"/>
          <p:cNvSpPr/>
          <p:nvPr/>
        </p:nvSpPr>
        <p:spPr>
          <a:xfrm>
            <a:off x="4480674" y="2657810"/>
            <a:ext cx="884766" cy="392965"/>
          </a:xfrm>
          <a:custGeom>
            <a:avLst/>
            <a:gdLst/>
            <a:ahLst/>
            <a:cxnLst/>
            <a:rect l="l" t="t" r="r" b="b"/>
            <a:pathLst>
              <a:path w="884766" h="392965">
                <a:moveTo>
                  <a:pt x="349537" y="0"/>
                </a:moveTo>
                <a:lnTo>
                  <a:pt x="0" y="184925"/>
                </a:lnTo>
                <a:lnTo>
                  <a:pt x="535229" y="392965"/>
                </a:lnTo>
                <a:lnTo>
                  <a:pt x="884766" y="208040"/>
                </a:lnTo>
                <a:close/>
              </a:path>
            </a:pathLst>
          </a:custGeom>
          <a:solidFill>
            <a:srgbClr val="FDE68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NDV editable face scene_object_scene_template_cnn_head_4117f49c 0016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410226875,&quot;endpoint_object_ids&quot;:[],&quot;endpoint_role_ids&quot;:[],&quot;kind&quot;:&quot;face&quot;,&quot;object_id&quot;:&quot;scene_object_scene_template_cnn_head_4117f49c&quot;,&quot;repeat_count&quot;:1,&quot;source_digest&quot;:&quot;dfce2ef0fd83a39ab3a0a0677aebe1f21c58020440286363fb90f29935bed637&quot;}"/>
          <p:cNvSpPr/>
          <p:nvPr/>
        </p:nvSpPr>
        <p:spPr>
          <a:xfrm>
            <a:off x="4480674" y="2842735"/>
            <a:ext cx="535229" cy="657142"/>
          </a:xfrm>
          <a:custGeom>
            <a:avLst/>
            <a:gdLst/>
            <a:ahLst/>
            <a:cxnLst/>
            <a:rect l="l" t="t" r="r" b="b"/>
            <a:pathLst>
              <a:path w="535229" h="657142">
                <a:moveTo>
                  <a:pt x="0" y="449102"/>
                </a:moveTo>
                <a:lnTo>
                  <a:pt x="535229" y="657142"/>
                </a:lnTo>
                <a:lnTo>
                  <a:pt x="535229" y="208040"/>
                </a:lnTo>
                <a:lnTo>
                  <a:pt x="0" y="0"/>
                </a:lnTo>
                <a:close/>
              </a:path>
            </a:pathLst>
          </a:custGeom>
          <a:solidFill>
            <a:srgbClr val="FDE68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NDV editable face scene_object_scene_template_cnn_head_4117f49c 0017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3434845,&quot;endpoint_object_ids&quot;:[],&quot;endpoint_role_ids&quot;:[],&quot;kind&quot;:&quot;face&quot;,&quot;object_id&quot;:&quot;scene_object_scene_template_cnn_head_4117f49c&quot;,&quot;repeat_count&quot;:1,&quot;source_digest&quot;:&quot;dfce2ef0fd83a39ab3a0a0677aebe1f21c58020440286363fb90f29935bed637&quot;}"/>
          <p:cNvSpPr/>
          <p:nvPr/>
        </p:nvSpPr>
        <p:spPr>
          <a:xfrm>
            <a:off x="5015903" y="2865850"/>
            <a:ext cx="349537" cy="634027"/>
          </a:xfrm>
          <a:custGeom>
            <a:avLst/>
            <a:gdLst/>
            <a:ahLst/>
            <a:cxnLst/>
            <a:rect l="l" t="t" r="r" b="b"/>
            <a:pathLst>
              <a:path w="349537" h="634027">
                <a:moveTo>
                  <a:pt x="349537" y="449102"/>
                </a:moveTo>
                <a:lnTo>
                  <a:pt x="349537" y="0"/>
                </a:lnTo>
                <a:lnTo>
                  <a:pt x="0" y="184925"/>
                </a:lnTo>
                <a:lnTo>
                  <a:pt x="0" y="634027"/>
                </a:lnTo>
                <a:close/>
              </a:path>
            </a:pathLst>
          </a:custGeom>
          <a:solidFill>
            <a:srgbClr val="FDE68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NNDV editable edge scene_object_scene_template_cnn_input_9c93da68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5.655592606250003,&quot;endpoint_object_ids&quot;:[],&quot;endpoint_role_ids&quot;:[],&quot;kind&quot;:&quot;edge&quot;,&quot;object_id&quot;:&quot;scene_object_scene_template_cnn_input_9c93da68&quot;,&quot;repeat_count&quot;:1,&quot;source_digest&quot;:&quot;dfce2ef0fd83a39ab3a0a0677aebe1f21c58020440286363fb90f29935bed637&quot;}"/>
          <p:cNvCxnSpPr/>
          <p:nvPr/>
        </p:nvCxnSpPr>
        <p:spPr>
          <a:xfrm flipV="1">
            <a:off x="2461733" y="919189"/>
            <a:ext cx="0" cy="5701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scene_template_cnn_input_9c93da68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5.15651451875,&quot;endpoint_object_ids&quot;:[],&quot;endpoint_role_ids&quot;:[],&quot;kind&quot;:&quot;edge&quot;,&quot;object_id&quot;:&quot;scene_object_scene_template_cnn_input_9c93da68&quot;,&quot;repeat_count&quot;:1,&quot;source_digest&quot;:&quot;dfce2ef0fd83a39ab3a0a0677aebe1f21c58020440286363fb90f29935bed637&quot;}"/>
          <p:cNvCxnSpPr/>
          <p:nvPr/>
        </p:nvCxnSpPr>
        <p:spPr>
          <a:xfrm flipH="1">
            <a:off x="1369430" y="2575460"/>
            <a:ext cx="614421" cy="32506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scene_template_cnn_input_9c93da68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5.45745115,&quot;endpoint_object_ids&quot;:[],&quot;endpoint_role_ids&quot;:[],&quot;kind&quot;:&quot;edge&quot;,&quot;object_id&quot;:&quot;scene_object_scene_template_cnn_input_9c93da68&quot;,&quot;repeat_count&quot;:1,&quot;source_digest&quot;:&quot;dfce2ef0fd83a39ab3a0a0677aebe1f21c58020440286363fb90f29935bed637&quot;}"/>
          <p:cNvCxnSpPr/>
          <p:nvPr/>
        </p:nvCxnSpPr>
        <p:spPr>
          <a:xfrm flipH="1" flipV="1">
            <a:off x="2206863" y="820123"/>
            <a:ext cx="254870" cy="990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scene_template_cnn_input_9c93da68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4.50398855,&quot;endpoint_object_ids&quot;:[],&quot;endpoint_role_ids&quot;:[],&quot;kind&quot;:&quot;edge&quot;,&quot;object_id&quot;:&quot;scene_object_scene_template_cnn_input_9c93da68&quot;,&quot;repeat_count&quot;:1,&quot;source_digest&quot;:&quot;dfce2ef0fd83a39ab3a0a0677aebe1f21c58020440286363fb90f29935bed637&quot;}"/>
          <p:cNvCxnSpPr/>
          <p:nvPr/>
        </p:nvCxnSpPr>
        <p:spPr>
          <a:xfrm>
            <a:off x="1114560" y="2801456"/>
            <a:ext cx="254870" cy="990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scene_template_cnn_input_9c93da68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4.074930350000002,&quot;endpoint_object_ids&quot;:[],&quot;endpoint_role_ids&quot;:[],&quot;kind&quot;:&quot;edge&quot;,&quot;object_id&quot;:&quot;scene_object_scene_template_cnn_input_9c93da68&quot;,&quot;repeat_count&quot;:1,&quot;source_digest&quot;:&quot;dfce2ef0fd83a39ab3a0a0677aebe1f21c58020440286363fb90f29935bed637&quot;}"/>
          <p:cNvCxnSpPr/>
          <p:nvPr/>
        </p:nvCxnSpPr>
        <p:spPr>
          <a:xfrm flipH="1">
            <a:off x="1114560" y="820123"/>
            <a:ext cx="1092303" cy="57788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scene_template_cnn_features_1_f3e7a0f2 000" descr="{&quot;architecture_direction&quot;:null,&quot;architecture_evidence_digest&quot;:null,&quot;architecture_role&quot;:&quot;features-1&quot;,&quot;architecture_role_graph_digest&quot;:null,&quot;architecture_role_graph_edge_id&quot;:null,&quot;architecture_role_id&quot;:null,&quot;architecture_route_id&quot;:null,&quot;architecture_route_role&quot;:null,&quot;depth&quot;:23.11550866875,&quot;endpoint_object_ids&quot;:[],&quot;endpoint_role_ids&quot;:[],&quot;kind&quot;:&quot;edge&quot;,&quot;object_id&quot;:&quot;scene_object_scene_template_cnn_features_1_f3e7a0f2&quot;,&quot;repeat_count&quot;:1,&quot;source_digest&quot;:&quot;dfce2ef0fd83a39ab3a0a0677aebe1f21c58020440286363fb90f29935bed637&quot;}"/>
          <p:cNvCxnSpPr/>
          <p:nvPr/>
        </p:nvCxnSpPr>
        <p:spPr>
          <a:xfrm flipV="1">
            <a:off x="3371986" y="1513589"/>
            <a:ext cx="0" cy="38594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edge scene_object_scene_template_cnn_input_9c93da68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3.598199049999998,&quot;endpoint_object_ids&quot;:[],&quot;endpoint_role_ids&quot;:[],&quot;kind&quot;:&quot;edge&quot;,&quot;object_id&quot;:&quot;scene_object_scene_template_cnn_input_9c93da68&quot;,&quot;repeat_count&quot;:1,&quot;source_digest&quot;:&quot;dfce2ef0fd83a39ab3a0a0677aebe1f21c58020440286363fb90f29935bed637&quot;}"/>
          <p:cNvCxnSpPr/>
          <p:nvPr/>
        </p:nvCxnSpPr>
        <p:spPr>
          <a:xfrm flipV="1">
            <a:off x="1114560" y="1398012"/>
            <a:ext cx="0" cy="140344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scene_template_cnn_input_9c93da68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3.50285285,&quot;endpoint_object_ids&quot;:[],&quot;endpoint_role_ids&quot;:[],&quot;kind&quot;:&quot;edge&quot;,&quot;object_id&quot;:&quot;scene_object_scene_template_cnn_input_9c93da68&quot;,&quot;repeat_count&quot;:1,&quot;source_digest&quot;:&quot;dfce2ef0fd83a39ab3a0a0677aebe1f21c58020440286363fb90f29935bed637&quot;}"/>
          <p:cNvCxnSpPr/>
          <p:nvPr/>
        </p:nvCxnSpPr>
        <p:spPr>
          <a:xfrm flipH="1">
            <a:off x="1369430" y="919189"/>
            <a:ext cx="1092303" cy="57788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scene_template_cnn_features_1_f3e7a0f2 000" descr="{&quot;architecture_direction&quot;:null,&quot;architecture_evidence_digest&quot;:null,&quot;architecture_role&quot;:&quot;features-1&quot;,&quot;architecture_role_graph_digest&quot;:null,&quot;architecture_role_graph_edge_id&quot;:null,&quot;architecture_role_id&quot;:null,&quot;architecture_route_id&quot;:null,&quot;architecture_route_role&quot;:null,&quot;depth&quot;:22.650695635937502,&quot;endpoint_object_ids&quot;:[],&quot;endpoint_role_ids&quot;:[],&quot;kind&quot;:&quot;edge&quot;,&quot;object_id&quot;:&quot;scene_object_scene_template_cnn_features_1_f3e7a0f2&quot;,&quot;repeat_count&quot;:1,&quot;source_digest&quot;:&quot;dfce2ef0fd83a39ab3a0a0677aebe1f21c58020440286363fb90f29935bed637&quot;}"/>
          <p:cNvCxnSpPr/>
          <p:nvPr/>
        </p:nvCxnSpPr>
        <p:spPr>
          <a:xfrm flipH="1">
            <a:off x="2498144" y="2881948"/>
            <a:ext cx="409613" cy="2167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scene_template_cnn_features_1_f3e7a0f2 000" descr="{&quot;architecture_direction&quot;:null,&quot;architecture_evidence_digest&quot;:null,&quot;architecture_role&quot;:&quot;features-1&quot;,&quot;architecture_role_graph_digest&quot;:null,&quot;architecture_role_graph_edge_id&quot;:null,&quot;architecture_role_id&quot;:null,&quot;architecture_route_id&quot;:null,&quot;architecture_route_role&quot;:null,&quot;depth&quot;:23.35983345,&quot;endpoint_object_ids&quot;:[],&quot;endpoint_role_ids&quot;:[],&quot;kind&quot;:&quot;edge&quot;,&quot;object_id&quot;:&quot;scene_object_scene_template_cnn_features_1_f3e7a0f2&quot;,&quot;repeat_count&quot;:1,&quot;source_digest&quot;:&quot;dfce2ef0fd83a39ab3a0a0677aebe1f21c58020440286363fb90f29935bed637&quot;}"/>
          <p:cNvCxnSpPr/>
          <p:nvPr/>
        </p:nvCxnSpPr>
        <p:spPr>
          <a:xfrm flipH="1" flipV="1">
            <a:off x="2862245" y="1315456"/>
            <a:ext cx="509741" cy="19813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scene_template_cnn_kernel_7341e8a2 000" descr="{&quot;architecture_direction&quot;:null,&quot;architecture_evidence_digest&quot;:null,&quot;architecture_role&quot;:&quot;kernel&quot;,&quot;architecture_role_graph_digest&quot;:null,&quot;architecture_role_graph_edge_id&quot;:null,&quot;architecture_role_id&quot;:null,&quot;architecture_route_id&quot;:null,&quot;architecture_route_role&quot;:null,&quot;depth&quot;:23.173908268749997,&quot;endpoint_object_ids&quot;:[],&quot;endpoint_role_ids&quot;:[],&quot;kind&quot;:&quot;edge&quot;,&quot;object_id&quot;:&quot;scene_object_scene_template_cnn_kernel_7341e8a2&quot;,&quot;repeat_count&quot;:1,&quot;source_digest&quot;:&quot;dfce2ef0fd83a39ab3a0a0677aebe1f21c58020440286363fb90f29935bed637&quot;}"/>
          <p:cNvCxnSpPr/>
          <p:nvPr/>
        </p:nvCxnSpPr>
        <p:spPr>
          <a:xfrm flipH="1">
            <a:off x="1681647" y="2382900"/>
            <a:ext cx="305845" cy="1618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scene_template_cnn_kernel_7341e8a2 000" descr="{&quot;architecture_direction&quot;:null,&quot;architecture_evidence_digest&quot;:null,&quot;architecture_role&quot;:&quot;kernel&quot;,&quot;architecture_role_graph_digest&quot;:null,&quot;architecture_role_graph_edge_id&quot;:null,&quot;architecture_role_id&quot;:null,&quot;architecture_route_id&quot;:null,&quot;architecture_route_role&quot;:null,&quot;depth&quot;:23.13249221875,&quot;endpoint_object_ids&quot;:[],&quot;endpoint_role_ids&quot;:[],&quot;kind&quot;:&quot;edge&quot;,&quot;object_id&quot;:&quot;scene_object_scene_template_cnn_kernel_7341e8a2&quot;,&quot;repeat_count&quot;:1,&quot;source_digest&quot;:&quot;dfce2ef0fd83a39ab3a0a0677aebe1f21c58020440286363fb90f29935bed637&quot;}"/>
          <p:cNvCxnSpPr/>
          <p:nvPr/>
        </p:nvCxnSpPr>
        <p:spPr>
          <a:xfrm flipH="1" flipV="1">
            <a:off x="1967466" y="1885915"/>
            <a:ext cx="19912" cy="774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scene_template_cnn_input_9c93da68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3.02612155,&quot;endpoint_object_ids&quot;:[],&quot;endpoint_role_ids&quot;:[],&quot;kind&quot;:&quot;edge&quot;,&quot;object_id&quot;:&quot;scene_object_scene_template_cnn_input_9c93da68&quot;,&quot;repeat_count&quot;:1,&quot;source_digest&quot;:&quot;dfce2ef0fd83a39ab3a0a0677aebe1f21c58020440286363fb90f29935bed637&quot;}"/>
          <p:cNvCxnSpPr/>
          <p:nvPr/>
        </p:nvCxnSpPr>
        <p:spPr>
          <a:xfrm flipV="1">
            <a:off x="1369430" y="1497078"/>
            <a:ext cx="0" cy="14034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scene_template_cnn_kernel_7341e8a2 000" descr="{&quot;architecture_direction&quot;:null,&quot;architecture_evidence_digest&quot;:null,&quot;architecture_role&quot;:&quot;kernel&quot;,&quot;architecture_role_graph_digest&quot;:null,&quot;architecture_role_graph_edge_id&quot;:null,&quot;architecture_role_id&quot;:null,&quot;architecture_route_id&quot;:null,&quot;architecture_route_role&quot;:null,&quot;depth&quot;:22.7782213,&quot;endpoint_object_ids&quot;:[],&quot;endpoint_role_ids&quot;:[],&quot;kind&quot;:&quot;edge&quot;,&quot;object_id&quot;:&quot;scene_object_scene_template_cnn_kernel_7341e8a2&quot;,&quot;repeat_count&quot;:1,&quot;source_digest&quot;:&quot;dfce2ef0fd83a39ab3a0a0677aebe1f21c58020440286363fb90f29935bed637&quot;}"/>
          <p:cNvCxnSpPr/>
          <p:nvPr/>
        </p:nvCxnSpPr>
        <p:spPr>
          <a:xfrm>
            <a:off x="1617929" y="2519942"/>
            <a:ext cx="63718" cy="247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scene_template_cnn_kernel_7341e8a2 000" descr="{&quot;architecture_direction&quot;:null,&quot;architecture_evidence_digest&quot;:null,&quot;architecture_role&quot;:&quot;kernel&quot;,&quot;architecture_role_graph_digest&quot;:null,&quot;architecture_role_graph_edge_id&quot;:null,&quot;architecture_role_id&quot;:null,&quot;architecture_route_id&quot;:null,&quot;architecture_route_role&quot;:null,&quot;depth&quot;:22.620899950000002,&quot;endpoint_object_ids&quot;:[],&quot;endpoint_role_ids&quot;:[],&quot;kind&quot;:&quot;edge&quot;,&quot;object_id&quot;:&quot;scene_object_scene_template_cnn_kernel_7341e8a2&quot;,&quot;repeat_count&quot;:1,&quot;source_digest&quot;:&quot;dfce2ef0fd83a39ab3a0a0677aebe1f21c58020440286363fb90f29935bed637&quot;}"/>
          <p:cNvCxnSpPr/>
          <p:nvPr/>
        </p:nvCxnSpPr>
        <p:spPr>
          <a:xfrm flipH="1">
            <a:off x="1617929" y="1885915"/>
            <a:ext cx="349537" cy="18492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scene_template_cnn_features_1_f3e7a0f2 000" descr="{&quot;architecture_direction&quot;:null,&quot;architecture_evidence_digest&quot;:null,&quot;architecture_role&quot;:&quot;features-1&quot;,&quot;architecture_role_graph_digest&quot;:null,&quot;architecture_role_graph_edge_id&quot;:null,&quot;architecture_role_id&quot;:null,&quot;architecture_route_id&quot;:null,&quot;architecture_route_role&quot;:null,&quot;depth&quot;:22.59706335,&quot;endpoint_object_ids&quot;:[],&quot;endpoint_role_ids&quot;:[],&quot;kind&quot;:&quot;edge&quot;,&quot;object_id&quot;:&quot;scene_object_scene_template_cnn_features_1_f3e7a0f2&quot;,&quot;repeat_count&quot;:1,&quot;source_digest&quot;:&quot;dfce2ef0fd83a39ab3a0a0677aebe1f21c58020440286363fb90f29935bed637&quot;}"/>
          <p:cNvCxnSpPr/>
          <p:nvPr/>
        </p:nvCxnSpPr>
        <p:spPr>
          <a:xfrm flipH="1">
            <a:off x="1988402" y="1315456"/>
            <a:ext cx="873843" cy="4623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scene_template_cnn_features_1_f3e7a0f2 000" descr="{&quot;architecture_direction&quot;:null,&quot;architecture_evidence_digest&quot;:null,&quot;architecture_role&quot;:&quot;features-1&quot;,&quot;architecture_role_graph_digest&quot;:null,&quot;architecture_role_graph_edge_id&quot;:null,&quot;architecture_role_id&quot;:null,&quot;architecture_route_id&quot;:null,&quot;architecture_route_role&quot;:null,&quot;depth&quot;:22.59706335,&quot;endpoint_object_ids&quot;:[],&quot;endpoint_role_ids&quot;:[],&quot;kind&quot;:&quot;edge&quot;,&quot;object_id&quot;:&quot;scene_object_scene_template_cnn_features_1_f3e7a0f2&quot;,&quot;repeat_count&quot;:1,&quot;source_digest&quot;:&quot;dfce2ef0fd83a39ab3a0a0677aebe1f21c58020440286363fb90f29935bed637&quot;}"/>
          <p:cNvCxnSpPr/>
          <p:nvPr/>
        </p:nvCxnSpPr>
        <p:spPr>
          <a:xfrm>
            <a:off x="1988402" y="2900523"/>
            <a:ext cx="509742" cy="19813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scene_template_cnn_kernel_7341e8a2 000" descr="{&quot;architecture_direction&quot;:null,&quot;architecture_evidence_digest&quot;:null,&quot;architecture_role&quot;:&quot;kernel&quot;,&quot;architecture_role_graph_digest&quot;:null,&quot;architecture_role_graph_edge_id&quot;:null,&quot;architecture_role_id&quot;:null,&quot;architecture_route_id&quot;:null,&quot;architecture_route_role&quot;:null,&quot;depth&quot;:22.41113816875,&quot;endpoint_object_ids&quot;:[],&quot;endpoint_role_ids&quot;:[],&quot;kind&quot;:&quot;edge&quot;,&quot;object_id&quot;:&quot;scene_object_scene_template_cnn_kernel_7341e8a2&quot;,&quot;repeat_count&quot;:1,&quot;source_digest&quot;:&quot;dfce2ef0fd83a39ab3a0a0677aebe1f21c58020440286363fb90f29935bed637&quot;}"/>
          <p:cNvCxnSpPr/>
          <p:nvPr/>
        </p:nvCxnSpPr>
        <p:spPr>
          <a:xfrm flipH="1">
            <a:off x="1681647" y="1933797"/>
            <a:ext cx="305845" cy="16180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scene_template_cnn_kernel_7341e8a2 000" descr="{&quot;architecture_direction&quot;:null,&quot;architecture_evidence_digest&quot;:null,&quot;architecture_role&quot;:&quot;kernel&quot;,&quot;architecture_role_graph_digest&quot;:null,&quot;architecture_role_graph_edge_id&quot;:null,&quot;architecture_role_id&quot;:null,&quot;architecture_route_id&quot;:null,&quot;architecture_route_role&quot;:null,&quot;depth&quot;:22.46834595,&quot;endpoint_object_ids&quot;:[],&quot;endpoint_role_ids&quot;:[],&quot;kind&quot;:&quot;edge&quot;,&quot;object_id&quot;:&quot;scene_object_scene_template_cnn_kernel_7341e8a2&quot;,&quot;repeat_count&quot;:1,&quot;source_digest&quot;:&quot;dfce2ef0fd83a39ab3a0a0677aebe1f21c58020440286363fb90f29935bed637&quot;}"/>
          <p:cNvCxnSpPr/>
          <p:nvPr/>
        </p:nvCxnSpPr>
        <p:spPr>
          <a:xfrm flipV="1">
            <a:off x="1617929" y="2070839"/>
            <a:ext cx="0" cy="4491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scene_template_cnn_kernel_7341e8a2 000" descr="{&quot;architecture_direction&quot;:null,&quot;architecture_evidence_digest&quot;:null,&quot;architecture_role&quot;:&quot;kernel&quot;,&quot;architecture_role_graph_digest&quot;:null,&quot;architecture_role_graph_edge_id&quot;:null,&quot;architecture_role_id&quot;:null,&quot;architecture_route_id&quot;:null,&quot;architecture_route_role&quot;:null,&quot;depth&quot;:22.32532655,&quot;endpoint_object_ids&quot;:[],&quot;endpoint_role_ids&quot;:[],&quot;kind&quot;:&quot;edge&quot;,&quot;object_id&quot;:&quot;scene_object_scene_template_cnn_kernel_7341e8a2&quot;,&quot;repeat_count&quot;:1,&quot;source_digest&quot;:&quot;dfce2ef0fd83a39ab3a0a0677aebe1f21c58020440286363fb90f29935bed637&quot;}"/>
          <p:cNvCxnSpPr/>
          <p:nvPr/>
        </p:nvCxnSpPr>
        <p:spPr>
          <a:xfrm flipV="1">
            <a:off x="1681647" y="2095606"/>
            <a:ext cx="0" cy="4491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scene_template_cnn_features_1_f3e7a0f2 000" descr="{&quot;architecture_direction&quot;:null,&quot;architecture_evidence_digest&quot;:null,&quot;architecture_role&quot;:&quot;features-1&quot;,&quot;architecture_role_graph_digest&quot;:null,&quot;architecture_role_graph_edge_id&quot;:null,&quot;architecture_role_id&quot;:null,&quot;architecture_route_id&quot;:null,&quot;architecture_route_role&quot;:null,&quot;depth&quot;:22.2156783,&quot;endpoint_object_ids&quot;:[],&quot;endpoint_role_ids&quot;:[],&quot;kind&quot;:&quot;edge&quot;,&quot;object_id&quot;:&quot;scene_object_scene_template_cnn_features_1_f3e7a0f2&quot;,&quot;repeat_count&quot;:1,&quot;source_digest&quot;:&quot;dfce2ef0fd83a39ab3a0a0677aebe1f21c58020440286363fb90f29935bed637&quot;}"/>
          <p:cNvCxnSpPr/>
          <p:nvPr/>
        </p:nvCxnSpPr>
        <p:spPr>
          <a:xfrm flipV="1">
            <a:off x="1988402" y="1777767"/>
            <a:ext cx="0" cy="112275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scene_template_cnn_input_9c93da68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2.120332050000002,&quot;endpoint_object_ids&quot;:[],&quot;endpoint_role_ids&quot;:[],&quot;kind&quot;:&quot;edge&quot;,&quot;object_id&quot;:&quot;scene_object_scene_template_cnn_input_9c93da68&quot;,&quot;repeat_count&quot;:1,&quot;source_digest&quot;:&quot;dfce2ef0fd83a39ab3a0a0677aebe1f21c58020440286363fb90f29935bed637&quot;}"/>
          <p:cNvCxnSpPr/>
          <p:nvPr/>
        </p:nvCxnSpPr>
        <p:spPr>
          <a:xfrm flipH="1" flipV="1">
            <a:off x="1114560" y="1398012"/>
            <a:ext cx="254870" cy="990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scene_template_cnn_kernel_7341e8a2 000" descr="{&quot;architecture_direction&quot;:null,&quot;architecture_evidence_digest&quot;:null,&quot;architecture_role&quot;:&quot;kernel&quot;,&quot;architecture_role_graph_digest&quot;:null,&quot;architecture_role_graph_edge_id&quot;:null,&quot;architecture_role_id&quot;:null,&quot;architecture_route_id&quot;:null,&quot;architecture_route_role&quot;:null,&quot;depth&quot;:22.0154512,&quot;endpoint_object_ids&quot;:[],&quot;endpoint_role_ids&quot;:[],&quot;kind&quot;:&quot;edge&quot;,&quot;object_id&quot;:&quot;scene_object_scene_template_cnn_kernel_7341e8a2&quot;,&quot;repeat_count&quot;:1,&quot;source_digest&quot;:&quot;dfce2ef0fd83a39ab3a0a0677aebe1f21c58020440286363fb90f29935bed637&quot;}"/>
          <p:cNvCxnSpPr/>
          <p:nvPr/>
        </p:nvCxnSpPr>
        <p:spPr>
          <a:xfrm flipH="1" flipV="1">
            <a:off x="1617929" y="2070839"/>
            <a:ext cx="63718" cy="247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scene_template_cnn_pool_da28a912 000" descr="{&quot;architecture_direction&quot;:null,&quot;architecture_evidence_digest&quot;:null,&quot;architecture_role&quot;:&quot;pool&quot;,&quot;architecture_role_graph_digest&quot;:null,&quot;architecture_role_graph_edge_id&quot;:null,&quot;architecture_role_id&quot;:null,&quot;architecture_route_id&quot;:null,&quot;architecture_route_role&quot;:null,&quot;depth&quot;:21.358753856249997,&quot;endpoint_object_ids&quot;:[],&quot;endpoint_role_ids&quot;:[],&quot;kind&quot;:&quot;edge&quot;,&quot;object_id&quot;:&quot;scene_object_scene_template_cnn_pool_da28a912&quot;,&quot;repeat_count&quot;:1,&quot;source_digest&quot;:&quot;dfce2ef0fd83a39ab3a0a0677aebe1f21c58020440286363fb90f29935bed637&quot;}"/>
          <p:cNvCxnSpPr/>
          <p:nvPr/>
        </p:nvCxnSpPr>
        <p:spPr>
          <a:xfrm flipV="1">
            <a:off x="3976394" y="1989109"/>
            <a:ext cx="0" cy="31577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scene_template_cnn_pool_da28a912 000" descr="{&quot;architecture_direction&quot;:null,&quot;architecture_evidence_digest&quot;:null,&quot;architecture_role&quot;:&quot;pool&quot;,&quot;architecture_role_graph_digest&quot;:null,&quot;architecture_role_graph_edge_id&quot;:null,&quot;architecture_role_id&quot;:null,&quot;architecture_route_id&quot;:null,&quot;architecture_route_role&quot;:null,&quot;depth&quot;:21.54825455,&quot;endpoint_object_ids&quot;:[],&quot;endpoint_role_ids&quot;:[],&quot;kind&quot;:&quot;edge&quot;,&quot;object_id&quot;:&quot;scene_object_scene_template_cnn_pool_da28a912&quot;,&quot;repeat_count&quot;:1,&quot;source_digest&quot;:&quot;dfce2ef0fd83a39ab3a0a0677aebe1f21c58020440286363fb90f29935bed637&quot;}"/>
          <p:cNvCxnSpPr/>
          <p:nvPr/>
        </p:nvCxnSpPr>
        <p:spPr>
          <a:xfrm flipH="1" flipV="1">
            <a:off x="3568601" y="1830603"/>
            <a:ext cx="407793" cy="15850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edge scene_object_scene_template_cnn_pool_da28a912 000" descr="{&quot;architecture_direction&quot;:null,&quot;architecture_evidence_digest&quot;:null,&quot;architecture_role&quot;:&quot;pool&quot;,&quot;architecture_role_graph_digest&quot;:null,&quot;architecture_role_graph_edge_id&quot;:null,&quot;architecture_role_id&quot;:null,&quot;architecture_route_id&quot;:null,&quot;architecture_route_role&quot;:null,&quot;depth&quot;:20.9877972828125,&quot;endpoint_object_ids&quot;:[],&quot;endpoint_role_ids&quot;:[],&quot;kind&quot;:&quot;edge&quot;,&quot;object_id&quot;:&quot;scene_object_scene_template_cnn_pool_da28a912&quot;,&quot;repeat_count&quot;:1,&quot;source_digest&quot;:&quot;dfce2ef0fd83a39ab3a0a0677aebe1f21c58020440286363fb90f29935bed637&quot;}"/>
          <p:cNvCxnSpPr/>
          <p:nvPr/>
        </p:nvCxnSpPr>
        <p:spPr>
          <a:xfrm flipH="1">
            <a:off x="3321012" y="3015378"/>
            <a:ext cx="307210" cy="16253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scene_template_cnn_features_1_f3e7a0f2 000" descr="{&quot;architecture_direction&quot;:null,&quot;architecture_evidence_digest&quot;:null,&quot;architecture_role&quot;:&quot;features-1&quot;,&quot;architecture_role_graph_digest&quot;:null,&quot;architecture_role_graph_edge_id&quot;:null,&quot;architecture_role_id&quot;:null,&quot;architecture_route_id&quot;:null,&quot;architecture_route_role&quot;:null,&quot;depth&quot;:21.45290825,&quot;endpoint_object_ids&quot;:[],&quot;endpoint_role_ids&quot;:[],&quot;kind&quot;:&quot;edge&quot;,&quot;object_id&quot;:&quot;scene_object_scene_template_cnn_features_1_f3e7a0f2&quot;,&quot;repeat_count&quot;:1,&quot;source_digest&quot;:&quot;dfce2ef0fd83a39ab3a0a0677aebe1f21c58020440286363fb90f29935bed637&quot;}"/>
          <p:cNvCxnSpPr/>
          <p:nvPr/>
        </p:nvCxnSpPr>
        <p:spPr>
          <a:xfrm flipH="1">
            <a:off x="2498144" y="1513589"/>
            <a:ext cx="873842" cy="46231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edge scene_object_scene_template_cnn_features_1_f3e7a0f2 000" descr="{&quot;architecture_direction&quot;:null,&quot;architecture_evidence_digest&quot;:null,&quot;architecture_role&quot;:&quot;features-1&quot;,&quot;architecture_role_graph_digest&quot;:null,&quot;architecture_role_graph_edge_id&quot;:null,&quot;architecture_role_id&quot;:null,&quot;architecture_route_id&quot;:null,&quot;architecture_route_role&quot;:null,&quot;depth&quot;:21.0715232,&quot;endpoint_object_ids&quot;:[],&quot;endpoint_role_ids&quot;:[],&quot;kind&quot;:&quot;edge&quot;,&quot;object_id&quot;:&quot;scene_object_scene_template_cnn_features_1_f3e7a0f2&quot;,&quot;repeat_count&quot;:1,&quot;source_digest&quot;:&quot;dfce2ef0fd83a39ab3a0a0677aebe1f21c58020440286363fb90f29935bed637&quot;}"/>
          <p:cNvCxnSpPr/>
          <p:nvPr/>
        </p:nvCxnSpPr>
        <p:spPr>
          <a:xfrm flipV="1">
            <a:off x="2498144" y="1975901"/>
            <a:ext cx="0" cy="11227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scene_template_cnn_pool_da28a912 000" descr="{&quot;architecture_direction&quot;:null,&quot;architecture_evidence_digest&quot;:null,&quot;architecture_role&quot;:&quot;pool&quot;,&quot;architecture_role_graph_digest&quot;:null,&quot;architecture_role_graph_edge_id&quot;:null,&quot;architecture_role_id&quot;:null,&quot;architecture_route_id&quot;:null,&quot;architecture_route_role&quot;:null,&quot;depth&quot;:21.00478085,&quot;endpoint_object_ids&quot;:[],&quot;endpoint_role_ids&quot;:[],&quot;kind&quot;:&quot;edge&quot;,&quot;object_id&quot;:&quot;scene_object_scene_template_cnn_pool_da28a912&quot;,&quot;repeat_count&quot;:1,&quot;source_digest&quot;:&quot;dfce2ef0fd83a39ab3a0a0677aebe1f21c58020440286363fb90f29935bed637&quot;}"/>
          <p:cNvCxnSpPr/>
          <p:nvPr/>
        </p:nvCxnSpPr>
        <p:spPr>
          <a:xfrm flipH="1">
            <a:off x="2913219" y="1830603"/>
            <a:ext cx="655382" cy="34673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scene_template_cnn_pool_da28a912 000" descr="{&quot;architecture_direction&quot;:null,&quot;architecture_evidence_digest&quot;:null,&quot;architecture_role&quot;:&quot;pool&quot;,&quot;architecture_role_graph_digest&quot;:null,&quot;architecture_role_graph_edge_id&quot;:null,&quot;architecture_role_id&quot;:null,&quot;architecture_route_id&quot;:null,&quot;architecture_route_role&quot;:null,&quot;depth&quot;:20.97617695,&quot;endpoint_object_ids&quot;:[],&quot;endpoint_role_ids&quot;:[],&quot;kind&quot;:&quot;edge&quot;,&quot;object_id&quot;:&quot;scene_object_scene_template_cnn_pool_da28a912&quot;,&quot;repeat_count&quot;:1,&quot;source_digest&quot;:&quot;dfce2ef0fd83a39ab3a0a0677aebe1f21c58020440286363fb90f29935bed637&quot;}"/>
          <p:cNvCxnSpPr/>
          <p:nvPr/>
        </p:nvCxnSpPr>
        <p:spPr>
          <a:xfrm>
            <a:off x="2913219" y="3019403"/>
            <a:ext cx="407793" cy="1585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edge scene_object_scene_template_cnn_pool_da28a912 000" descr="{&quot;architecture_direction&quot;:null,&quot;architecture_evidence_digest&quot;:null,&quot;architecture_role&quot;:&quot;pool&quot;,&quot;architecture_role_graph_digest&quot;:null,&quot;architecture_role_graph_edge_id&quot;:null,&quot;architecture_role_id&quot;:null,&quot;architecture_route_id&quot;:null,&quot;architecture_route_role&quot;:null,&quot;depth&quot;:20.71874205,&quot;endpoint_object_ids&quot;:[],&quot;endpoint_role_ids&quot;:[],&quot;kind&quot;:&quot;edge&quot;,&quot;object_id&quot;:&quot;scene_object_scene_template_cnn_pool_da28a912&quot;,&quot;repeat_count&quot;:1,&quot;source_digest&quot;:&quot;dfce2ef0fd83a39ab3a0a0677aebe1f21c58020440286363fb90f29935bed637&quot;}"/>
          <p:cNvCxnSpPr/>
          <p:nvPr/>
        </p:nvCxnSpPr>
        <p:spPr>
          <a:xfrm flipV="1">
            <a:off x="2913219" y="2177336"/>
            <a:ext cx="0" cy="8420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edge scene_object_scene_template_cnn_features_1_f3e7a0f2 000" descr="{&quot;architecture_direction&quot;:null,&quot;architecture_evidence_digest&quot;:null,&quot;architecture_role&quot;:&quot;features-1&quot;,&quot;architecture_role_graph_digest&quot;:null,&quot;architecture_role_graph_edge_id&quot;:null,&quot;architecture_role_id&quot;:null,&quot;architecture_route_id&quot;:null,&quot;architecture_route_role&quot;:null,&quot;depth&quot;:20.69013815,&quot;endpoint_object_ids&quot;:[],&quot;endpoint_role_ids&quot;:[],&quot;kind&quot;:&quot;edge&quot;,&quot;object_id&quot;:&quot;scene_object_scene_template_cnn_features_1_f3e7a0f2&quot;,&quot;repeat_count&quot;:1,&quot;source_digest&quot;:&quot;dfce2ef0fd83a39ab3a0a0677aebe1f21c58020440286363fb90f29935bed637&quot;}"/>
          <p:cNvCxnSpPr/>
          <p:nvPr/>
        </p:nvCxnSpPr>
        <p:spPr>
          <a:xfrm flipH="1" flipV="1">
            <a:off x="1988402" y="1777767"/>
            <a:ext cx="509742" cy="19813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edge scene_object_scene_template_cnn_pool_da28a912 000" descr="{&quot;architecture_direction&quot;:null,&quot;architecture_evidence_digest&quot;:null,&quot;architecture_role&quot;:&quot;pool&quot;,&quot;architecture_role_graph_digest&quot;:null,&quot;architecture_role_graph_edge_id&quot;:null,&quot;architecture_role_id&quot;:null,&quot;architecture_route_id&quot;:null,&quot;architecture_route_role&quot;:null,&quot;depth&quot;:20.08945675,&quot;endpoint_object_ids&quot;:[],&quot;endpoint_role_ids&quot;:[],&quot;kind&quot;:&quot;edge&quot;,&quot;object_id&quot;:&quot;scene_object_scene_template_cnn_pool_da28a912&quot;,&quot;repeat_count&quot;:1,&quot;source_digest&quot;:&quot;dfce2ef0fd83a39ab3a0a0677aebe1f21c58020440286363fb90f29935bed637&quot;}"/>
          <p:cNvCxnSpPr/>
          <p:nvPr/>
        </p:nvCxnSpPr>
        <p:spPr>
          <a:xfrm flipH="1">
            <a:off x="3321012" y="1989109"/>
            <a:ext cx="655382" cy="34673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edge scene_object_scene_template_cnn_features_2_1fc5ceed 000" descr="{&quot;architecture_direction&quot;:null,&quot;architecture_evidence_digest&quot;:null,&quot;architecture_role&quot;:&quot;features-2&quot;,&quot;architecture_role_graph_digest&quot;:null,&quot;architecture_role_graph_edge_id&quot;:null,&quot;architecture_role_id&quot;:null,&quot;architecture_route_id&quot;:null,&quot;architecture_route_role&quot;:null,&quot;depth&quot;:19.8701604,&quot;endpoint_object_ids&quot;:[],&quot;endpoint_role_ids&quot;:[],&quot;kind&quot;:&quot;edge&quot;,&quot;object_id&quot;:&quot;scene_object_scene_template_cnn_features_2_1fc5ceed&quot;,&quot;repeat_count&quot;:1,&quot;source_digest&quot;:&quot;dfce2ef0fd83a39ab3a0a0677aebe1f21c58020440286363fb90f29935bed637&quot;}"/>
          <p:cNvCxnSpPr/>
          <p:nvPr/>
        </p:nvCxnSpPr>
        <p:spPr>
          <a:xfrm flipH="1" flipV="1">
            <a:off x="4118393" y="2236776"/>
            <a:ext cx="560716" cy="21794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scene_template_cnn_pool_da28a912 000" descr="{&quot;architecture_direction&quot;:null,&quot;architecture_evidence_digest&quot;:null,&quot;architecture_role&quot;:&quot;pool&quot;,&quot;architecture_role_graph_digest&quot;:null,&quot;architecture_role_graph_edge_id&quot;:null,&quot;architecture_role_id&quot;:null,&quot;architecture_route_id&quot;:null,&quot;architecture_route_role&quot;:null,&quot;depth&quot;:19.80341795,&quot;endpoint_object_ids&quot;:[],&quot;endpoint_role_ids&quot;:[],&quot;kind&quot;:&quot;edge&quot;,&quot;object_id&quot;:&quot;scene_object_scene_template_cnn_pool_da28a912&quot;,&quot;repeat_count&quot;:1,&quot;source_digest&quot;:&quot;dfce2ef0fd83a39ab3a0a0677aebe1f21c58020440286363fb90f29935bed637&quot;}"/>
          <p:cNvCxnSpPr/>
          <p:nvPr/>
        </p:nvCxnSpPr>
        <p:spPr>
          <a:xfrm flipV="1">
            <a:off x="3321012" y="2335843"/>
            <a:ext cx="0" cy="8420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edge scene_object_scene_template_cnn_features_2_1fc5ceed 000" descr="{&quot;architecture_direction&quot;:null,&quot;architecture_evidence_digest&quot;:null,&quot;architecture_role&quot;:&quot;features-2&quot;,&quot;architecture_role_graph_digest&quot;:null,&quot;architecture_role_graph_edge_id&quot;:null,&quot;architecture_role_id&quot;:null,&quot;architecture_route_id&quot;:null,&quot;architecture_route_role&quot;:null,&quot;depth&quot;:19.470302025000002,&quot;endpoint_object_ids&quot;:[],&quot;endpoint_role_ids&quot;:[],&quot;kind&quot;:&quot;edge&quot;,&quot;object_id&quot;:&quot;scene_object_scene_template_cnn_features_2_1fc5ceed&quot;,&quot;repeat_count&quot;:1,&quot;source_digest&quot;:&quot;dfce2ef0fd83a39ab3a0a0677aebe1f21c58020440286363fb90f29935bed637&quot;}"/>
          <p:cNvCxnSpPr/>
          <p:nvPr/>
        </p:nvCxnSpPr>
        <p:spPr>
          <a:xfrm flipV="1">
            <a:off x="4679109" y="2454723"/>
            <a:ext cx="0" cy="27016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edge scene_object_scene_template_cnn_features_2_1fc5ceed 000" descr="{&quot;architecture_direction&quot;:null,&quot;architecture_evidence_digest&quot;:null,&quot;architecture_role&quot;:&quot;features-2&quot;,&quot;architecture_role_graph_digest&quot;:null,&quot;architecture_role_graph_edge_id&quot;:null,&quot;architecture_role_id&quot;:null,&quot;architecture_route_id&quot;:null,&quot;architecture_route_role&quot;:null,&quot;depth&quot;:19.7652795,&quot;endpoint_object_ids&quot;:[],&quot;endpoint_role_ids&quot;:[],&quot;kind&quot;:&quot;edge&quot;,&quot;object_id&quot;:&quot;scene_object_scene_template_cnn_features_2_1fc5ceed&quot;,&quot;repeat_count&quot;:1,&quot;source_digest&quot;:&quot;dfce2ef0fd83a39ab3a0a0677aebe1f21c58020440286363fb90f29935bed637&quot;}"/>
          <p:cNvCxnSpPr/>
          <p:nvPr/>
        </p:nvCxnSpPr>
        <p:spPr>
          <a:xfrm flipH="1">
            <a:off x="3637780" y="2236776"/>
            <a:ext cx="480613" cy="25427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edge scene_object_scene_template_cnn_features_2_1fc5ceed 000" descr="{&quot;architecture_direction&quot;:null,&quot;architecture_evidence_digest&quot;:null,&quot;architecture_role&quot;:&quot;features-2&quot;,&quot;architecture_role_graph_digest&quot;:null,&quot;architecture_role_graph_edge_id&quot;:null,&quot;architecture_role_id&quot;:null,&quot;architecture_route_id&quot;:null,&quot;architecture_route_role&quot;:null,&quot;depth&quot;:19.555517700000003,&quot;endpoint_object_ids&quot;:[],&quot;endpoint_role_ids&quot;:[],&quot;kind&quot;:&quot;edge&quot;,&quot;object_id&quot;:&quot;scene_object_scene_template_cnn_features_2_1fc5ceed&quot;,&quot;repeat_count&quot;:1,&quot;source_digest&quot;:&quot;dfce2ef0fd83a39ab3a0a0677aebe1f21c58020440286363fb90f29935bed637&quot;}"/>
          <p:cNvCxnSpPr/>
          <p:nvPr/>
        </p:nvCxnSpPr>
        <p:spPr>
          <a:xfrm flipV="1">
            <a:off x="3637780" y="2491047"/>
            <a:ext cx="0" cy="61751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edge scene_object_scene_template_cnn_features_2_1fc5ceed 000" descr="{&quot;architecture_direction&quot;:null,&quot;architecture_evidence_digest&quot;:null,&quot;architecture_role&quot;:&quot;features-2&quot;,&quot;architecture_role_graph_digest&quot;:null,&quot;architecture_role_graph_edge_id&quot;:null,&quot;architecture_role_id&quot;:null,&quot;architecture_route_id&quot;:null,&quot;architecture_route_role&quot;:null,&quot;depth&quot;:19.2343199875,&quot;endpoint_object_ids&quot;:[],&quot;endpoint_role_ids&quot;:[],&quot;kind&quot;:&quot;edge&quot;,&quot;object_id&quot;:&quot;scene_object_scene_template_cnn_features_2_1fc5ceed&quot;,&quot;repeat_count&quot;:1,&quot;source_digest&quot;:&quot;dfce2ef0fd83a39ab3a0a0677aebe1f21c58020440286363fb90f29935bed637&quot;}"/>
          <p:cNvCxnSpPr/>
          <p:nvPr/>
        </p:nvCxnSpPr>
        <p:spPr>
          <a:xfrm flipH="1">
            <a:off x="4198496" y="3183482"/>
            <a:ext cx="270345" cy="1430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edge scene_object_scene_template_cnn_pool_da28a912 000" descr="{&quot;architecture_direction&quot;:null,&quot;architecture_evidence_digest&quot;:null,&quot;architecture_role&quot;:&quot;pool&quot;,&quot;architecture_role_graph_digest&quot;:null,&quot;architecture_role_graph_edge_id&quot;:null,&quot;architecture_role_id&quot;:null,&quot;architecture_route_id&quot;:null,&quot;architecture_route_role&quot;:null,&quot;depth&quot;:19.54598305,&quot;endpoint_object_ids&quot;:[],&quot;endpoint_role_ids&quot;:[],&quot;kind&quot;:&quot;edge&quot;,&quot;object_id&quot;:&quot;scene_object_scene_template_cnn_pool_da28a912&quot;,&quot;repeat_count&quot;:1,&quot;source_digest&quot;:&quot;dfce2ef0fd83a39ab3a0a0677aebe1f21c58020440286363fb90f29935bed637&quot;}"/>
          <p:cNvCxnSpPr/>
          <p:nvPr/>
        </p:nvCxnSpPr>
        <p:spPr>
          <a:xfrm flipH="1" flipV="1">
            <a:off x="2913219" y="2177336"/>
            <a:ext cx="407793" cy="1585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edge scene_object_scene_template_cnn_features_2_1fc5ceed 000" descr="{&quot;architecture_direction&quot;:null,&quot;architecture_evidence_digest&quot;:null,&quot;architecture_role&quot;:&quot;features-2&quot;,&quot;architecture_role_graph_digest&quot;:null,&quot;architecture_role_graph_edge_id&quot;:null,&quot;architecture_role_id&quot;:null,&quot;architecture_route_id&quot;:null,&quot;architecture_route_role&quot;:null,&quot;depth&quot;:19.450636799999998,&quot;endpoint_object_ids&quot;:[],&quot;endpoint_role_ids&quot;:[],&quot;kind&quot;:&quot;edge&quot;,&quot;object_id&quot;:&quot;scene_object_scene_template_cnn_features_2_1fc5ceed&quot;,&quot;repeat_count&quot;:1,&quot;source_digest&quot;:&quot;dfce2ef0fd83a39ab3a0a0677aebe1f21c58020440286363fb90f29935bed637&quot;}"/>
          <p:cNvCxnSpPr/>
          <p:nvPr/>
        </p:nvCxnSpPr>
        <p:spPr>
          <a:xfrm>
            <a:off x="3637780" y="3108563"/>
            <a:ext cx="560716" cy="21794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arrow scene_object_scene_template_cnn_flow_2_a4cdf237 000" descr="{&quot;architecture_direction&quot;:null,&quot;architecture_evidence_digest&quot;:null,&quot;architecture_role&quot;:&quot;flow-2&quot;,&quot;architecture_role_graph_digest&quot;:null,&quot;architecture_role_graph_edge_id&quot;:null,&quot;architecture_role_id&quot;:null,&quot;architecture_route_id&quot;:null,&quot;architecture_route_role&quot;:null,&quot;depth&quot;:18.990889096875,&quot;endpoint_object_ids&quot;:[&quot;scene_object_scene_template_cnn_features_2_1fc5ceed&quot;,&quot;scene_object_scene_template_cnn_head_4117f49c&quot;],&quot;endpoint_role_ids&quot;:[],&quot;kind&quot;:&quot;arrow&quot;,&quot;object_id&quot;:&quot;scene_object_scene_template_cnn_flow_2_a4cdf237&quot;,&quot;repeat_count&quot;:1,&quot;source_digest&quot;:&quot;dfce2ef0fd83a39ab3a0a0677aebe1f21c58020440286363fb90f29935bed637&quot;}"/>
          <p:cNvCxnSpPr/>
          <p:nvPr/>
        </p:nvCxnSpPr>
        <p:spPr>
          <a:xfrm>
            <a:off x="4438802" y="2890616"/>
            <a:ext cx="35841" cy="13932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scene_template_cnn_features_2_1fc5ceed 000" descr="{&quot;architecture_direction&quot;:null,&quot;architecture_evidence_digest&quot;:null,&quot;architecture_role&quot;:&quot;features-2&quot;,&quot;architecture_role_graph_digest&quot;:null,&quot;architecture_role_graph_edge_id&quot;:null,&quot;architecture_role_id&quot;:null,&quot;architecture_route_id&quot;:null,&quot;architecture_route_role&quot;:null,&quot;depth&quot;:18.5067089,&quot;endpoint_object_ids&quot;:[],&quot;endpoint_role_ids&quot;:[],&quot;kind&quot;:&quot;edge&quot;,&quot;object_id&quot;:&quot;scene_object_scene_template_cnn_features_2_1fc5ceed&quot;,&quot;repeat_count&quot;:1,&quot;source_digest&quot;:&quot;dfce2ef0fd83a39ab3a0a0677aebe1f21c58020440286363fb90f29935bed637&quot;}"/>
          <p:cNvCxnSpPr/>
          <p:nvPr/>
        </p:nvCxnSpPr>
        <p:spPr>
          <a:xfrm flipH="1">
            <a:off x="4198496" y="2454723"/>
            <a:ext cx="480613" cy="25427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scene_template_cnn_features_2_1fc5ceed 000" descr="{&quot;architecture_direction&quot;:null,&quot;architecture_evidence_digest&quot;:null,&quot;architecture_role&quot;:&quot;features-2&quot;,&quot;architecture_role_graph_digest&quot;:null,&quot;architecture_role_graph_edge_id&quot;:null,&quot;architecture_role_id&quot;:null,&quot;architecture_route_id&quot;:null,&quot;architecture_route_role&quot;:null,&quot;depth&quot;:18.401828000000002,&quot;endpoint_object_ids&quot;:[],&quot;endpoint_role_ids&quot;:[],&quot;kind&quot;:&quot;edge&quot;,&quot;object_id&quot;:&quot;scene_object_scene_template_cnn_features_2_1fc5ceed&quot;,&quot;repeat_count&quot;:1,&quot;source_digest&quot;:&quot;dfce2ef0fd83a39ab3a0a0677aebe1f21c58020440286363fb90f29935bed637&quot;}"/>
          <p:cNvCxnSpPr/>
          <p:nvPr/>
        </p:nvCxnSpPr>
        <p:spPr>
          <a:xfrm flipH="1" flipV="1">
            <a:off x="3637780" y="2491047"/>
            <a:ext cx="560716" cy="21794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scene_template_cnn_features_2_1fc5ceed 000" descr="{&quot;architecture_direction&quot;:null,&quot;architecture_evidence_digest&quot;:null,&quot;architecture_role&quot;:&quot;features-2&quot;,&quot;architecture_role_graph_digest&quot;:null,&quot;architecture_role_graph_edge_id&quot;:null,&quot;architecture_role_id&quot;:null,&quot;architecture_route_id&quot;:null,&quot;architecture_route_role&quot;:null,&quot;depth&quot;:18.296947099999997,&quot;endpoint_object_ids&quot;:[],&quot;endpoint_role_ids&quot;:[],&quot;kind&quot;:&quot;edge&quot;,&quot;object_id&quot;:&quot;scene_object_scene_template_cnn_features_2_1fc5ceed&quot;,&quot;repeat_count&quot;:1,&quot;source_digest&quot;:&quot;dfce2ef0fd83a39ab3a0a0677aebe1f21c58020440286363fb90f29935bed637&quot;}"/>
          <p:cNvCxnSpPr/>
          <p:nvPr/>
        </p:nvCxnSpPr>
        <p:spPr>
          <a:xfrm flipV="1">
            <a:off x="4198496" y="2708994"/>
            <a:ext cx="0" cy="61751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scene_template_cnn_head_4117f49c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8.16346235,&quot;endpoint_object_ids&quot;:[],&quot;endpoint_role_ids&quot;:[],&quot;kind&quot;:&quot;edge&quot;,&quot;object_id&quot;:&quot;scene_object_scene_template_cnn_head_4117f49c&quot;,&quot;repeat_count&quot;:1,&quot;source_digest&quot;:&quot;dfce2ef0fd83a39ab3a0a0677aebe1f21c58020440286363fb90f29935bed637&quot;}"/>
          <p:cNvCxnSpPr/>
          <p:nvPr/>
        </p:nvCxnSpPr>
        <p:spPr>
          <a:xfrm flipH="1">
            <a:off x="4480674" y="2657810"/>
            <a:ext cx="349537" cy="18492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edge scene_object_scene_template_cnn_head_4117f49c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8.09671995,&quot;endpoint_object_ids&quot;:[],&quot;endpoint_role_ids&quot;:[],&quot;kind&quot;:&quot;edge&quot;,&quot;object_id&quot;:&quot;scene_object_scene_template_cnn_head_4117f49c&quot;,&quot;repeat_count&quot;:1,&quot;source_digest&quot;:&quot;dfce2ef0fd83a39ab3a0a0677aebe1f21c58020440286363fb90f29935bed637&quot;}"/>
          <p:cNvCxnSpPr/>
          <p:nvPr/>
        </p:nvCxnSpPr>
        <p:spPr>
          <a:xfrm flipH="1" flipV="1">
            <a:off x="4830211" y="2657810"/>
            <a:ext cx="535229" cy="20804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edge scene_object_scene_template_cnn_head_4117f49c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8.010908299999997,&quot;endpoint_object_ids&quot;:[],&quot;endpoint_role_ids&quot;:[],&quot;kind&quot;:&quot;edge&quot;,&quot;object_id&quot;:&quot;scene_object_scene_template_cnn_head_4117f49c&quot;,&quot;repeat_count&quot;:1,&quot;source_digest&quot;:&quot;dfce2ef0fd83a39ab3a0a0677aebe1f21c58020440286363fb90f29935bed637&quot;}"/>
          <p:cNvCxnSpPr/>
          <p:nvPr/>
        </p:nvCxnSpPr>
        <p:spPr>
          <a:xfrm flipV="1">
            <a:off x="4480674" y="2842734"/>
            <a:ext cx="0" cy="4491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scene_template_cnn_head_4117f49c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87742355,&quot;endpoint_object_ids&quot;:[],&quot;endpoint_role_ids&quot;:[],&quot;kind&quot;:&quot;edge&quot;,&quot;object_id&quot;:&quot;scene_object_scene_template_cnn_head_4117f49c&quot;,&quot;repeat_count&quot;:1,&quot;source_digest&quot;:&quot;dfce2ef0fd83a39ab3a0a0677aebe1f21c58020440286363fb90f29935bed637&quot;}"/>
          <p:cNvCxnSpPr/>
          <p:nvPr/>
        </p:nvCxnSpPr>
        <p:spPr>
          <a:xfrm flipV="1">
            <a:off x="5365440" y="2865850"/>
            <a:ext cx="0" cy="4491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edge scene_object_scene_template_cnn_head_4117f49c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7916119,&quot;endpoint_object_ids&quot;:[],&quot;endpoint_role_ids&quot;:[],&quot;kind&quot;:&quot;edge&quot;,&quot;object_id&quot;:&quot;scene_object_scene_template_cnn_head_4117f49c&quot;,&quot;repeat_count&quot;:1,&quot;source_digest&quot;:&quot;dfce2ef0fd83a39ab3a0a0677aebe1f21c58020440286363fb90f29935bed637&quot;}"/>
          <p:cNvCxnSpPr/>
          <p:nvPr/>
        </p:nvCxnSpPr>
        <p:spPr>
          <a:xfrm>
            <a:off x="4480674" y="3291836"/>
            <a:ext cx="535228" cy="20804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edge scene_object_scene_template_cnn_head_4117f49c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72486955,&quot;endpoint_object_ids&quot;:[],&quot;endpoint_role_ids&quot;:[],&quot;kind&quot;:&quot;edge&quot;,&quot;object_id&quot;:&quot;scene_object_scene_template_cnn_head_4117f49c&quot;,&quot;repeat_count&quot;:1,&quot;source_digest&quot;:&quot;dfce2ef0fd83a39ab3a0a0677aebe1f21c58020440286363fb90f29935bed637&quot;}"/>
          <p:cNvCxnSpPr/>
          <p:nvPr/>
        </p:nvCxnSpPr>
        <p:spPr>
          <a:xfrm flipH="1">
            <a:off x="5015902" y="3314952"/>
            <a:ext cx="349538" cy="18492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edge scene_object_scene_template_cnn_head_4117f49c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02884185,&quot;endpoint_object_ids&quot;:[],&quot;endpoint_role_ids&quot;:[],&quot;kind&quot;:&quot;edge&quot;,&quot;object_id&quot;:&quot;scene_object_scene_template_cnn_head_4117f49c&quot;,&quot;repeat_count&quot;:1,&quot;source_digest&quot;:&quot;dfce2ef0fd83a39ab3a0a0677aebe1f21c58020440286363fb90f29935bed637&quot;}"/>
          <p:cNvCxnSpPr/>
          <p:nvPr/>
        </p:nvCxnSpPr>
        <p:spPr>
          <a:xfrm flipH="1" flipV="1">
            <a:off x="4480674" y="2842734"/>
            <a:ext cx="535228" cy="20804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edge scene_object_scene_template_cnn_head_4117f49c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6.96209945,&quot;endpoint_object_ids&quot;:[],&quot;endpoint_role_ids&quot;:[],&quot;kind&quot;:&quot;edge&quot;,&quot;object_id&quot;:&quot;scene_object_scene_template_cnn_head_4117f49c&quot;,&quot;repeat_count&quot;:1,&quot;source_digest&quot;:&quot;dfce2ef0fd83a39ab3a0a0677aebe1f21c58020440286363fb90f29935bed637&quot;}"/>
          <p:cNvCxnSpPr/>
          <p:nvPr/>
        </p:nvCxnSpPr>
        <p:spPr>
          <a:xfrm flipH="1">
            <a:off x="5015902" y="2865850"/>
            <a:ext cx="349538" cy="18492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edge scene_object_scene_template_cnn_head_4117f49c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6.80954545,&quot;endpoint_object_ids&quot;:[],&quot;endpoint_role_ids&quot;:[],&quot;kind&quot;:&quot;edge&quot;,&quot;object_id&quot;:&quot;scene_object_scene_template_cnn_head_4117f49c&quot;,&quot;repeat_count&quot;:1,&quot;source_digest&quot;:&quot;dfce2ef0fd83a39ab3a0a0677aebe1f21c58020440286363fb90f29935bed637&quot;}"/>
          <p:cNvCxnSpPr/>
          <p:nvPr/>
        </p:nvCxnSpPr>
        <p:spPr>
          <a:xfrm flipV="1">
            <a:off x="5015902" y="3050774"/>
            <a:ext cx="0" cy="4491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NNDV editable label scene_object_scene_template_cnn_geometry_legend_bf63b839 0072" descr="{&quot;architecture_direction&quot;:null,&quot;architecture_evidence_digest&quot;:null,&quot;architecture_role&quot;:&quot;legend&quot;,&quot;architecture_role_graph_digest&quot;:null,&quot;architecture_role_graph_edge_id&quot;:null,&quot;architecture_role_id&quot;:null,&quot;architecture_route_id&quot;:null,&quot;architecture_route_role&quot;:null,&quot;depth&quot;:23.3598334,&quot;endpoint_object_ids&quot;:[],&quot;endpoint_role_ids&quot;:[],&quot;kind&quot;:&quot;label&quot;,&quot;object_id&quot;:&quot;scene_object_scene_template_cnn_geometry_legend_bf63b839&quot;,&quot;repeat_count&quot;:1,&quot;source_digest&quot;:&quot;dfce2ef0fd83a39ab3a0a0677aebe1f21c58020440286363fb90f29935bed637&quot;}"/>
          <p:cNvSpPr txBox="1"/>
          <p:nvPr/>
        </p:nvSpPr>
        <p:spPr>
          <a:xfrm>
            <a:off x="288000" y="3920875"/>
            <a:ext cx="148818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Depth/thickness are visual.</a:t>
            </a:r>
          </a:p>
        </p:txBody>
      </p:sp>
      <p:cxnSp>
        <p:nvCxnSpPr>
          <p:cNvPr id="76" name="NNDV editable leader scene_object_scene_template_cnn_input_9c93da68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4.9807198,&quot;endpoint_object_ids&quot;:[],&quot;endpoint_role_ids&quot;:[],&quot;kind&quot;:&quot;leader&quot;,&quot;object_id&quot;:&quot;scene_object_scene_template_cnn_input_9c93da68&quot;,&quot;repeat_count&quot;:1,&quot;source_digest&quot;:&quot;dfce2ef0fd83a39ab3a0a0677aebe1f21c58020440286363fb90f29935bed637&quot;}"/>
          <p:cNvCxnSpPr/>
          <p:nvPr/>
        </p:nvCxnSpPr>
        <p:spPr>
          <a:xfrm>
            <a:off x="1788146" y="764323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NNDV editable label scene_object_scene_template_cnn_input_9c93da68 0074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4.9807198,&quot;endpoint_object_ids&quot;:[],&quot;endpoint_role_ids&quot;:[],&quot;kind&quot;:&quot;label&quot;,&quot;object_id&quot;:&quot;scene_object_scene_template_cnn_input_9c93da68&quot;,&quot;repeat_count&quot;:1,&quot;source_digest&quot;:&quot;dfce2ef0fd83a39ab3a0a0677aebe1f21c58020440286363fb90f29935bed637&quot;}"/>
          <p:cNvSpPr txBox="1"/>
          <p:nvPr/>
        </p:nvSpPr>
        <p:spPr>
          <a:xfrm>
            <a:off x="1484997" y="653198"/>
            <a:ext cx="606297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Input image</a:t>
            </a:r>
          </a:p>
        </p:txBody>
      </p:sp>
      <p:cxnSp>
        <p:nvCxnSpPr>
          <p:cNvPr id="78" name="NNDV editable leader scene_object_scene_template_cnn_head_4117f49c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9441659,&quot;endpoint_object_ids&quot;:[],&quot;endpoint_role_ids&quot;:[],&quot;kind&quot;:&quot;leader&quot;,&quot;object_id&quot;:&quot;scene_object_scene_template_cnn_head_4117f49c&quot;,&quot;repeat_count&quot;:1,&quot;source_digest&quot;:&quot;dfce2ef0fd83a39ab3a0a0677aebe1f21c58020440286363fb90f29935bed637&quot;}"/>
          <p:cNvCxnSpPr/>
          <p:nvPr/>
        </p:nvCxnSpPr>
        <p:spPr>
          <a:xfrm flipV="1">
            <a:off x="4923057" y="3512476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NNDV editable label scene_object_scene_template_cnn_head_4117f49c 0076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9441659,&quot;endpoint_object_ids&quot;:[],&quot;endpoint_role_ids&quot;:[],&quot;kind&quot;:&quot;label&quot;,&quot;object_id&quot;:&quot;scene_object_scene_template_cnn_head_4117f49c&quot;,&quot;repeat_count&quot;:1,&quot;source_digest&quot;:&quot;dfce2ef0fd83a39ab3a0a0677aebe1f21c58020440286363fb90f29935bed637&quot;}"/>
          <p:cNvSpPr txBox="1"/>
          <p:nvPr/>
        </p:nvSpPr>
        <p:spPr>
          <a:xfrm>
            <a:off x="4509672" y="3555676"/>
            <a:ext cx="82676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Classifier head</a:t>
            </a:r>
          </a:p>
        </p:txBody>
      </p:sp>
      <p:cxnSp>
        <p:nvCxnSpPr>
          <p:cNvPr id="80" name="NNDV editable leader scene_object_scene_template_cnn_features_1_f3e7a0f2 000" descr="{&quot;architecture_direction&quot;:null,&quot;architecture_evidence_digest&quot;:null,&quot;architecture_role&quot;:&quot;features-1&quot;,&quot;architecture_role_graph_digest&quot;:null,&quot;architecture_role_graph_edge_id&quot;:null,&quot;architecture_role_id&quot;:null,&quot;architecture_route_id&quot;:null,&quot;architecture_route_role&quot;:null,&quot;depth&quot;:22.9784484,&quot;endpoint_object_ids&quot;:[],&quot;endpoint_role_ids&quot;:[],&quot;kind&quot;:&quot;leader&quot;,&quot;object_id&quot;:&quot;scene_object_scene_template_cnn_features_1_f3e7a0f2&quot;,&quot;repeat_count&quot;:1,&quot;source_digest&quot;:&quot;dfce2ef0fd83a39ab3a0a0677aebe1f21c58020440286363fb90f29935bed637&quot;}"/>
          <p:cNvCxnSpPr/>
          <p:nvPr/>
        </p:nvCxnSpPr>
        <p:spPr>
          <a:xfrm flipH="1">
            <a:off x="3384586" y="1259656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NNDV editable label scene_object_scene_template_cnn_features_1_f3e7a0f2 0078" descr="{&quot;architecture_direction&quot;:null,&quot;architecture_evidence_digest&quot;:null,&quot;architecture_role&quot;:&quot;features-1&quot;,&quot;architecture_role_graph_digest&quot;:null,&quot;architecture_role_graph_edge_id&quot;:null,&quot;architecture_role_id&quot;:null,&quot;architecture_route_id&quot;:null,&quot;architecture_route_role&quot;:null,&quot;depth&quot;:22.9784484,&quot;endpoint_object_ids&quot;:[],&quot;endpoint_role_ids&quot;:[],&quot;kind&quot;:&quot;label&quot;,&quot;object_id&quot;:&quot;scene_object_scene_template_cnn_features_1_f3e7a0f2&quot;,&quot;repeat_count&quot;:1,&quot;source_digest&quot;:&quot;dfce2ef0fd83a39ab3a0a0677aebe1f21c58020440286363fb90f29935bed637&quot;}"/>
          <p:cNvSpPr txBox="1"/>
          <p:nvPr/>
        </p:nvSpPr>
        <p:spPr>
          <a:xfrm>
            <a:off x="3427786" y="1148531"/>
            <a:ext cx="66141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Feature maps</a:t>
            </a:r>
          </a:p>
        </p:txBody>
      </p:sp>
      <p:cxnSp>
        <p:nvCxnSpPr>
          <p:cNvPr id="82" name="NNDV editable leader scene_object_scene_template_cnn_pool_da28a912 000" descr="{&quot;architecture_direction&quot;:null,&quot;architecture_evidence_digest&quot;:null,&quot;architecture_role&quot;:&quot;pool&quot;,&quot;architecture_role_graph_digest&quot;:null,&quot;architecture_role_graph_edge_id&quot;:null,&quot;architecture_role_id&quot;:null,&quot;architecture_route_id&quot;:null,&quot;architecture_route_role&quot;:null,&quot;depth&quot;:21.2622157,&quot;endpoint_object_ids&quot;:[],&quot;endpoint_role_ids&quot;:[],&quot;kind&quot;:&quot;leader&quot;,&quot;object_id&quot;:&quot;scene_object_scene_template_cnn_pool_da28a912&quot;,&quot;repeat_count&quot;:1,&quot;source_digest&quot;:&quot;dfce2ef0fd83a39ab3a0a0677aebe1f21c58020440286363fb90f29935bed637&quot;}"/>
          <p:cNvCxnSpPr/>
          <p:nvPr/>
        </p:nvCxnSpPr>
        <p:spPr>
          <a:xfrm flipH="1">
            <a:off x="3988994" y="1774803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NNDV editable label scene_object_scene_template_cnn_pool_da28a912 0080" descr="{&quot;architecture_direction&quot;:null,&quot;architecture_evidence_digest&quot;:null,&quot;architecture_role&quot;:&quot;pool&quot;,&quot;architecture_role_graph_digest&quot;:null,&quot;architecture_role_graph_edge_id&quot;:null,&quot;architecture_role_id&quot;:null,&quot;architecture_route_id&quot;:null,&quot;architecture_route_role&quot;:null,&quot;depth&quot;:21.2622157,&quot;endpoint_object_ids&quot;:[],&quot;endpoint_role_ids&quot;:[],&quot;kind&quot;:&quot;label&quot;,&quot;object_id&quot;:&quot;scene_object_scene_template_cnn_pool_da28a912&quot;,&quot;repeat_count&quot;:1,&quot;source_digest&quot;:&quot;dfce2ef0fd83a39ab3a0a0677aebe1f21c58020440286363fb90f29935bed637&quot;}"/>
          <p:cNvSpPr txBox="1"/>
          <p:nvPr/>
        </p:nvSpPr>
        <p:spPr>
          <a:xfrm>
            <a:off x="4032194" y="1663678"/>
            <a:ext cx="1102360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Pooling / downsample</a:t>
            </a:r>
          </a:p>
        </p:txBody>
      </p:sp>
      <p:cxnSp>
        <p:nvCxnSpPr>
          <p:cNvPr id="84" name="NNDV editable leader scene_object_scene_template_cnn_features_2_1fc5ceed 000" descr="{&quot;architecture_direction&quot;:null,&quot;architecture_evidence_digest&quot;:null,&quot;architecture_role&quot;:&quot;features-2&quot;,&quot;architecture_role_graph_digest&quot;:null,&quot;architecture_role_graph_edge_id&quot;:null,&quot;architecture_role_id&quot;:null,&quot;architecture_route_id&quot;:null,&quot;architecture_route_role&quot;:null,&quot;depth&quot;:19.6603986,&quot;endpoint_object_ids&quot;:[],&quot;endpoint_role_ids&quot;:[],&quot;kind&quot;:&quot;leader&quot;,&quot;object_id&quot;:&quot;scene_object_scene_template_cnn_features_2_1fc5ceed&quot;,&quot;repeat_count&quot;:1,&quot;source_digest&quot;:&quot;dfce2ef0fd83a39ab3a0a0677aebe1f21c58020440286363fb90f29935bed637&quot;}"/>
          <p:cNvCxnSpPr/>
          <p:nvPr/>
        </p:nvCxnSpPr>
        <p:spPr>
          <a:xfrm flipH="1">
            <a:off x="4691709" y="2180976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NNDV editable label scene_object_scene_template_cnn_features_2_1fc5ceed 0082" descr="{&quot;architecture_direction&quot;:null,&quot;architecture_evidence_digest&quot;:null,&quot;architecture_role&quot;:&quot;features-2&quot;,&quot;architecture_role_graph_digest&quot;:null,&quot;architecture_role_graph_edge_id&quot;:null,&quot;architecture_role_id&quot;:null,&quot;architecture_route_id&quot;:null,&quot;architecture_route_role&quot;:null,&quot;depth&quot;:19.6603986,&quot;endpoint_object_ids&quot;:[],&quot;endpoint_role_ids&quot;:[],&quot;kind&quot;:&quot;label&quot;,&quot;object_id&quot;:&quot;scene_object_scene_template_cnn_features_2_1fc5ceed&quot;,&quot;repeat_count&quot;:1,&quot;source_digest&quot;:&quot;dfce2ef0fd83a39ab3a0a0677aebe1f21c58020440286363fb90f29935bed637&quot;}"/>
          <p:cNvSpPr txBox="1"/>
          <p:nvPr/>
        </p:nvSpPr>
        <p:spPr>
          <a:xfrm>
            <a:off x="4734909" y="2069851"/>
            <a:ext cx="716534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Deep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scene_cnn_editable_3d_template_5af6aa97</dc:title>
  <dc:subject>Editable deterministic CPU projection of Scene IR 1.0</dc:subject>
  <dc:creator/>
  <cp:keywords/>
  <dc:description>NN_DaVinci 0.7.3;nndv-scene-export-1;camera=scene_camera_cnn_editable_3d_template_camera_isometric_c7b01767;digest=dfce2ef0fd83a39ab3a0a0677aebe1f21c58020440286363fb90f29935bed637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